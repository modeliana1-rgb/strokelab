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0.svg" ContentType="image/svg+xml"/>
  <Override PartName="/ppt/media/image14.svg" ContentType="image/svg+xml"/>
  <Override PartName="/ppt/media/image16.svg" ContentType="image/svg+xml"/>
  <Override PartName="/ppt/media/image22.svg" ContentType="image/svg+xml"/>
  <Override PartName="/ppt/media/image24.svg" ContentType="image/svg+xml"/>
  <Override PartName="/ppt/media/image29.svg" ContentType="image/svg+xml"/>
  <Override PartName="/ppt/media/image3.svg" ContentType="image/svg+xml"/>
  <Override PartName="/ppt/media/image49.svg" ContentType="image/svg+xml"/>
  <Override PartName="/ppt/media/image51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8"/>
  </p:notesMasterIdLst>
  <p:sldIdLst>
    <p:sldId id="318" r:id="rId2"/>
    <p:sldId id="331" r:id="rId23"/>
    <p:sldId id="337" r:id="rId29"/>
    <p:sldId id="338" r:id="rId30"/>
    <p:sldId id="339" r:id="rId31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228"/>
    <a:srgbClr val="2D41B4"/>
    <a:srgbClr val="504B4B"/>
    <a:srgbClr val="23B4AA"/>
    <a:srgbClr val="FFAFAA"/>
    <a:srgbClr val="1E1E1E"/>
    <a:srgbClr val="A5A5A5"/>
    <a:srgbClr val="D2D1D1"/>
    <a:srgbClr val="7D7878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Estilo claro 1 - Acento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Estilo claro 1 - Acento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32" autoAdjust="0"/>
    <p:restoredTop sz="94660"/>
  </p:normalViewPr>
  <p:slideViewPr>
    <p:cSldViewPr snapToGrid="0">
      <p:cViewPr varScale="1">
        <p:scale>
          <a:sx n="69" d="100"/>
          <a:sy n="69" d="100"/>
        </p:scale>
        <p:origin x="354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976" y="102"/>
      </p:cViewPr>
      <p:guideLst/>
    </p:cSldViewPr>
  </p:notesViewPr>
  <p:gridSpacing cx="360000" cy="36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14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customXml" Target="../customXml/item1.xml"/><Relationship Id="rId74" Type="http://schemas.openxmlformats.org/officeDocument/2006/relationships/customXml" Target="../customXml/item2.xml"/><Relationship Id="rId75" Type="http://schemas.openxmlformats.org/officeDocument/2006/relationships/customXml" Target="../customXml/item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(con giro)</c:v>
                </c:pt>
              </c:strCache>
            </c:strRef>
          </c:tx>
          <c:spPr>
            <a:solidFill>
              <a:srgbClr val="B4B4B4"/>
            </a:solidFill>
          </c:spPr>
          <c:cat>
            <c:strRef>
              <c:f>Sheet1!$A$2:$A$4</c:f>
              <c:strCache>
                <c:ptCount val="3"/>
                <c:pt idx="0">
                  <c:v>Detección</c:v>
                </c:pt>
                <c:pt idx="1">
                  <c:v>PCK@0,1</c:v>
                </c:pt>
                <c:pt idx="2">
                  <c:v>PCK@0,2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</c:v>
                </c:pt>
                <c:pt idx="1">
                  <c:v>9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Ajustado</c:v>
                </c:pt>
              </c:strCache>
            </c:strRef>
          </c:tx>
          <c:spPr>
            <a:solidFill>
              <a:srgbClr val="FF3228"/>
            </a:solidFill>
          </c:spPr>
          <c:cat>
            <c:strRef>
              <c:f>Sheet1!$A$2:$A$4</c:f>
              <c:strCache>
                <c:ptCount val="3"/>
                <c:pt idx="0">
                  <c:v>Detección</c:v>
                </c:pt>
                <c:pt idx="1">
                  <c:v>PCK@0,1</c:v>
                </c:pt>
                <c:pt idx="2">
                  <c:v>PCK@0,2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</c:v>
                </c:pt>
                <c:pt idx="1">
                  <c:v>37</c:v>
                </c:pt>
                <c:pt idx="2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D15707-0965-4200-92FF-ACFEAFE6E787}" type="datetimeFigureOut">
              <a:rPr lang="es-ES" smtClean="0"/>
              <a:t>10/02/2025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A9C7CC-C5F4-4693-B1F7-2A3DC83E93D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3499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días. Soy Diana Cruz y presento StrokeLab, un sistema que analiza un vídeo de natación y le dice al entrenador cómo de eficiente es la brazada, en qué momento aparece la fatiga técnica y por qué. Todo funciona con una cámara normal y un portátil sin GPU. [≈ 20 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Después de entregar quise atacar la principal limitación, la detección bajo el agua. Usé 405 imágenes reales de nadadores anotadas, públicas, y evalué con validación cruzada de cuatro pliegues separando por grabación para que no haya fuga de datos. El modelo ajustado detecta al nadador en el 78 % de las imágenes frente al 47 % del original, y el OKS sube de 0,10 a 0,40. Probé también modelos más grandes y datos sintéticos: no mejoran, lo que confirma que el límite son los datos reales del dominio. Y aplicado a mis vídeos aumenta el tiempo analizable un 26 %, pero la frecuencia no mejora: las reglas posteriores están calibradas con el modelo original y hay que recalibrarlas. Por eso el sistema de la memoria sigue con el modelo original. [≈ 1 min 30 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Tras el ajuste los tres tamaños quedan igual o el pequeño mejor: con unas 200 imágenes de entrenamiento el límite son los datos. Los sintéticos de SwimXYZ (vista frontal, fuera del agua) no mejoran la prueba, que es lateral bajo el agua, y aumentan las falsas detecciones.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el modelo ajustado el sistema analiza más tiempo y saca más ciclos, pero la frecuencia frente al conteo manual no mejora: la señal de la mano tiene picos dobles. Las reglas posteriores están calibradas con el modelo original; recalibrarlas exige más conteos manuales. Por eso el sistema del TFM mantiene el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Probé dos vídeos de televisión. En la retransmisión del 800 libre de 2001, desde fuera del agua, con varios nadadores y cambios de plano, el sistema falla: la frecuencia salta de 40 a 90 ciclos por minuto. En un vídeo con cámara en el fondo y un solo nadador, detecta sola la vista frontal y sigue al nadador. El sistema está pensado para grabaciones de entrenamiento con un nadador.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2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23.png"/><Relationship Id="rId5" Type="http://schemas.openxmlformats.org/officeDocument/2006/relationships/image" Target="../media/image2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49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5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1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F0BE85-C225-4003-835C-418D02FC40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2014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5118806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9370E4E4-B71F-49CD-9929-ADF5802DA3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139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1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F0BE85-C225-4003-835C-418D02FC40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2014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5118806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A369E776-9025-4045-AE48-B61FB55551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0454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2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3AA131F7-FE48-4A37-99A2-4382148F7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0871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90871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90871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6689024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CEDA1D87-413B-4A5E-A34F-3C9CA2BA7C4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58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2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390F3110-B03E-467A-B204-79CB33AD5E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2" name="Título 12">
            <a:extLst>
              <a:ext uri="{FF2B5EF4-FFF2-40B4-BE49-F238E27FC236}">
                <a16:creationId xmlns:a16="http://schemas.microsoft.com/office/drawing/2014/main" id="{687D23B1-A2E4-47D2-9145-B941FAC926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0871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0C1055D0-D668-4CEA-98EF-3D27C3A7A8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90871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520D1EEB-61C8-4F89-A922-A3F95BE81C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90871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04B9E36-C6C2-4B31-AACB-24F008FF04FE}"/>
              </a:ext>
            </a:extLst>
          </p:cNvPr>
          <p:cNvSpPr txBox="1"/>
          <p:nvPr userDrawn="1"/>
        </p:nvSpPr>
        <p:spPr>
          <a:xfrm>
            <a:off x="6689024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2002B7AF-0789-4D75-B8F0-4A6854252C9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313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3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14E8383-EBBB-43A5-8288-826364F07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2711316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44957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44957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4957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CF431FBC-869A-42BD-8876-A0B0DA4D2D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306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3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14E8383-EBBB-43A5-8288-826364F07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8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2711316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44957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44957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4957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D71C7A76-B3FC-4D82-9E7A-2B97594E11D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2603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4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480EAAD8-7A6F-435E-A8EC-6782A258B5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0128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60128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1650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07100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07100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7100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7D477561-B3ED-45D0-B1A9-8965EAF07DA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16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4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07A6838A-54ED-4793-920B-D51FFB65AF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0128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60128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1650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07100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07100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7100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B7025F53-D008-456B-8B64-2AF0FCED69C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801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1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7C86FC7-5A1A-4090-9272-7DF1802A6D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9538" y="589184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77679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77679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7679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C5C40D8B-4E89-4E84-A91A-99610A7D38F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4740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1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FDF6CC3E-2001-470F-B923-CF9DC1D22F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7C86FC7-5A1A-4090-9272-7DF1802A6D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-11995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9538" y="589184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0" name="Marcador de texto 6">
            <a:extLst>
              <a:ext uri="{FF2B5EF4-FFF2-40B4-BE49-F238E27FC236}">
                <a16:creationId xmlns:a16="http://schemas.microsoft.com/office/drawing/2014/main" id="{1D7EC42F-D5BA-42B2-93A1-4025C46665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77679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7" name="Marcador de texto 6">
            <a:extLst>
              <a:ext uri="{FF2B5EF4-FFF2-40B4-BE49-F238E27FC236}">
                <a16:creationId xmlns:a16="http://schemas.microsoft.com/office/drawing/2014/main" id="{37327B23-2573-4A9B-9DAE-80306377F0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77679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555CB57D-40B9-47B3-9D19-DBE91B8BE3B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7679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17629027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2_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3720937-C11B-4355-8352-F40F0B3DB1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80854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80854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854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1069210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pic>
        <p:nvPicPr>
          <p:cNvPr id="14" name="Gráfico 13">
            <a:extLst>
              <a:ext uri="{FF2B5EF4-FFF2-40B4-BE49-F238E27FC236}">
                <a16:creationId xmlns:a16="http://schemas.microsoft.com/office/drawing/2014/main" id="{85240EFF-F9FA-4BD4-B5F5-57D533E60B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3241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2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>
            <a:extLst>
              <a:ext uri="{FF2B5EF4-FFF2-40B4-BE49-F238E27FC236}">
                <a16:creationId xmlns:a16="http://schemas.microsoft.com/office/drawing/2014/main" id="{CF03BCA2-3200-43B6-9331-514527A1E4E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3720937-C11B-4355-8352-F40F0B3DB1E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1069210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80854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80854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854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2431430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3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áfico 8">
            <a:extLst>
              <a:ext uri="{FF2B5EF4-FFF2-40B4-BE49-F238E27FC236}">
                <a16:creationId xmlns:a16="http://schemas.microsoft.com/office/drawing/2014/main" id="{358086F5-BD6F-4A53-B017-4BA2C380D8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9093" y="2877701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79093" y="3776812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272829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0512" y="508501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00512" y="571553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00512" y="5324723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8E8927FA-4CB0-4C74-9670-4CC6D2AE6CA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821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3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áfico 10">
            <a:extLst>
              <a:ext uri="{FF2B5EF4-FFF2-40B4-BE49-F238E27FC236}">
                <a16:creationId xmlns:a16="http://schemas.microsoft.com/office/drawing/2014/main" id="{668F97EE-AC5B-4F08-BEB0-4F185B1FEC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81D94336-38A4-4BE4-B68C-C583816EAD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9093" y="2877701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79093" y="3776812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272829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0512" y="508501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00512" y="571553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00512" y="5324723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29419629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25449B5B-E8A3-47B9-BE8C-1442A097B9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04151" y="847865"/>
            <a:ext cx="4424116" cy="1221317"/>
          </a:xfrm>
        </p:spPr>
        <p:txBody>
          <a:bodyPr>
            <a:normAutofit/>
          </a:bodyPr>
          <a:lstStyle>
            <a:lvl1pPr>
              <a:defRPr sz="6300"/>
            </a:lvl1pPr>
          </a:lstStyle>
          <a:p>
            <a:r>
              <a:rPr lang="es-ES" dirty="0"/>
              <a:t>Índice</a:t>
            </a:r>
            <a:endParaRPr lang="en-US" dirty="0"/>
          </a:p>
        </p:txBody>
      </p:sp>
      <p:sp>
        <p:nvSpPr>
          <p:cNvPr id="21" name="Marcador de texto 20">
            <a:extLst>
              <a:ext uri="{FF2B5EF4-FFF2-40B4-BE49-F238E27FC236}">
                <a16:creationId xmlns:a16="http://schemas.microsoft.com/office/drawing/2014/main" id="{B8C616AF-0352-4AE7-BD28-0925BB5C16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16706" y="2274535"/>
            <a:ext cx="8093250" cy="4295598"/>
          </a:xfrm>
        </p:spPr>
        <p:txBody>
          <a:bodyPr/>
          <a:lstStyle>
            <a:lvl1pPr defTabSz="7180263">
              <a:tabLst/>
              <a:defRPr/>
            </a:lvl1pPr>
            <a:lvl2pPr defTabSz="2014538">
              <a:tabLst>
                <a:tab pos="7180263" algn="l"/>
              </a:tabLst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01</a:t>
            </a:r>
          </a:p>
          <a:p>
            <a:pPr lvl="1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02</a:t>
            </a:r>
          </a:p>
          <a:p>
            <a:pPr lvl="1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03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04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05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06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07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08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09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1C9A96A-A9B6-43C0-858A-F037F92BE03F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5D52EBB-81B5-4744-AA02-0E98817C6CEE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EA0D54E8-0AA0-4881-8D77-02CAACF3607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3949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8A1B7A2-EA18-4C92-8E93-A7475C8675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B12E8F6-0C23-40DD-85B1-90679397D2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35664" y="2099137"/>
            <a:ext cx="3584298" cy="2164638"/>
          </a:xfrm>
        </p:spPr>
        <p:txBody>
          <a:bodyPr>
            <a:noAutofit/>
          </a:bodyPr>
          <a:lstStyle>
            <a:lvl1pPr>
              <a:defRPr sz="18000" spc="-100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01</a:t>
            </a:r>
            <a:endParaRPr lang="en-US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66833123-AD43-4252-9579-D68936FB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5100" y="3312319"/>
            <a:ext cx="6400800" cy="400605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14F05CA-BADC-4433-A115-075325ED1D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35663" y="4246384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C526C9D-6B51-4BD6-A250-9863163FA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88BB201-FFB7-49EA-89A7-08B8B994B0B2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E4B70B3-FB3E-47A7-8EF1-EB36BC916C7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21A2580A-DCB6-48AA-A0F1-A85928E84B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663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09D51C8-55E2-496C-B14C-A46B0ECE1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EAE849AB-9400-4BCF-956F-AF4BF3A54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57014" y="2890247"/>
            <a:ext cx="3584298" cy="2164638"/>
          </a:xfrm>
        </p:spPr>
        <p:txBody>
          <a:bodyPr>
            <a:noAutofit/>
          </a:bodyPr>
          <a:lstStyle>
            <a:lvl1pPr>
              <a:defRPr sz="18000" spc="-100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02</a:t>
            </a:r>
            <a:endParaRPr lang="en-U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C152E62-15FC-41CD-84D7-88775B2CA6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7013" y="5037494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BC7A0E0C-BAA2-4AA7-ABF6-96A71D57A16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C796E506-7717-4096-8DDB-1B6BBC5A297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09737" y="911225"/>
            <a:ext cx="6400800" cy="400605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B3EC672-0806-49BC-8360-664924C43514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02DE12B-7DD5-47B0-8765-C23E33AD3150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CD1C42BD-713C-4D8A-BDA8-6990539BBA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4157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827D429-903C-403E-A91E-3413C7FBF9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D53EF393-3DBA-494A-AF34-ACE206FF818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6" name="Marcador de texto 4">
            <a:extLst>
              <a:ext uri="{FF2B5EF4-FFF2-40B4-BE49-F238E27FC236}">
                <a16:creationId xmlns:a16="http://schemas.microsoft.com/office/drawing/2014/main" id="{FAC65DA7-3C33-485C-B20C-A039012FE8E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24FC6AE-9F44-4BC7-8570-A9AC27B43E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368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98A20FD-FA6A-48A8-A926-BC8A558639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8A1695F4-5BF3-4507-93DF-073A697D5D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BE2A1097-09E3-4BFE-95B2-33E0226DEF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D3DB9E60-9861-4933-A180-A4C25742F4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8346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10179091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521494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15F0C0-6EF2-45F9-BFE3-93D4944E9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F808F11-2E11-4556-9C38-53953A5091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32D9F627-C890-407E-8937-86EA7F4375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1C8371B-E0D9-4E9C-BB68-73941002D2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9013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1E1E1E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D8374F0-9829-4A0E-A50F-3D62EEDC0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05E73D6-3521-47BC-82CE-2AAF56FA92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39722E83-61D8-46D8-AF67-A82A58A336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6C45FC7-EEB9-4B9F-BE13-C2D9C7222B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8F8AE979-17D9-492C-9878-9DAC54F970C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95951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1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FDA3608-77A3-4472-83F0-ECF69F3F28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4A66E3B5-38E7-411C-BEDB-A16E741FDC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CF0A05D-CCE4-49E6-ACB1-3513664E20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9464CF2B-DCF7-41A5-9A25-6298114268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6896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2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F4E3007-1C19-4007-A5C1-DDD5ED3C6C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E2398BB4-9823-4D03-8F90-708D371933B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0ECC3A71-70F1-4F9E-9CD7-1C3E338C9C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83DB3DAD-D72F-4850-A3E0-CE26DEBEAFC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972"/>
          <a:stretch/>
        </p:blipFill>
        <p:spPr>
          <a:xfrm>
            <a:off x="524442" y="332974"/>
            <a:ext cx="434408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96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3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67852B2-2896-44F4-AF55-CEE871E748D2}"/>
              </a:ext>
            </a:extLst>
          </p:cNvPr>
          <p:cNvSpPr txBox="1"/>
          <p:nvPr userDrawn="1"/>
        </p:nvSpPr>
        <p:spPr>
          <a:xfrm>
            <a:off x="10179091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B2DEAFB-F122-4779-B99A-FB582EAD7F9E}"/>
              </a:ext>
            </a:extLst>
          </p:cNvPr>
          <p:cNvSpPr/>
          <p:nvPr userDrawn="1"/>
        </p:nvSpPr>
        <p:spPr>
          <a:xfrm>
            <a:off x="521494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E88B220-024C-4A6F-95ED-05B93BF6E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525D2F5B-F353-422E-9605-F1AF80A8169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1EAA480-88BC-4B4B-8411-1C08B9FF53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026A369-AC20-47D4-97D5-01CC5505B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972"/>
          <a:stretch/>
        </p:blipFill>
        <p:spPr>
          <a:xfrm>
            <a:off x="13723938" y="332974"/>
            <a:ext cx="434408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9111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4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706FCFF-9E6C-4962-9DA8-44A85288D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F1CF610-0197-46DC-ACAA-C9E24DA42B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753BB2D-AECF-4736-AA6B-9AF7C261A1F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42A10F5B-11C6-48F8-9EAA-370554DFFA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BC4989A0-1D0E-4D93-8B1B-B431C090B65A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37226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566B11CE-7366-4F19-900A-BF1BD3EF2B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2CA20B9-F60F-45EA-A71A-63C33406C8E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5F7258E8-5EEE-41BC-A766-C5459F5AE71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CB975C40-683D-4BF3-A2D4-C7AC360FC5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9304000E-70C0-40A1-AA99-159C4A36121B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28483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46C5DE1-03AD-457A-98FC-D90BEC62DC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F6031E-C802-4044-BF57-B5270148E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541B8B5-4A34-4941-9A02-3D8AEA86CD1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2" name="Marcador de texto 4">
            <a:extLst>
              <a:ext uri="{FF2B5EF4-FFF2-40B4-BE49-F238E27FC236}">
                <a16:creationId xmlns:a16="http://schemas.microsoft.com/office/drawing/2014/main" id="{570181F8-E3DA-40CA-993C-3FA1859900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094E685F-C14D-482F-9A0A-9F0AB3CA73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0805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2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1EB0F94-859D-44E4-A1AF-507F3F6D3C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3115112"/>
            <a:ext cx="4872037" cy="166008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2CA20B9-F60F-45EA-A71A-63C33406C8E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65DF388-3408-4AF2-9B3A-3FEA357FE26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5209791"/>
            <a:ext cx="4872038" cy="1324359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SzPct val="120000"/>
              <a:defRPr sz="1440"/>
            </a:lvl1pPr>
          </a:lstStyle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1B566430-C516-4659-9CF0-413B388847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17040" y="3115112"/>
            <a:ext cx="4872037" cy="166008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573ECFD9-1700-48BC-9A10-1EEB57FE21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17040" y="5209791"/>
            <a:ext cx="4872038" cy="1324359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SzPct val="120000"/>
              <a:defRPr sz="1440"/>
            </a:lvl1pPr>
          </a:lstStyle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endParaRPr lang="es-ES" dirty="0"/>
          </a:p>
        </p:txBody>
      </p:sp>
      <p:sp>
        <p:nvSpPr>
          <p:cNvPr id="22" name="Marcador de texto 4">
            <a:extLst>
              <a:ext uri="{FF2B5EF4-FFF2-40B4-BE49-F238E27FC236}">
                <a16:creationId xmlns:a16="http://schemas.microsoft.com/office/drawing/2014/main" id="{05E4FB7B-722D-4BE7-8CC0-B75626895D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4" y="2172974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27" name="Marcador de texto 4">
            <a:extLst>
              <a:ext uri="{FF2B5EF4-FFF2-40B4-BE49-F238E27FC236}">
                <a16:creationId xmlns:a16="http://schemas.microsoft.com/office/drawing/2014/main" id="{F9FC69D8-9723-4F59-88B1-B8A228E30E8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17040" y="2172974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29" name="Marcador de texto 6">
            <a:extLst>
              <a:ext uri="{FF2B5EF4-FFF2-40B4-BE49-F238E27FC236}">
                <a16:creationId xmlns:a16="http://schemas.microsoft.com/office/drawing/2014/main" id="{9B86122E-9AF2-4C6E-92FF-49FE1347FD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463" y="4854777"/>
            <a:ext cx="4760912" cy="336157"/>
          </a:xfrm>
        </p:spPr>
        <p:txBody>
          <a:bodyPr lIns="0">
            <a:noAutofit/>
          </a:bodyPr>
          <a:lstStyle>
            <a:lvl1pPr marL="0" indent="0">
              <a:buNone/>
              <a:defRPr sz="1440" b="1"/>
            </a:lvl1pPr>
          </a:lstStyle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sp>
        <p:nvSpPr>
          <p:cNvPr id="30" name="Marcador de texto 6">
            <a:extLst>
              <a:ext uri="{FF2B5EF4-FFF2-40B4-BE49-F238E27FC236}">
                <a16:creationId xmlns:a16="http://schemas.microsoft.com/office/drawing/2014/main" id="{8EE8A48C-F391-4811-929B-692EE60D985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517040" y="4854777"/>
            <a:ext cx="4760912" cy="336157"/>
          </a:xfrm>
        </p:spPr>
        <p:txBody>
          <a:bodyPr lIns="0">
            <a:noAutofit/>
          </a:bodyPr>
          <a:lstStyle>
            <a:lvl1pPr marL="0" indent="0">
              <a:buNone/>
              <a:defRPr sz="1440" b="1"/>
            </a:lvl1pPr>
          </a:lstStyle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1AE249E4-2467-4F87-965C-E68F3597A07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B48D373E-19C2-4CC6-B1E7-2270E696A4BE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677769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3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2FB2A9B4-7A25-4B33-B17C-A256109A75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4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36D8D383-D93A-4BEA-81C5-5D99296574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14020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9DEF0FCB-D24A-41C6-B6B1-2A1A3EA97F9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12051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C51ABAD-344B-4945-9333-5C20ED89FE3B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410E6A35-FD8D-424A-963C-27B2367EF978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texto 4">
            <a:extLst>
              <a:ext uri="{FF2B5EF4-FFF2-40B4-BE49-F238E27FC236}">
                <a16:creationId xmlns:a16="http://schemas.microsoft.com/office/drawing/2014/main" id="{A6690533-EFD2-44B8-9B43-A66D920F5C7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4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18" name="Marcador de texto 4">
            <a:extLst>
              <a:ext uri="{FF2B5EF4-FFF2-40B4-BE49-F238E27FC236}">
                <a16:creationId xmlns:a16="http://schemas.microsoft.com/office/drawing/2014/main" id="{6F4B1AF0-3B4D-48F1-B8BA-5E80B030E5D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14020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19" name="Marcador de texto 4">
            <a:extLst>
              <a:ext uri="{FF2B5EF4-FFF2-40B4-BE49-F238E27FC236}">
                <a16:creationId xmlns:a16="http://schemas.microsoft.com/office/drawing/2014/main" id="{8684ACDC-92BA-4BD5-ACC0-23F86F94CEA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12051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5" name="Gráfico 14">
            <a:extLst>
              <a:ext uri="{FF2B5EF4-FFF2-40B4-BE49-F238E27FC236}">
                <a16:creationId xmlns:a16="http://schemas.microsoft.com/office/drawing/2014/main" id="{0F89C5E3-7842-4B5D-9A6A-5CF3A0E318B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361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2B6BA599-5F15-4877-AA2D-F2A986708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FD03CA6B-5CA5-4C89-B920-7021E2BD3D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81552" y="3506644"/>
            <a:ext cx="2967851" cy="85987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75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66AA8DE-E799-4ECE-B015-6D7A4D7F44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9266" y="3791413"/>
            <a:ext cx="7334672" cy="575103"/>
          </a:xfrm>
        </p:spPr>
        <p:txBody>
          <a:bodyPr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AD3EB5F9-F938-40BF-A1F5-C2F0B3B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6091" y="4376791"/>
            <a:ext cx="7334672" cy="294158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F31B79CC-203A-485E-A8C2-5CF4EF2C6E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1552" y="4450064"/>
            <a:ext cx="3460068" cy="1049036"/>
          </a:xfrm>
        </p:spPr>
        <p:txBody>
          <a:bodyPr>
            <a:noAutofit/>
          </a:bodyPr>
          <a:lstStyle>
            <a:lvl1pPr marL="0" indent="0">
              <a:lnSpc>
                <a:spcPts val="1800"/>
              </a:lnSpc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.</a:t>
            </a:r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288C9D37-B96B-4F74-A547-EEFFABD3F7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6996" y="911225"/>
            <a:ext cx="12813767" cy="2403957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459E2A-3164-49CE-8E2D-6CEA93FB2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5024829-CBD6-4287-87FC-8DF3F1318403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53EBFAFB-103E-4A3C-9756-4659E641544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2" name="Rectángulo 21">
            <a:extLst>
              <a:ext uri="{FF2B5EF4-FFF2-40B4-BE49-F238E27FC236}">
                <a16:creationId xmlns:a16="http://schemas.microsoft.com/office/drawing/2014/main" id="{D1AD40A5-A897-4731-BF12-1367B540BA97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24679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2B6BA599-5F15-4877-AA2D-F2A986708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1D4F7DB-0F2C-408A-ABA7-11AAC130F2AE}"/>
              </a:ext>
            </a:extLst>
          </p:cNvPr>
          <p:cNvSpPr/>
          <p:nvPr userDrawn="1"/>
        </p:nvSpPr>
        <p:spPr>
          <a:xfrm>
            <a:off x="12908496" y="797150"/>
            <a:ext cx="968580" cy="26684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v</a:t>
            </a:r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FD03CA6B-5CA5-4C89-B920-7021E2BD3D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81552" y="3506644"/>
            <a:ext cx="2967851" cy="85987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75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66AA8DE-E799-4ECE-B015-6D7A4D7F44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9266" y="3791413"/>
            <a:ext cx="7334672" cy="585377"/>
          </a:xfrm>
        </p:spPr>
        <p:txBody>
          <a:bodyPr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AD3EB5F9-F938-40BF-A1F5-C2F0B3B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6091" y="4376791"/>
            <a:ext cx="7334672" cy="294158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F31B79CC-203A-485E-A8C2-5CF4EF2C6E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1552" y="4450064"/>
            <a:ext cx="3460068" cy="1049036"/>
          </a:xfrm>
        </p:spPr>
        <p:txBody>
          <a:bodyPr>
            <a:noAutofit/>
          </a:bodyPr>
          <a:lstStyle>
            <a:lvl1pPr marL="0" indent="0">
              <a:lnSpc>
                <a:spcPts val="1800"/>
              </a:lnSpc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.</a:t>
            </a:r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288C9D37-B96B-4F74-A547-EEFFABD3F7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69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459E2A-3164-49CE-8E2D-6CEA93FB2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8EEBCDF9-525E-480A-BD30-3DC3F390867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3072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4" name="Marcador de posición de imagen 7">
            <a:extLst>
              <a:ext uri="{FF2B5EF4-FFF2-40B4-BE49-F238E27FC236}">
                <a16:creationId xmlns:a16="http://schemas.microsoft.com/office/drawing/2014/main" id="{7D4767B1-EEF0-4371-8332-D3584B57D6B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7075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posición de imagen 7">
            <a:extLst>
              <a:ext uri="{FF2B5EF4-FFF2-40B4-BE49-F238E27FC236}">
                <a16:creationId xmlns:a16="http://schemas.microsoft.com/office/drawing/2014/main" id="{7081F02A-6A0D-4B68-9D54-11675DB5A1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8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AF085857-2F63-4136-A540-34D82EA7541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05081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8B3236A-804A-4183-8846-B27391FDDD3F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26" name="Gráfico 25">
            <a:extLst>
              <a:ext uri="{FF2B5EF4-FFF2-40B4-BE49-F238E27FC236}">
                <a16:creationId xmlns:a16="http://schemas.microsoft.com/office/drawing/2014/main" id="{13A9EBC3-242B-40BD-B095-2470C84FBE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8259DAC4-CED6-4B6A-841A-8EDBC7FCA487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40044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4E4C891-5756-47D0-997B-DC9C981D72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20C05316-F7DB-4F8C-8A8D-5AF0984740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14900" y="911225"/>
            <a:ext cx="6400800" cy="320357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posición de imagen 7">
            <a:extLst>
              <a:ext uri="{FF2B5EF4-FFF2-40B4-BE49-F238E27FC236}">
                <a16:creationId xmlns:a16="http://schemas.microsoft.com/office/drawing/2014/main" id="{4DF422DF-D807-4DB2-8BAC-FB9ED7EDF7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711325" y="4918073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F14FF012-533F-48E5-AE0A-E08EA28EC6A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15400" y="4918073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146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6230" y="4280885"/>
            <a:ext cx="3524392" cy="108222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36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EF6AC1CD-A42B-449C-9062-B24D8C18EB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9785" y="5586905"/>
            <a:ext cx="2271326" cy="554251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0"/>
              </a:spcBef>
              <a:buSzPct val="120000"/>
              <a:buFont typeface="Wingdings" panose="05000000000000000000" pitchFamily="2" charset="2"/>
              <a:buChar char="§"/>
              <a:defRPr sz="155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FF27EF60-FC31-487D-AE53-BFC9EC47CA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36359" y="5586905"/>
            <a:ext cx="2271326" cy="554251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0"/>
              </a:spcBef>
              <a:buSzPct val="120000"/>
              <a:buFont typeface="Wingdings" panose="05000000000000000000" pitchFamily="2" charset="2"/>
              <a:buChar char="§"/>
              <a:defRPr sz="155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48634AE-F32A-42A0-9C13-614B9BE2595E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E19F5ADF-2B33-46BA-AF4D-0A33637B192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048F2720-14B1-43D3-99D8-439269AD9D4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14679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146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9149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3152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7155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01911160-1F72-43A5-8571-86587F03E3C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762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463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99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102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05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5108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A0DCA150-0A3B-41D3-8E22-943C3ACECB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8286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463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99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102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05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5108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0" name="Marcador de posición de imagen 7">
            <a:extLst>
              <a:ext uri="{FF2B5EF4-FFF2-40B4-BE49-F238E27FC236}">
                <a16:creationId xmlns:a16="http://schemas.microsoft.com/office/drawing/2014/main" id="{67D034BC-BB8D-49E7-947F-922C5A5DACE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463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C809E736-77B4-449E-910C-BC628E508A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4002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716087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1195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5198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9201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13204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0" name="Marcador de posición de imagen 7">
            <a:extLst>
              <a:ext uri="{FF2B5EF4-FFF2-40B4-BE49-F238E27FC236}">
                <a16:creationId xmlns:a16="http://schemas.microsoft.com/office/drawing/2014/main" id="{67D034BC-BB8D-49E7-947F-922C5A5DACE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463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7FAEAF19-22D9-44E7-96B5-170204E4B50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1320462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7" name="Gráfico 26">
            <a:extLst>
              <a:ext uri="{FF2B5EF4-FFF2-40B4-BE49-F238E27FC236}">
                <a16:creationId xmlns:a16="http://schemas.microsoft.com/office/drawing/2014/main" id="{CCDE9E1A-3233-4FBC-8D0F-9343CD5143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2142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925D4089-B258-44FC-955E-40718A0F12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404AC2F-F741-474A-AAAD-A7DB5C81ABB1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34A037BA-7E00-432A-9890-BBCE257D6A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21265" y="1923482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5939F23-68EC-42A7-A3F4-31F0B13563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15199" y="2174406"/>
            <a:ext cx="5681609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4B278FF-4E7D-4239-B497-A558A37A44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15200" y="2746447"/>
            <a:ext cx="6408738" cy="183317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E00736CE-E999-4D2B-BC2F-789DF823B1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15200" y="4758127"/>
            <a:ext cx="6408738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800"/>
              </a:spcBef>
              <a:buSzPct val="120000"/>
              <a:buFont typeface="Wingdings" panose="05000000000000000000" pitchFamily="2" charset="2"/>
              <a:buChar char="§"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sp>
        <p:nvSpPr>
          <p:cNvPr id="17" name="Marcador de posición de imagen 7">
            <a:extLst>
              <a:ext uri="{FF2B5EF4-FFF2-40B4-BE49-F238E27FC236}">
                <a16:creationId xmlns:a16="http://schemas.microsoft.com/office/drawing/2014/main" id="{6AB76B8A-2AD0-4548-9313-5716AE13D99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12118" y="4108450"/>
            <a:ext cx="4798220" cy="2402682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132D693-3033-44F9-A52D-F0B5E1F45D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07CC5585-C3DF-4916-9254-C8E54F13CF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B22C28A2-32AB-417C-B087-61042DD0D4F6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62406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9007C6-D80E-40B1-B81B-15B51FA6D6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05C30AF-CB23-4780-A834-EF92E7E4CA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5" name="Marcador de posición de imagen 7">
            <a:extLst>
              <a:ext uri="{FF2B5EF4-FFF2-40B4-BE49-F238E27FC236}">
                <a16:creationId xmlns:a16="http://schemas.microsoft.com/office/drawing/2014/main" id="{7093E43B-1BD7-4551-817A-FDBD3494BF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15617" y="1717675"/>
            <a:ext cx="5600700" cy="5600700"/>
          </a:xfrm>
          <a:solidFill>
            <a:schemeClr val="bg1">
              <a:lumMod val="95000"/>
            </a:schemeClr>
          </a:solidFill>
          <a:ln w="635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6" name="Marcador de posición de imagen 7">
            <a:extLst>
              <a:ext uri="{FF2B5EF4-FFF2-40B4-BE49-F238E27FC236}">
                <a16:creationId xmlns:a16="http://schemas.microsoft.com/office/drawing/2014/main" id="{9032E74F-8093-4998-9665-CE7635E8D4B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07379" y="2514600"/>
            <a:ext cx="2400300" cy="3200400"/>
          </a:xfrm>
          <a:solidFill>
            <a:schemeClr val="bg1">
              <a:lumMod val="95000"/>
            </a:schemeClr>
          </a:solidFill>
          <a:ln w="635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4C39D4-3B2B-4DAB-9583-7FE8D14A6D4C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C5C2486-3335-460F-B07F-F035951CCDDD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Título 11">
            <a:extLst>
              <a:ext uri="{FF2B5EF4-FFF2-40B4-BE49-F238E27FC236}">
                <a16:creationId xmlns:a16="http://schemas.microsoft.com/office/drawing/2014/main" id="{F7984858-BC9D-450C-91C7-2F5EC3169F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00150"/>
            <a:ext cx="3995737" cy="1187450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est</a:t>
            </a:r>
            <a:endParaRPr lang="es-E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A0F77EF-0676-46A4-9337-9F2322D962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6463" y="3010284"/>
            <a:ext cx="3995737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100" b="1"/>
            </a:lvl1pPr>
          </a:lstStyle>
          <a:p>
            <a:pPr lvl="0"/>
            <a:r>
              <a:rPr lang="es-ES" dirty="0"/>
              <a:t>CAFYD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C2AE6F78-3D6D-4C25-AAF5-145B5A25787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7833" y="3462657"/>
            <a:ext cx="4091756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600"/>
              </a:lnSpc>
              <a:spcBef>
                <a:spcPts val="600"/>
              </a:spcBef>
              <a:buSzPct val="120000"/>
              <a:buFont typeface="Wingdings" panose="05000000000000000000" pitchFamily="2" charset="2"/>
              <a:buChar char="§"/>
              <a:defRPr sz="18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Actividad Física y Deporte</a:t>
            </a:r>
          </a:p>
          <a:p>
            <a:pPr lvl="0"/>
            <a:r>
              <a:rPr lang="es-ES" dirty="0"/>
              <a:t>Fisioterapia</a:t>
            </a: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BE18D04-5273-4916-9829-330212273F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7833" y="5031142"/>
            <a:ext cx="4091756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600"/>
              </a:lnSpc>
              <a:spcBef>
                <a:spcPts val="600"/>
              </a:spcBef>
              <a:buSzPct val="120000"/>
              <a:buFont typeface="Wingdings" panose="05000000000000000000" pitchFamily="2" charset="2"/>
              <a:buChar char="§"/>
              <a:defRPr sz="18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Farmacia y Biotecnología</a:t>
            </a:r>
          </a:p>
          <a:p>
            <a:pPr lvl="0"/>
            <a:r>
              <a:rPr lang="es-ES" dirty="0"/>
              <a:t>Medicina</a:t>
            </a:r>
          </a:p>
          <a:p>
            <a:pPr lvl="0"/>
            <a:r>
              <a:rPr lang="es-ES" dirty="0"/>
              <a:t>Odontología</a:t>
            </a:r>
          </a:p>
          <a:p>
            <a:pPr lvl="0"/>
            <a:r>
              <a:rPr lang="es-ES" dirty="0"/>
              <a:t>Veterinaria</a:t>
            </a:r>
          </a:p>
          <a:p>
            <a:pPr lvl="0"/>
            <a:r>
              <a:rPr lang="es-ES" dirty="0"/>
              <a:t>Enfermería y Nutrición</a:t>
            </a:r>
          </a:p>
          <a:p>
            <a:pPr lvl="0"/>
            <a:r>
              <a:rPr lang="es-ES" dirty="0"/>
              <a:t>Psicología</a:t>
            </a:r>
          </a:p>
          <a:p>
            <a:pPr lvl="0"/>
            <a:r>
              <a:rPr lang="es-ES" dirty="0"/>
              <a:t>Medio Ambiente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87B63EE3-DE84-4C9B-B732-C8D4030CD9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4600421"/>
            <a:ext cx="3995737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100" b="1"/>
            </a:lvl1pPr>
          </a:lstStyle>
          <a:p>
            <a:pPr lvl="0"/>
            <a:r>
              <a:rPr lang="es-ES" dirty="0"/>
              <a:t>CAFYD</a:t>
            </a:r>
          </a:p>
        </p:txBody>
      </p:sp>
      <p:pic>
        <p:nvPicPr>
          <p:cNvPr id="15" name="Gráfico 14">
            <a:extLst>
              <a:ext uri="{FF2B5EF4-FFF2-40B4-BE49-F238E27FC236}">
                <a16:creationId xmlns:a16="http://schemas.microsoft.com/office/drawing/2014/main" id="{4E02422F-8146-4B7E-AEC6-CD6782F4E5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713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D098634-9C38-4F2F-90BC-838646C47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2" name="Título 11">
            <a:extLst>
              <a:ext uri="{FF2B5EF4-FFF2-40B4-BE49-F238E27FC236}">
                <a16:creationId xmlns:a16="http://schemas.microsoft.com/office/drawing/2014/main" id="{6DF73CA9-D341-47C7-BA29-DE835B1DEC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00150"/>
            <a:ext cx="3995737" cy="1187450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86DD4D6E-018E-4D2C-B73F-7DC52724864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2658463"/>
            <a:ext cx="3221039" cy="379313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</a:t>
            </a:r>
            <a:r>
              <a:rPr lang="es-ES" dirty="0" err="1"/>
              <a:t>qstrum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0CC11F15-A51A-4969-A633-5CFBF74B0B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12664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F4FA38A-F665-431F-A109-0B7C9881BCB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12664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A93BD72-42D1-4CF3-8EA4-00687AC8EA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665157" y="5721537"/>
            <a:ext cx="5621865" cy="118022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</a:t>
            </a:r>
            <a:r>
              <a:rPr lang="es-ES" dirty="0" err="1"/>
              <a:t>qstrum</a:t>
            </a:r>
            <a:r>
              <a:rPr lang="es-ES" dirty="0"/>
              <a:t> q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E9C06FA8-3B73-43E3-9BC5-35A805BD2D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65157" y="5170947"/>
            <a:ext cx="5463821" cy="462209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75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Imus</a:t>
            </a:r>
            <a:r>
              <a:rPr lang="es-ES" dirty="0"/>
              <a:t> </a:t>
            </a:r>
            <a:r>
              <a:rPr lang="es-ES" dirty="0" err="1"/>
              <a:t>deru</a:t>
            </a:r>
            <a:r>
              <a:rPr lang="es-ES" dirty="0"/>
              <a:t> </a:t>
            </a:r>
            <a:r>
              <a:rPr lang="es-ES" dirty="0" err="1"/>
              <a:t>llam</a:t>
            </a:r>
            <a:endParaRPr 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1B956B5-474C-4B72-A097-482CBA58CAF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56215996-BE86-478A-BB7D-A5A5B6715F0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13328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D4355630-7B14-407D-8E28-171203EC85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913328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8CB8B76B-0849-49C7-B74A-F2D429C5C05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312883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833C39CC-E352-4BB2-BDE7-38665F7B02B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312883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75477D0-A98F-4793-B73D-124C47737C0C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6F2A21CC-AD0D-45B5-879F-848E1DF89384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B8F199B5-CC4B-4B07-BC0C-F2F694FE5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422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columna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n 25">
            <a:extLst>
              <a:ext uri="{FF2B5EF4-FFF2-40B4-BE49-F238E27FC236}">
                <a16:creationId xmlns:a16="http://schemas.microsoft.com/office/drawing/2014/main" id="{FE33CE54-4ADA-4CAE-A118-8414E019D8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A5BE6BA0-EF8C-4789-822C-BEE963EC7E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DA10493C-84F1-4EEE-AC24-47D0D50A0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541F3DA4-12C0-417B-8A35-5A21C5692D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512800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549CA5E7-CE4D-4144-A33B-615B80E66B6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512800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B26F822F-19DB-485F-918E-9182FAEE9D4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15200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5A77DDD7-7CA5-4183-81DC-FDEFA856F5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BB59BBE8-7ADF-42A8-A88D-DE4785AC2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00557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B3079E3-2A2F-44FF-80EE-F62C9820AC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0557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3780FA98-8A2D-4AB0-BCB7-3AF138C66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351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posición de imagen 7">
            <a:extLst>
              <a:ext uri="{FF2B5EF4-FFF2-40B4-BE49-F238E27FC236}">
                <a16:creationId xmlns:a16="http://schemas.microsoft.com/office/drawing/2014/main" id="{FEE1D50D-9EF5-4E4F-80DA-C1B761447587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113794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8" name="Marcador de posición de imagen 7">
            <a:extLst>
              <a:ext uri="{FF2B5EF4-FFF2-40B4-BE49-F238E27FC236}">
                <a16:creationId xmlns:a16="http://schemas.microsoft.com/office/drawing/2014/main" id="{5CDBB068-7FD6-4104-9FBE-1725202273B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312237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9" name="Marcador de posición de imagen 7">
            <a:extLst>
              <a:ext uri="{FF2B5EF4-FFF2-40B4-BE49-F238E27FC236}">
                <a16:creationId xmlns:a16="http://schemas.microsoft.com/office/drawing/2014/main" id="{3C9FEC0F-2668-4B32-85C4-26004524F8C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510680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710E39C-7B7A-43D3-8B05-6DA983FD1A7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EFD41441-FCE1-4F3D-A0ED-1BF629F539E9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2143B8ED-23C6-4860-B284-E110999C427E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65BC441D-1CA2-4DBF-BA8D-07C4683C6D1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3620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columnas 0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C4749420-973A-4342-AEE0-ECC11A6080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7" name="Marcador de posición de imagen 7">
            <a:extLst>
              <a:ext uri="{FF2B5EF4-FFF2-40B4-BE49-F238E27FC236}">
                <a16:creationId xmlns:a16="http://schemas.microsoft.com/office/drawing/2014/main" id="{2B6BD71C-4096-4F82-8DB0-FF443C8725E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14744" y="1716881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483706D3-653E-403B-8883-D2CF39104E3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7150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1B580BCD-8739-47BD-9BF7-6D610A0289D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15344" y="17121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0" name="Marcador de posición de imagen 7">
            <a:extLst>
              <a:ext uri="{FF2B5EF4-FFF2-40B4-BE49-F238E27FC236}">
                <a16:creationId xmlns:a16="http://schemas.microsoft.com/office/drawing/2014/main" id="{72D9053C-B7C1-4079-97C4-CD577398C9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156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02BEB712-9524-436F-8DB0-E7213F8A66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2679612"/>
            <a:ext cx="2020445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7826BE1C-13DA-464E-9EE4-E768156895E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102880" y="2221542"/>
            <a:ext cx="1867076" cy="420059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C2E72049-4AE4-4147-A3CB-8F026BC5AAB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14444" y="2221543"/>
            <a:ext cx="2020445" cy="420058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596D7099-6EBD-4045-A8C4-1A6A6EA8708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700820" y="4412536"/>
            <a:ext cx="1864602" cy="452975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A28AD329-F597-40A3-B151-EB8880A9F01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503180" y="4412536"/>
            <a:ext cx="1864602" cy="452975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D435A95-D6D1-4231-9A3E-4617CF48227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700820" y="4862724"/>
            <a:ext cx="1864602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27878A41-CB95-400B-AFDB-0C609F3E30A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354" y="2670563"/>
            <a:ext cx="1864602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DEA2B6A7-2652-47AE-9512-6EAE447D788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927818" y="2992195"/>
            <a:ext cx="1864602" cy="90363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7D8A415-C600-4A55-BF6D-7DD69EBA716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503180" y="4855864"/>
            <a:ext cx="1864602" cy="90363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5" name="Marcador de posición de imagen 7">
            <a:extLst>
              <a:ext uri="{FF2B5EF4-FFF2-40B4-BE49-F238E27FC236}">
                <a16:creationId xmlns:a16="http://schemas.microsoft.com/office/drawing/2014/main" id="{BC0ED2C7-26B9-41CC-91AD-F983635A2AC7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44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55D377DC-1BD4-48F7-9F8B-253DBAC6D65D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455CCC6-D7A2-4FF0-AC4D-19A4B2C0357D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3B0E2CF-7B5F-4FF7-B687-252D0678CFB3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F163992A-DF44-4D05-8EDB-A335469ABE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927818" y="2221542"/>
            <a:ext cx="1867076" cy="420059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pic>
        <p:nvPicPr>
          <p:cNvPr id="31" name="Gráfico 30">
            <a:extLst>
              <a:ext uri="{FF2B5EF4-FFF2-40B4-BE49-F238E27FC236}">
                <a16:creationId xmlns:a16="http://schemas.microsoft.com/office/drawing/2014/main" id="{C28FE2A7-9CDA-44EF-AE7C-DC54CC0048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6473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BE9038AD-4F25-484C-9C95-556EBB4B89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C28975C6-F89B-46A1-8ECE-1CE87E0387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486D824-9395-4AA4-A4E6-32321C8C2AC5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7A419E7-3AC3-4FD2-8114-8904F031B63C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AAE88CC5-4677-4714-84F3-21D91E0FC00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514947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0" name="Marcador de posición de imagen 7">
            <a:extLst>
              <a:ext uri="{FF2B5EF4-FFF2-40B4-BE49-F238E27FC236}">
                <a16:creationId xmlns:a16="http://schemas.microsoft.com/office/drawing/2014/main" id="{2B61235B-D928-4119-BD1E-B6FF4B4CF92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13074" y="41148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posición de imagen 7">
            <a:extLst>
              <a:ext uri="{FF2B5EF4-FFF2-40B4-BE49-F238E27FC236}">
                <a16:creationId xmlns:a16="http://schemas.microsoft.com/office/drawing/2014/main" id="{B8938292-5682-4E13-BED5-423F843591F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03975" y="17145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28DCFB5F-D0E2-4D64-9DCE-B4916B44634B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7312821" y="4913312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8DA2106E-067F-447B-B878-CE7CA1C2046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514947" y="17145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4" name="Marcador de posición de imagen 7">
            <a:extLst>
              <a:ext uri="{FF2B5EF4-FFF2-40B4-BE49-F238E27FC236}">
                <a16:creationId xmlns:a16="http://schemas.microsoft.com/office/drawing/2014/main" id="{33664C4B-3043-462E-8507-E1E80D9C849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106101" y="915988"/>
            <a:ext cx="2411600" cy="3997324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5" name="Marcador de posición de imagen 7">
            <a:extLst>
              <a:ext uri="{FF2B5EF4-FFF2-40B4-BE49-F238E27FC236}">
                <a16:creationId xmlns:a16="http://schemas.microsoft.com/office/drawing/2014/main" id="{343CE43E-28E9-477C-A5E5-C851AD23007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1702785" y="1714500"/>
            <a:ext cx="2411600" cy="3997324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5B12E5B8-D748-4E62-BC7E-C6BC70F186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0036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3E83959-CC60-4784-8801-76D3F62B8A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DA10493C-84F1-4EEE-AC24-47D0D50A0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3780FA98-8A2D-4AB0-BCB7-3AF138C66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809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posición de imagen 7">
            <a:extLst>
              <a:ext uri="{FF2B5EF4-FFF2-40B4-BE49-F238E27FC236}">
                <a16:creationId xmlns:a16="http://schemas.microsoft.com/office/drawing/2014/main" id="{9B7EE6F7-5DD1-4328-A105-7EE021AF752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4115253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4A82BA9A-73BC-4751-94CD-B4947A2EC9D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110081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33529615-CAB1-40F7-910D-B5988DA2A4F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313699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531B6A6B-EDF3-44B1-B8FD-71880D1D4A0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517317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31" name="Marcador de posición de imagen 7">
            <a:extLst>
              <a:ext uri="{FF2B5EF4-FFF2-40B4-BE49-F238E27FC236}">
                <a16:creationId xmlns:a16="http://schemas.microsoft.com/office/drawing/2014/main" id="{ECAD0CE9-C014-473B-B81E-D00278C0EDA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0514142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32" name="Marcador de posición de imagen 7">
            <a:extLst>
              <a:ext uri="{FF2B5EF4-FFF2-40B4-BE49-F238E27FC236}">
                <a16:creationId xmlns:a16="http://schemas.microsoft.com/office/drawing/2014/main" id="{72034AD0-67BB-4325-86C0-147FA927D81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7314697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33" name="Título 11">
            <a:extLst>
              <a:ext uri="{FF2B5EF4-FFF2-40B4-BE49-F238E27FC236}">
                <a16:creationId xmlns:a16="http://schemas.microsoft.com/office/drawing/2014/main" id="{D69F669D-28FA-4B0C-BB9C-7D685998ED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4" y="1694833"/>
            <a:ext cx="4240890" cy="625828"/>
          </a:xfrm>
        </p:spPr>
        <p:txBody>
          <a:bodyPr lIns="0">
            <a:noAutofit/>
          </a:bodyPr>
          <a:lstStyle>
            <a:lvl1pPr>
              <a:defRPr sz="46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6" name="Marcador de número de diapositiva 2">
            <a:extLst>
              <a:ext uri="{FF2B5EF4-FFF2-40B4-BE49-F238E27FC236}">
                <a16:creationId xmlns:a16="http://schemas.microsoft.com/office/drawing/2014/main" id="{E500FB5D-351F-4575-B7EF-810D1F51C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613F3599-100D-4EDE-B625-2E2870DC607E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FE9D57-2BEB-4433-B31D-D8E3AE3E3FAE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2" name="Gráfico 21">
            <a:extLst>
              <a:ext uri="{FF2B5EF4-FFF2-40B4-BE49-F238E27FC236}">
                <a16:creationId xmlns:a16="http://schemas.microsoft.com/office/drawing/2014/main" id="{42EB7D3F-F701-4629-95CA-4222EB2282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5135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EDAE9AC-0B11-4609-A9F3-836E7EDB8C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1" name="Título 11">
            <a:extLst>
              <a:ext uri="{FF2B5EF4-FFF2-40B4-BE49-F238E27FC236}">
                <a16:creationId xmlns:a16="http://schemas.microsoft.com/office/drawing/2014/main" id="{C35EAEC0-F4A2-4FAD-BDFC-45B79A41E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552503"/>
            <a:ext cx="4811360" cy="1017545"/>
          </a:xfrm>
        </p:spPr>
        <p:txBody>
          <a:bodyPr lIns="0" anchor="t">
            <a:noAutofit/>
          </a:bodyPr>
          <a:lstStyle>
            <a:lvl1pPr>
              <a:defRPr sz="36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,</a:t>
            </a:r>
            <a:br>
              <a:rPr lang="es-ES" dirty="0"/>
            </a:br>
            <a:r>
              <a:rPr lang="es-ES" dirty="0"/>
              <a:t>dolor </a:t>
            </a:r>
            <a:r>
              <a:rPr lang="es-ES" dirty="0" err="1"/>
              <a:t>est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2C19EA0-FEE8-45CC-9FD5-DFBD52A410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16985" y="3695700"/>
            <a:ext cx="2424638" cy="493526"/>
          </a:xfrm>
        </p:spPr>
        <p:txBody>
          <a:bodyPr lIns="0">
            <a:no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 sz="1050" b="0">
                <a:solidFill>
                  <a:srgbClr val="7D7878"/>
                </a:solidFill>
              </a:defRPr>
            </a:lvl1pPr>
          </a:lstStyle>
          <a:p>
            <a:pPr lvl="0"/>
            <a:r>
              <a:rPr lang="es-ES" dirty="0"/>
              <a:t>Campus </a:t>
            </a:r>
            <a:r>
              <a:rPr lang="es-ES" dirty="0" err="1"/>
              <a:t>Villaciciosa</a:t>
            </a:r>
            <a:r>
              <a:rPr lang="es-ES" dirty="0"/>
              <a:t> de Odón</a:t>
            </a:r>
          </a:p>
          <a:p>
            <a:pPr lvl="0"/>
            <a:r>
              <a:rPr lang="es-ES" dirty="0"/>
              <a:t>Campus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E91D8595-2E68-4BF7-8A44-C2F3954E16C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844669" y="3469818"/>
            <a:ext cx="2949354" cy="22588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00" b="1">
                <a:solidFill>
                  <a:srgbClr val="504B4B"/>
                </a:solidFill>
              </a:defRPr>
            </a:lvl1pPr>
          </a:lstStyle>
          <a:p>
            <a:pPr lvl="0"/>
            <a:r>
              <a:rPr lang="es-ES" dirty="0"/>
              <a:t>Universidad </a:t>
            </a:r>
            <a:r>
              <a:rPr lang="es-ES" dirty="0" err="1"/>
              <a:t>Euripea</a:t>
            </a:r>
            <a:r>
              <a:rPr lang="es-ES" dirty="0"/>
              <a:t> de Madrid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F56DA75-FAAD-482B-9A3D-89FD62DA8BC6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43A20FD-3088-4C08-A896-40C73FCB5BA3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629E4406-5AB3-40E1-AE60-3E9D5E3BE0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1271302C-5883-42E5-890D-1DFC7529C145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52213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n 21">
            <a:extLst>
              <a:ext uri="{FF2B5EF4-FFF2-40B4-BE49-F238E27FC236}">
                <a16:creationId xmlns:a16="http://schemas.microsoft.com/office/drawing/2014/main" id="{AC068F99-764F-424E-8024-130EAA167B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FB1D499-716A-4201-8286-436D35BCDF83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A78FCA1D-CCE6-4157-8F93-C7B67280B1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6463" y="2164756"/>
            <a:ext cx="3160712" cy="683816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9B153C2-A5A2-4A37-B4C4-93BE5322D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082449"/>
            <a:ext cx="4043094" cy="295185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.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19" name="Marcador de medios 18">
            <a:extLst>
              <a:ext uri="{FF2B5EF4-FFF2-40B4-BE49-F238E27FC236}">
                <a16:creationId xmlns:a16="http://schemas.microsoft.com/office/drawing/2014/main" id="{169C610A-8CEB-49BD-A02C-33C7C6C6EFDD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5708651" y="1709737"/>
            <a:ext cx="8001000" cy="48006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 vert="horz" lIns="91440" tIns="45720" rIns="91440" bIns="45720" rtlCol="0">
            <a:normAutofit/>
          </a:bodyPr>
          <a:lstStyle>
            <a:lvl1pPr>
              <a:defRPr lang="es-ES" dirty="0"/>
            </a:lvl1pPr>
          </a:lstStyle>
          <a:p>
            <a:pPr lv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ADB0-29E8-4183-AE20-D83159E4C07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6E7B0EF-E60B-4C99-93CC-1F4F6D612EB6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02E95C61-5472-48C9-8E90-F334A42CE1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1350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976856B-1B10-45A4-B212-5F51115827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FB1D499-716A-4201-8286-436D35BCDF83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A78FCA1D-CCE6-4157-8F93-C7B67280B1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312845" y="2441186"/>
            <a:ext cx="2411093" cy="1216413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br>
              <a:rPr lang="es-ES" dirty="0"/>
            </a:br>
            <a:r>
              <a:rPr lang="es-ES" dirty="0"/>
              <a:t>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9B153C2-A5A2-4A37-B4C4-93BE5322D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312845" y="3745440"/>
            <a:ext cx="2377226" cy="274231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ex, </a:t>
            </a:r>
            <a:r>
              <a:rPr lang="es-ES" dirty="0" err="1"/>
              <a:t>ullabore</a:t>
            </a:r>
            <a:r>
              <a:rPr lang="es-ES" dirty="0"/>
              <a:t>..</a:t>
            </a:r>
          </a:p>
        </p:txBody>
      </p:sp>
      <p:sp>
        <p:nvSpPr>
          <p:cNvPr id="19" name="Marcador de medios 18">
            <a:extLst>
              <a:ext uri="{FF2B5EF4-FFF2-40B4-BE49-F238E27FC236}">
                <a16:creationId xmlns:a16="http://schemas.microsoft.com/office/drawing/2014/main" id="{169C610A-8CEB-49BD-A02C-33C7C6C6EFDD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911226" y="1712912"/>
            <a:ext cx="9601200" cy="56007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 vert="horz" lIns="91440" tIns="45720" rIns="91440" bIns="45720" rtlCol="0">
            <a:normAutofit/>
          </a:bodyPr>
          <a:lstStyle>
            <a:lvl1pPr>
              <a:defRPr lang="es-ES" dirty="0"/>
            </a:lvl1pPr>
          </a:lstStyle>
          <a:p>
            <a:pPr lv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ADB0-29E8-4183-AE20-D83159E4C07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6E7B0EF-E60B-4C99-93CC-1F4F6D612EB6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31E16921-0A8F-4550-9360-FF9B9DC96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7362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roj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6813DD7-5AAB-469F-A55F-E0B0879C14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0F9259F-958B-42DA-8086-83650D25877B}"/>
              </a:ext>
            </a:extLst>
          </p:cNvPr>
          <p:cNvSpPr/>
          <p:nvPr userDrawn="1"/>
        </p:nvSpPr>
        <p:spPr>
          <a:xfrm>
            <a:off x="9708797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12ED80D-9979-4A2A-A7AF-1A927F9FF1EE}"/>
              </a:ext>
            </a:extLst>
          </p:cNvPr>
          <p:cNvSpPr/>
          <p:nvPr userDrawn="1"/>
        </p:nvSpPr>
        <p:spPr>
          <a:xfrm>
            <a:off x="5717823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4B03785-BFD2-44C5-BB4E-3B16BD97B804}"/>
              </a:ext>
            </a:extLst>
          </p:cNvPr>
          <p:cNvSpPr/>
          <p:nvPr userDrawn="1"/>
        </p:nvSpPr>
        <p:spPr>
          <a:xfrm>
            <a:off x="1712244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20611"/>
            <a:ext cx="7390870" cy="625828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7D66B800-7A66-4A48-A91A-7D0987C034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04624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17103512-22F3-4B94-A25D-048AE848AB3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04624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D38D5DB7-327A-41B5-90F2-CBC66EE13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17823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135959A0-73A1-4A20-8540-8FF5678BCD7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17823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0255EA5E-DA24-4DFD-B54F-784F7AF35D5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731022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6E9F5C62-B4A7-41AD-B76A-EE9A620CFDB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731022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A4665B7-FA7B-481D-B03C-01821A72BCB7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8" name="Marcador de número de diapositiva 1">
            <a:extLst>
              <a:ext uri="{FF2B5EF4-FFF2-40B4-BE49-F238E27FC236}">
                <a16:creationId xmlns:a16="http://schemas.microsoft.com/office/drawing/2014/main" id="{8D50867C-CB97-40D7-9852-5217F1B68BFA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39C77E3-4418-4CF8-8DB6-6EAEF652764C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35B930F3-1326-4124-9326-5D4EF0AF7D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8539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rojo 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E0E9459-B8E5-4C8D-B2B6-4F0E78FC7B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2321558"/>
            <a:ext cx="4811360" cy="1017545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5A5DA2D-4E6F-40F0-8594-B41F695D394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46685" y="2734672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6F9A1F28-DDBB-46FB-AD57-A8D447F094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746686" y="2251915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616193"/>
            <a:ext cx="5699820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640C55DC-E61D-45D3-A700-DB5918588A9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947549" y="2734672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24A76FCA-CB34-4B58-8F61-D8981ED6F85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947550" y="2251915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952B7A81-FFDE-4C63-97B3-995F4AC8BA8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746685" y="6039330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65652406-D231-444A-977F-5CA411D79B7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46686" y="5556573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E4D2A615-C2E7-4A9B-A1AA-BB9CE7C687C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47549" y="6039330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672FC0A1-441D-4DF9-82A5-463E836C04E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947550" y="5556573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44EF380-0C7D-45AD-A55E-F881B7F6A929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6" name="Marcador de número de diapositiva 1">
            <a:extLst>
              <a:ext uri="{FF2B5EF4-FFF2-40B4-BE49-F238E27FC236}">
                <a16:creationId xmlns:a16="http://schemas.microsoft.com/office/drawing/2014/main" id="{557DF84F-68CD-4ED4-AF98-9ED42A626691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4620D0E-5FB3-4449-B3FB-098759747B01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AD7ECDB-3C05-4359-9990-A2DC139303D4}"/>
              </a:ext>
            </a:extLst>
          </p:cNvPr>
          <p:cNvSpPr/>
          <p:nvPr userDrawn="1"/>
        </p:nvSpPr>
        <p:spPr>
          <a:xfrm>
            <a:off x="762000" y="704851"/>
            <a:ext cx="1917700" cy="1100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13820B1A-6554-4612-97C5-B3400B6E69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87469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col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26986D22-5C54-45CD-801F-AFB0BE2900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5A5DA2D-4E6F-40F0-8594-B41F695D394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87781" y="2259914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616193"/>
            <a:ext cx="5699820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114F4AE1-74F7-4029-901C-5429DFBF3F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87781" y="1948037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2BD66F45-9FAC-43B8-83DB-5241323618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991071" y="2259914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5" name="Marcador de texto 17">
            <a:extLst>
              <a:ext uri="{FF2B5EF4-FFF2-40B4-BE49-F238E27FC236}">
                <a16:creationId xmlns:a16="http://schemas.microsoft.com/office/drawing/2014/main" id="{1713EFFF-367D-483D-B0D0-22B12F47843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991071" y="1948037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6" name="Marcador de texto 17">
            <a:extLst>
              <a:ext uri="{FF2B5EF4-FFF2-40B4-BE49-F238E27FC236}">
                <a16:creationId xmlns:a16="http://schemas.microsoft.com/office/drawing/2014/main" id="{F071EB78-1826-4A44-AEF0-39004E6D4A0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787781" y="5475053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8" name="Marcador de texto 17">
            <a:extLst>
              <a:ext uri="{FF2B5EF4-FFF2-40B4-BE49-F238E27FC236}">
                <a16:creationId xmlns:a16="http://schemas.microsoft.com/office/drawing/2014/main" id="{3DE0E9A8-85D2-4F48-8695-20F26F12159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787781" y="5163176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9" name="Marcador de texto 17">
            <a:extLst>
              <a:ext uri="{FF2B5EF4-FFF2-40B4-BE49-F238E27FC236}">
                <a16:creationId xmlns:a16="http://schemas.microsoft.com/office/drawing/2014/main" id="{C83C1353-E0DC-4E36-A5D1-984917E34A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991071" y="5475053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41" name="Marcador de texto 17">
            <a:extLst>
              <a:ext uri="{FF2B5EF4-FFF2-40B4-BE49-F238E27FC236}">
                <a16:creationId xmlns:a16="http://schemas.microsoft.com/office/drawing/2014/main" id="{DEEB8856-EE5D-4CF9-8422-8DF5732787B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991071" y="5163176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42" name="Marcador de texto 13">
            <a:extLst>
              <a:ext uri="{FF2B5EF4-FFF2-40B4-BE49-F238E27FC236}">
                <a16:creationId xmlns:a16="http://schemas.microsoft.com/office/drawing/2014/main" id="{05A97F12-6419-488E-A7B5-B28ED4F8302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89209" y="154895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44" name="Marcador de texto 13">
            <a:extLst>
              <a:ext uri="{FF2B5EF4-FFF2-40B4-BE49-F238E27FC236}">
                <a16:creationId xmlns:a16="http://schemas.microsoft.com/office/drawing/2014/main" id="{E7B7397E-2949-4E2A-A0F9-0545C37ED0C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992499" y="154895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50" name="Marcador de texto 13">
            <a:extLst>
              <a:ext uri="{FF2B5EF4-FFF2-40B4-BE49-F238E27FC236}">
                <a16:creationId xmlns:a16="http://schemas.microsoft.com/office/drawing/2014/main" id="{ED5C1BF5-6AEE-4349-A55B-2C4F2ADD31A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789209" y="476571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51" name="Marcador de texto 13">
            <a:extLst>
              <a:ext uri="{FF2B5EF4-FFF2-40B4-BE49-F238E27FC236}">
                <a16:creationId xmlns:a16="http://schemas.microsoft.com/office/drawing/2014/main" id="{50C8F75C-7C29-46CF-B324-1C8F560B86D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0992499" y="476571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BE59D96-9295-4622-A2F5-BC31E553C212}"/>
              </a:ext>
            </a:extLst>
          </p:cNvPr>
          <p:cNvSpPr/>
          <p:nvPr userDrawn="1"/>
        </p:nvSpPr>
        <p:spPr>
          <a:xfrm>
            <a:off x="762000" y="704851"/>
            <a:ext cx="1917700" cy="1100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Título 11">
            <a:extLst>
              <a:ext uri="{FF2B5EF4-FFF2-40B4-BE49-F238E27FC236}">
                <a16:creationId xmlns:a16="http://schemas.microsoft.com/office/drawing/2014/main" id="{723D5B36-331C-4482-AD00-C5437D3DE7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2321558"/>
            <a:ext cx="4811360" cy="1017545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pic>
        <p:nvPicPr>
          <p:cNvPr id="29" name="Gráfico 28">
            <a:extLst>
              <a:ext uri="{FF2B5EF4-FFF2-40B4-BE49-F238E27FC236}">
                <a16:creationId xmlns:a16="http://schemas.microsoft.com/office/drawing/2014/main" id="{9719C574-7BFB-4E22-84A0-31F8CC084D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0614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824DF03-CD42-4A06-902D-2CFAE7AC68F7}"/>
              </a:ext>
            </a:extLst>
          </p:cNvPr>
          <p:cNvSpPr/>
          <p:nvPr userDrawn="1"/>
        </p:nvSpPr>
        <p:spPr>
          <a:xfrm>
            <a:off x="906463" y="911225"/>
            <a:ext cx="6400800" cy="64008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5C482E9-DB7E-4E5B-BA87-D9F67A4F4A1E}"/>
              </a:ext>
            </a:extLst>
          </p:cNvPr>
          <p:cNvSpPr/>
          <p:nvPr userDrawn="1"/>
        </p:nvSpPr>
        <p:spPr>
          <a:xfrm>
            <a:off x="1714625" y="2513628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FC17E0-72CD-481B-9A93-9E53EF563B11}"/>
              </a:ext>
            </a:extLst>
          </p:cNvPr>
          <p:cNvSpPr/>
          <p:nvPr userDrawn="1"/>
        </p:nvSpPr>
        <p:spPr>
          <a:xfrm>
            <a:off x="1714625" y="4115773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4BF7557-8BC4-49E3-A1E8-E0AD0AF9C072}"/>
              </a:ext>
            </a:extLst>
          </p:cNvPr>
          <p:cNvSpPr/>
          <p:nvPr userDrawn="1"/>
        </p:nvSpPr>
        <p:spPr>
          <a:xfrm>
            <a:off x="1714625" y="5717918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texto 17">
            <a:extLst>
              <a:ext uri="{FF2B5EF4-FFF2-40B4-BE49-F238E27FC236}">
                <a16:creationId xmlns:a16="http://schemas.microsoft.com/office/drawing/2014/main" id="{44FEA7C6-9E21-48A4-8632-8CE1CE41E2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701574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3" name="Marcador de posición de imagen 24">
            <a:extLst>
              <a:ext uri="{FF2B5EF4-FFF2-40B4-BE49-F238E27FC236}">
                <a16:creationId xmlns:a16="http://schemas.microsoft.com/office/drawing/2014/main" id="{2F8E84F3-47FC-4077-886B-0B0747590637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8266291" y="2697163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4" name="Marcador de posición de imagen 24">
            <a:extLst>
              <a:ext uri="{FF2B5EF4-FFF2-40B4-BE49-F238E27FC236}">
                <a16:creationId xmlns:a16="http://schemas.microsoft.com/office/drawing/2014/main" id="{5EF62040-F1E4-4BE2-AFB5-9DF139E3A54D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266291" y="4277644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5" name="Marcador de posición de imagen 24">
            <a:extLst>
              <a:ext uri="{FF2B5EF4-FFF2-40B4-BE49-F238E27FC236}">
                <a16:creationId xmlns:a16="http://schemas.microsoft.com/office/drawing/2014/main" id="{4298C36A-2619-48EC-986C-B14C84BC169C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266291" y="5858126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45D8212-2D59-45F8-B871-FAAAE828E27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18419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2AFD9B32-D2CF-4B3F-A275-6E2599A28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701574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819E5421-DA47-48D8-95D5-1C2FE4C871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01574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8EEAAABC-7AC3-4E3E-9159-899BA54C1F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01574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50A7003E-2CA9-4736-92E2-0A334553D23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01574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92D9D4B3-1E28-4271-8722-5B476076907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01574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C4F3919-61CE-4A8B-85D6-C871DE91FD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47529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096FDC23-32F9-4A15-8C0F-2FA62606F72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47529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44B68AA-A664-4CDB-9244-7439A1BBEB3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147529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E8F7D17C-956D-401B-B279-2A0E1A7FDA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47529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042A179C-1060-4856-8F5D-63184A6E3BA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147529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56D8F0E5-A6E8-4BB3-BE7E-067D7C752D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147529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EFD3DBCB-37D1-496C-A04E-BA7E970F4A2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29253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8985D4F-DA9A-4115-90BA-E38ACC75A041}"/>
              </a:ext>
            </a:extLst>
          </p:cNvPr>
          <p:cNvSpPr/>
          <p:nvPr userDrawn="1"/>
        </p:nvSpPr>
        <p:spPr>
          <a:xfrm>
            <a:off x="8114896" y="2513628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46DE56-E459-4EB6-9BA9-089C84D8957C}"/>
              </a:ext>
            </a:extLst>
          </p:cNvPr>
          <p:cNvSpPr/>
          <p:nvPr userDrawn="1"/>
        </p:nvSpPr>
        <p:spPr>
          <a:xfrm>
            <a:off x="8114896" y="4115773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25B9C34-BEED-48EF-A8F3-98A25182117F}"/>
              </a:ext>
            </a:extLst>
          </p:cNvPr>
          <p:cNvSpPr/>
          <p:nvPr userDrawn="1"/>
        </p:nvSpPr>
        <p:spPr>
          <a:xfrm>
            <a:off x="8114896" y="5717918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Marcador de número de diapositiva 1">
            <a:extLst>
              <a:ext uri="{FF2B5EF4-FFF2-40B4-BE49-F238E27FC236}">
                <a16:creationId xmlns:a16="http://schemas.microsoft.com/office/drawing/2014/main" id="{3F5AFE29-57E8-44B6-95C3-325867DAB7CB}"/>
              </a:ext>
            </a:extLst>
          </p:cNvPr>
          <p:cNvSpPr>
            <a:spLocks noGrp="1"/>
          </p:cNvSpPr>
          <p:nvPr>
            <p:ph type="sldNum" sz="quarter" idx="4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1B49E63-FC43-4C91-8FAE-D96ABF4EAE1B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48AA2A31-78C4-4001-B6AF-8BA37522F1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660537A4-C76C-4244-8BC8-83969F081D8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74263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824DF03-CD42-4A06-902D-2CFAE7AC68F7}"/>
              </a:ext>
            </a:extLst>
          </p:cNvPr>
          <p:cNvSpPr/>
          <p:nvPr userDrawn="1"/>
        </p:nvSpPr>
        <p:spPr>
          <a:xfrm>
            <a:off x="906463" y="911225"/>
            <a:ext cx="6400800" cy="64008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5C482E9-DB7E-4E5B-BA87-D9F67A4F4A1E}"/>
              </a:ext>
            </a:extLst>
          </p:cNvPr>
          <p:cNvSpPr/>
          <p:nvPr userDrawn="1"/>
        </p:nvSpPr>
        <p:spPr>
          <a:xfrm>
            <a:off x="1714625" y="2513628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FC17E0-72CD-481B-9A93-9E53EF563B11}"/>
              </a:ext>
            </a:extLst>
          </p:cNvPr>
          <p:cNvSpPr/>
          <p:nvPr userDrawn="1"/>
        </p:nvSpPr>
        <p:spPr>
          <a:xfrm>
            <a:off x="1714625" y="4115773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4BF7557-8BC4-49E3-A1E8-E0AD0AF9C072}"/>
              </a:ext>
            </a:extLst>
          </p:cNvPr>
          <p:cNvSpPr/>
          <p:nvPr userDrawn="1"/>
        </p:nvSpPr>
        <p:spPr>
          <a:xfrm>
            <a:off x="1714625" y="5717918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texto 17">
            <a:extLst>
              <a:ext uri="{FF2B5EF4-FFF2-40B4-BE49-F238E27FC236}">
                <a16:creationId xmlns:a16="http://schemas.microsoft.com/office/drawing/2014/main" id="{44FEA7C6-9E21-48A4-8632-8CE1CE41E2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701574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45D8212-2D59-45F8-B871-FAAAE828E27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18419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2AFD9B32-D2CF-4B3F-A275-6E2599A28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701574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819E5421-DA47-48D8-95D5-1C2FE4C871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01574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8EEAAABC-7AC3-4E3E-9159-899BA54C1F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01574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50A7003E-2CA9-4736-92E2-0A334553D23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01574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92D9D4B3-1E28-4271-8722-5B476076907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01574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C4F3919-61CE-4A8B-85D6-C871DE91FD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47529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096FDC23-32F9-4A15-8C0F-2FA62606F72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47529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44B68AA-A664-4CDB-9244-7439A1BBEB3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147529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E8F7D17C-956D-401B-B279-2A0E1A7FDA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47529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042A179C-1060-4856-8F5D-63184A6E3BA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147529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56D8F0E5-A6E8-4BB3-BE7E-067D7C752D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147529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EFD3DBCB-37D1-496C-A04E-BA7E970F4A2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29253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8985D4F-DA9A-4115-90BA-E38ACC75A041}"/>
              </a:ext>
            </a:extLst>
          </p:cNvPr>
          <p:cNvSpPr/>
          <p:nvPr userDrawn="1"/>
        </p:nvSpPr>
        <p:spPr>
          <a:xfrm>
            <a:off x="8114896" y="2513628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46DE56-E459-4EB6-9BA9-089C84D8957C}"/>
              </a:ext>
            </a:extLst>
          </p:cNvPr>
          <p:cNvSpPr/>
          <p:nvPr userDrawn="1"/>
        </p:nvSpPr>
        <p:spPr>
          <a:xfrm>
            <a:off x="8114896" y="4115773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25B9C34-BEED-48EF-A8F3-98A25182117F}"/>
              </a:ext>
            </a:extLst>
          </p:cNvPr>
          <p:cNvSpPr/>
          <p:nvPr userDrawn="1"/>
        </p:nvSpPr>
        <p:spPr>
          <a:xfrm>
            <a:off x="8114896" y="5717918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Marcador de número de diapositiva 1">
            <a:extLst>
              <a:ext uri="{FF2B5EF4-FFF2-40B4-BE49-F238E27FC236}">
                <a16:creationId xmlns:a16="http://schemas.microsoft.com/office/drawing/2014/main" id="{3F5AFE29-57E8-44B6-95C3-325867DAB7CB}"/>
              </a:ext>
            </a:extLst>
          </p:cNvPr>
          <p:cNvSpPr>
            <a:spLocks noGrp="1"/>
          </p:cNvSpPr>
          <p:nvPr>
            <p:ph type="sldNum" sz="quarter" idx="4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3DDD1BB-63FF-4264-945F-3B314173210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826DE4F1-0500-456A-9AEE-766BEA0D27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047CC7ED-54B8-4D1D-B00C-D69B01F0733A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550348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0601"/>
            <a:ext cx="3309937" cy="1803899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/>
              <a:t>Estilo</a:t>
            </a:r>
            <a:br>
              <a:rPr lang="es-ES" dirty="0"/>
            </a:br>
            <a:r>
              <a:rPr lang="es-ES" dirty="0"/>
              <a:t>de gráfico de barras I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263021"/>
            <a:ext cx="4745037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Conepos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Marcador de gráfico 6">
            <a:extLst>
              <a:ext uri="{FF2B5EF4-FFF2-40B4-BE49-F238E27FC236}">
                <a16:creationId xmlns:a16="http://schemas.microsoft.com/office/drawing/2014/main" id="{7201564A-7529-4B1F-B62A-73FAF73E875E}"/>
              </a:ext>
            </a:extLst>
          </p:cNvPr>
          <p:cNvSpPr>
            <a:spLocks noGrp="1"/>
          </p:cNvSpPr>
          <p:nvPr>
            <p:ph type="chart" sz="quarter" idx="31"/>
          </p:nvPr>
        </p:nvSpPr>
        <p:spPr>
          <a:xfrm>
            <a:off x="6140450" y="1719155"/>
            <a:ext cx="7583488" cy="5599220"/>
          </a:xfrm>
        </p:spPr>
        <p:txBody>
          <a:bodyPr/>
          <a:lstStyle/>
          <a:p>
            <a:endParaRPr lang="es-ES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6E2181E-8ABD-4C68-97CA-BF860F11CA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80089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0601"/>
            <a:ext cx="5278437" cy="879431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/>
              <a:t>Estilo tabla I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tabla 2">
            <a:extLst>
              <a:ext uri="{FF2B5EF4-FFF2-40B4-BE49-F238E27FC236}">
                <a16:creationId xmlns:a16="http://schemas.microsoft.com/office/drawing/2014/main" id="{06B5FEDA-2675-4177-AA01-B26A0E6450C6}"/>
              </a:ext>
            </a:extLst>
          </p:cNvPr>
          <p:cNvSpPr>
            <a:spLocks noGrp="1"/>
          </p:cNvSpPr>
          <p:nvPr>
            <p:ph type="tbl" sz="quarter" idx="31"/>
          </p:nvPr>
        </p:nvSpPr>
        <p:spPr>
          <a:xfrm>
            <a:off x="906463" y="2514600"/>
            <a:ext cx="12817474" cy="4803775"/>
          </a:xfrm>
        </p:spPr>
        <p:txBody>
          <a:bodyPr/>
          <a:lstStyle/>
          <a:p>
            <a:endParaRPr lang="es-ES"/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B63D23CB-FADD-4E51-B607-9F895E3383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50099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1FA62221-C641-42BD-85C5-560FB62FCE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450A57E-6C25-44CF-9946-8E51E495D6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EACB8DF-60BA-4C55-8790-127B9DB59323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C8DE8CD-D0F4-421F-8259-A29997BBF572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Título 11">
            <a:extLst>
              <a:ext uri="{FF2B5EF4-FFF2-40B4-BE49-F238E27FC236}">
                <a16:creationId xmlns:a16="http://schemas.microsoft.com/office/drawing/2014/main" id="{E6467823-04AD-499F-9EBF-6BAE54012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2163" y="5204458"/>
            <a:ext cx="3284537" cy="1017545"/>
          </a:xfrm>
        </p:spPr>
        <p:txBody>
          <a:bodyPr lIns="0" anchor="t">
            <a:noAutofit/>
          </a:bodyPr>
          <a:lstStyle>
            <a:lvl1pPr>
              <a:defRPr sz="43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Iconos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234AC0BB-9746-40C6-8816-9CE7B49FFA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2927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>
            <a:extLst>
              <a:ext uri="{FF2B5EF4-FFF2-40B4-BE49-F238E27FC236}">
                <a16:creationId xmlns:a16="http://schemas.microsoft.com/office/drawing/2014/main" id="{58986412-1BC4-47CA-9C5B-0E42A10721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612609C0-CE8E-4F26-9C56-26779C292085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6C8BD96-F01B-45B8-816D-46F9D05B00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47351" y="2842955"/>
            <a:ext cx="4424116" cy="776545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s-ES" dirty="0"/>
              <a:t>Gracias</a:t>
            </a:r>
            <a:endParaRPr lang="en-U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11DB0538-BF7A-408B-8D8F-356A5E0623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8951" y="3648916"/>
            <a:ext cx="4542650" cy="961186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spcBef>
                <a:spcPts val="900"/>
              </a:spcBef>
              <a:buNone/>
              <a:defRPr sz="25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B1C9EB0-95F2-4DA1-AF97-1506B0C3FDB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25382" y="5473725"/>
            <a:ext cx="3256844" cy="31648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ipsum@info.com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7C874BE-A19E-48B7-AC48-D4C857D7A9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25382" y="5144355"/>
            <a:ext cx="3256843" cy="316483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983F7AB7-EF84-4792-8807-631A61157F6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25382" y="5865514"/>
            <a:ext cx="3256844" cy="31648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803B4663-693F-4482-99D6-BFAAF6A3D27D}"/>
              </a:ext>
            </a:extLst>
          </p:cNvPr>
          <p:cNvSpPr txBox="1"/>
          <p:nvPr userDrawn="1"/>
        </p:nvSpPr>
        <p:spPr>
          <a:xfrm>
            <a:off x="9061051" y="6698399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s-ES" sz="22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rPr>
              <a:t>Ve más allá</a:t>
            </a:r>
          </a:p>
        </p:txBody>
      </p:sp>
    </p:spTree>
    <p:extLst>
      <p:ext uri="{BB962C8B-B14F-4D97-AF65-F5344CB8AC3E}">
        <p14:creationId xmlns:p14="http://schemas.microsoft.com/office/powerpoint/2010/main" val="20181358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Marcador de número de diapositiva 14">
            <a:extLst>
              <a:ext uri="{FF2B5EF4-FFF2-40B4-BE49-F238E27FC236}">
                <a16:creationId xmlns:a16="http://schemas.microsoft.com/office/drawing/2014/main" id="{D156A4A0-AC07-4989-AB5C-6626DA7F8E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0489" y="7763089"/>
            <a:ext cx="629422" cy="395242"/>
          </a:xfrm>
          <a:prstGeom prst="rect">
            <a:avLst/>
          </a:prstGeom>
          <a:noFill/>
        </p:spPr>
        <p:txBody>
          <a:bodyPr/>
          <a:lstStyle>
            <a:lvl1pPr algn="ctr">
              <a:defRPr sz="1300">
                <a:solidFill>
                  <a:srgbClr val="1E1E1E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794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8" r:id="rId2"/>
    <p:sldLayoutId id="2147483713" r:id="rId3"/>
    <p:sldLayoutId id="2147483714" r:id="rId4"/>
    <p:sldLayoutId id="2147483676" r:id="rId5"/>
    <p:sldLayoutId id="2147483709" r:id="rId6"/>
    <p:sldLayoutId id="2147483715" r:id="rId7"/>
    <p:sldLayoutId id="2147483716" r:id="rId8"/>
    <p:sldLayoutId id="2147483686" r:id="rId9"/>
    <p:sldLayoutId id="2147483710" r:id="rId10"/>
    <p:sldLayoutId id="2147483687" r:id="rId11"/>
    <p:sldLayoutId id="2147483711" r:id="rId12"/>
    <p:sldLayoutId id="2147483717" r:id="rId13"/>
    <p:sldLayoutId id="2147483718" r:id="rId14"/>
    <p:sldLayoutId id="2147483662" r:id="rId15"/>
    <p:sldLayoutId id="2147483672" r:id="rId16"/>
    <p:sldLayoutId id="2147483663" r:id="rId17"/>
    <p:sldLayoutId id="2147483689" r:id="rId18"/>
    <p:sldLayoutId id="2147483690" r:id="rId19"/>
    <p:sldLayoutId id="2147483691" r:id="rId20"/>
    <p:sldLayoutId id="2147483696" r:id="rId21"/>
    <p:sldLayoutId id="2147483692" r:id="rId22"/>
    <p:sldLayoutId id="2147483693" r:id="rId23"/>
    <p:sldLayoutId id="2147483706" r:id="rId24"/>
    <p:sldLayoutId id="2147483694" r:id="rId25"/>
    <p:sldLayoutId id="2147483695" r:id="rId26"/>
    <p:sldLayoutId id="2147483697" r:id="rId27"/>
    <p:sldLayoutId id="2147483698" r:id="rId28"/>
    <p:sldLayoutId id="2147483699" r:id="rId29"/>
    <p:sldLayoutId id="2147483664" r:id="rId30"/>
    <p:sldLayoutId id="2147483700" r:id="rId31"/>
    <p:sldLayoutId id="2147483677" r:id="rId32"/>
    <p:sldLayoutId id="2147483701" r:id="rId33"/>
    <p:sldLayoutId id="2147483702" r:id="rId34"/>
    <p:sldLayoutId id="2147483703" r:id="rId35"/>
    <p:sldLayoutId id="2147483704" r:id="rId36"/>
    <p:sldLayoutId id="2147483666" r:id="rId37"/>
    <p:sldLayoutId id="2147483679" r:id="rId38"/>
    <p:sldLayoutId id="2147483667" r:id="rId39"/>
    <p:sldLayoutId id="2147483668" r:id="rId40"/>
    <p:sldLayoutId id="2147483681" r:id="rId41"/>
    <p:sldLayoutId id="2147483682" r:id="rId42"/>
    <p:sldLayoutId id="2147483683" r:id="rId43"/>
    <p:sldLayoutId id="2147483678" r:id="rId44"/>
    <p:sldLayoutId id="2147483665" r:id="rId45"/>
    <p:sldLayoutId id="2147483705" r:id="rId46"/>
    <p:sldLayoutId id="2147483669" r:id="rId47"/>
    <p:sldLayoutId id="2147483673" r:id="rId48"/>
    <p:sldLayoutId id="2147483674" r:id="rId49"/>
    <p:sldLayoutId id="2147483675" r:id="rId50"/>
    <p:sldLayoutId id="2147483684" r:id="rId51"/>
    <p:sldLayoutId id="2147483707" r:id="rId52"/>
    <p:sldLayoutId id="2147483712" r:id="rId53"/>
    <p:sldLayoutId id="2147483685" r:id="rId54"/>
    <p:sldLayoutId id="2147483670" r:id="rId55"/>
  </p:sldLayoutIdLst>
  <p:hf hd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1E1E1E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ts val="2100"/>
        </a:lnSpc>
        <a:spcBef>
          <a:spcPts val="1200"/>
        </a:spcBef>
        <a:buClr>
          <a:srgbClr val="FF3228"/>
        </a:buClr>
        <a:buFont typeface="Wingdings" panose="05000000000000000000" pitchFamily="2" charset="2"/>
        <a:buChar char="§"/>
        <a:defRPr sz="2200" kern="1200">
          <a:solidFill>
            <a:srgbClr val="1E1E1E"/>
          </a:solidFill>
          <a:latin typeface="Century Gothic" panose="020B0502020202020204" pitchFamily="34" charset="0"/>
          <a:ea typeface="+mn-ea"/>
          <a:cs typeface="+mn-cs"/>
        </a:defRPr>
      </a:lvl1pPr>
      <a:lvl2pPr marL="541338" indent="-269875" algn="l" defTabSz="1097280" rtl="0" eaLnBrk="1" latinLnBrk="0" hangingPunct="1">
        <a:lnSpc>
          <a:spcPct val="90000"/>
        </a:lnSpc>
        <a:spcBef>
          <a:spcPts val="600"/>
        </a:spcBef>
        <a:buClr>
          <a:srgbClr val="676766"/>
        </a:buClr>
        <a:buFont typeface="Wingdings" panose="05000000000000000000" pitchFamily="2" charset="2"/>
        <a:buChar char="§"/>
        <a:defRPr sz="2200" kern="1200">
          <a:solidFill>
            <a:srgbClr val="7D7878"/>
          </a:solidFill>
          <a:latin typeface="Century Gothic" panose="020B0502020202020204" pitchFamily="34" charset="0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rgbClr val="1E1E1E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rgbClr val="1E1E1E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rgbClr val="1E1E1E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1" userDrawn="1">
          <p15:clr>
            <a:srgbClr val="F26B43"/>
          </p15:clr>
        </p15:guide>
        <p15:guide id="2" pos="8645" userDrawn="1">
          <p15:clr>
            <a:srgbClr val="F26B43"/>
          </p15:clr>
        </p15:guide>
        <p15:guide id="3" orient="horz" pos="4610" userDrawn="1">
          <p15:clr>
            <a:srgbClr val="F26B43"/>
          </p15:clr>
        </p15:guide>
        <p15:guide id="4" orient="horz" pos="57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12157062-1DC1-C579-FFE1-A66EE4A8F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StrokeLab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641B9CD1-73DE-1F44-CE12-E8D75B7353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Análisis biomecánico explicable de la técnica y la fatiga en natación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34858A71-8591-E31B-207B-E02D43A246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648456" y="5074920"/>
            <a:ext cx="3044952" cy="329184"/>
          </a:xfrm>
        </p:spPr>
        <p:txBody>
          <a:bodyPr/>
          <a:lstStyle/>
          <a:p>
            <a:r>
              <a:rPr sz="1200"/>
              <a:t>Diana Belem Cruz Montesinos</a:t>
            </a:r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4848883B-D276-A1A7-E8AF-C0ED95F95E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48456" y="5760720"/>
            <a:ext cx="3044952" cy="329184"/>
          </a:xfrm>
        </p:spPr>
        <p:txBody>
          <a:bodyPr/>
          <a:lstStyle/>
          <a:p>
            <a:r>
              <a:rPr sz="1000"/>
              <a:t>Máster en IA · 24/10/2026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83399107-08C9-1996-FA71-61DBB75F32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48456" y="5440680"/>
            <a:ext cx="3044952" cy="329184"/>
          </a:xfrm>
        </p:spPr>
        <p:txBody>
          <a:bodyPr/>
          <a:lstStyle/>
          <a:p>
            <a:r>
              <a:rPr sz="1000"/>
              <a:t>Dir.: Francisco Damian Maleno Gonzalez</a:t>
            </a:r>
          </a:p>
        </p:txBody>
      </p:sp>
    </p:spTree>
    <p:extLst>
      <p:ext uri="{BB962C8B-B14F-4D97-AF65-F5344CB8AC3E}">
        <p14:creationId xmlns:p14="http://schemas.microsoft.com/office/powerpoint/2010/main" val="899330322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Tras la entrega: ajuste fino de la pose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405 imágenes reales anotadas · validación cruzada por grabación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05256" y="292608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27432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OKS 0,10 → 0,40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1272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Precisión de los puntos ×4 en imágenes nunca vistas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37947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n ≈ s ≈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Modelos más grandes no mejoran: el límite son los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8463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+ sintéticos = igual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523036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SwimXYZ (777 imágenes) no mejora la prueba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5897879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Vídeos propios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6281927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+26 % tiempo analizable; la frecuencia no mejora → recalibrar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7086600"/>
            <a:ext cx="1234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04B4B"/>
                </a:solidFill>
              </a:rPr>
              <a:t>Roboflow «Deep Dive Pose Technique» (CC BY 4.0). Media de 4 pliegues. Resultados posteriores a la entrega de la memoria.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B1 · Tamaño del modelo y sintéticos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Media de 4 pliegues por grabación · sin giro salvo indicación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5256" y="2880360"/>
          <a:ext cx="12801600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463040"/>
                <a:gridCol w="1280160"/>
                <a:gridCol w="1463040"/>
                <a:gridCol w="1463040"/>
                <a:gridCol w="2194560"/>
              </a:tblGrid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Detección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OKS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PCK@0,1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PCK@0,2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Falsos positivos (de 13)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YOLOv8n original (con giro, el del TFM)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47 %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9 %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15 %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YOLOv8n ajustado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78 %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0,40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37 %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56 %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YOLOv8s ajustado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76 %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3,5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YOLOv8m ajustado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69 %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33 %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50 %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2,5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YOLOv8n ajustado + 777 sintéticas (SwimXYZ)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76 %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38 %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6,75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5256" y="6400800"/>
            <a:ext cx="1234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04B4B"/>
                </a:solidFill>
              </a:rPr>
              <a:t>Imágenes de Roboflow «Deep Dive Pose Technique» (CC BY 4.0), repartidas por grabación para evitar fuga de datos. Posterior a la entrega.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B2 · Modelo ajustado en vídeos propios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17 secuencias del TFM, misma resolución (640 px)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5256" y="288036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/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Ajustado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Tiempo analizable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132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166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Ciclos válidos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95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109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2880360"/>
          <a:ext cx="6035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Frecuencia vs. manual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Ajustado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GX011614 (54,0)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−6,5 %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+35 %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IMG_7207 (80,0)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−7,6 %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−24 %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IMG_7215 (51,1)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+8,2 %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5256" y="539496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</a:rPr>
              <a:t>Conclusión: un mejor modelo de pose no basta; hay que recalibrar el conteo de brazadas, la vista y el estilo con su nueva señal.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B3 · Vídeos públicos de televisión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Robustez fuera de las condiciones de diseño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2834640"/>
            <a:ext cx="6217920" cy="3017520"/>
          </a:xfrm>
          <a:prstGeom prst="rect">
            <a:avLst/>
          </a:prstGeom>
          <a:solidFill>
            <a:srgbClr val="E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108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3228"/>
                </a:solidFill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" y="370332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3228"/>
                </a:solidFill>
              </a:rPr>
              <a:t>Retransmisión de carrera (fuera del agua)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438912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1E1E"/>
                </a:solidFill>
              </a:rPr>
              <a:t>Varios nadadores y cambios de plano: el esqueleto salta de uno a otro y la frecuencia varía de 40 a 90 ciclos/min. No fiable.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834640"/>
            <a:ext cx="6217920" cy="3017520"/>
          </a:xfrm>
          <a:prstGeom prst="rect">
            <a:avLst/>
          </a:prstGeom>
          <a:solidFill>
            <a:srgbClr val="FF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108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70332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Cámara en el fondo, un nadador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38912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</a:rPr>
              <a:t>Vista frontal detectada automáticamente y nadador seguido. 18 s: insuficiente para fatiga; frecuencia pendiente de conteo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UEM">
      <a:dk1>
        <a:srgbClr val="1E1E1E"/>
      </a:dk1>
      <a:lt1>
        <a:srgbClr val="FFFFFF"/>
      </a:lt1>
      <a:dk2>
        <a:srgbClr val="504B4B"/>
      </a:dk2>
      <a:lt2>
        <a:srgbClr val="D2D1D1"/>
      </a:lt2>
      <a:accent1>
        <a:srgbClr val="FF3228"/>
      </a:accent1>
      <a:accent2>
        <a:srgbClr val="2D41B4"/>
      </a:accent2>
      <a:accent3>
        <a:srgbClr val="23B4AA"/>
      </a:accent3>
      <a:accent4>
        <a:srgbClr val="FFAFAA"/>
      </a:accent4>
      <a:accent5>
        <a:srgbClr val="FF5A50"/>
      </a:accent5>
      <a:accent6>
        <a:srgbClr val="504B4B"/>
      </a:accent6>
      <a:hlink>
        <a:srgbClr val="FF3228"/>
      </a:hlink>
      <a:folHlink>
        <a:srgbClr val="FF5A50"/>
      </a:folHlink>
    </a:clrScheme>
    <a:fontScheme name="UEM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DEC3EEDB36734098E55D077E5C3584" ma:contentTypeVersion="10" ma:contentTypeDescription="Crear nuevo documento." ma:contentTypeScope="" ma:versionID="700d96ffd85efff1b4af5f024aa9d5d1">
  <xsd:schema xmlns:xsd="http://www.w3.org/2001/XMLSchema" xmlns:xs="http://www.w3.org/2001/XMLSchema" xmlns:p="http://schemas.microsoft.com/office/2006/metadata/properties" xmlns:ns2="0b4b1c4d-6bb0-4ef4-b5bc-519edc72ffe9" xmlns:ns3="c841b233-7233-448a-ba0a-1f28b3423e96" targetNamespace="http://schemas.microsoft.com/office/2006/metadata/properties" ma:root="true" ma:fieldsID="9a799093db3c68c21b3b0ed03e23df8a" ns2:_="" ns3:_="">
    <xsd:import namespace="0b4b1c4d-6bb0-4ef4-b5bc-519edc72ffe9"/>
    <xsd:import namespace="c841b233-7233-448a-ba0a-1f28b3423e9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4b1c4d-6bb0-4ef4-b5bc-519edc72f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41b233-7233-448a-ba0a-1f28b3423e96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B891B3C-3D9C-41C4-BE08-6A5A2B7FF88B}"/>
</file>

<file path=customXml/itemProps2.xml><?xml version="1.0" encoding="utf-8"?>
<ds:datastoreItem xmlns:ds="http://schemas.openxmlformats.org/officeDocument/2006/customXml" ds:itemID="{44B4F3E1-F5B6-4E25-A7A1-EC58D87DE939}"/>
</file>

<file path=customXml/itemProps3.xml><?xml version="1.0" encoding="utf-8"?>
<ds:datastoreItem xmlns:ds="http://schemas.openxmlformats.org/officeDocument/2006/customXml" ds:itemID="{DA714949-6569-40D0-B2D1-9C8493BA6FB6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2399</TotalTime>
  <Words>1320</Words>
  <Application>Microsoft Office PowerPoint</Application>
  <PresentationFormat>Personalizado</PresentationFormat>
  <Paragraphs>511</Paragraphs>
  <Slides>66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66</vt:i4>
      </vt:variant>
    </vt:vector>
  </HeadingPairs>
  <TitlesOfParts>
    <vt:vector size="71" baseType="lpstr">
      <vt:lpstr>Arial</vt:lpstr>
      <vt:lpstr>Calibri</vt:lpstr>
      <vt:lpstr>Century Gothic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Estilo de gráfico de barras II</vt:lpstr>
      <vt:lpstr>Estilo de gráfico de barras III</vt:lpstr>
      <vt:lpstr>Estilo de gráfico de barras IV</vt:lpstr>
      <vt:lpstr>Estilo de gráfico de barras V</vt:lpstr>
      <vt:lpstr>Estilo de gráfico de circular I</vt:lpstr>
      <vt:lpstr>Estilo de gráfico de área I</vt:lpstr>
      <vt:lpstr>Estilo de gráfico de área II</vt:lpstr>
      <vt:lpstr>Estilo de gráfico de área II</vt:lpstr>
      <vt:lpstr>Estilo de tabla I</vt:lpstr>
      <vt:lpstr>Estilo de tabla II</vt:lpstr>
      <vt:lpstr>Estilo de tabla III</vt:lpstr>
      <vt:lpstr>Estilo de tabla IV</vt:lpstr>
      <vt:lpstr>Estilo de tabla V</vt:lpstr>
      <vt:lpstr>Iconos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Teletrabajo</dc:creator>
  <cp:lastModifiedBy>LAURA GARCIA CUENCA</cp:lastModifiedBy>
  <cp:revision>147</cp:revision>
  <dcterms:created xsi:type="dcterms:W3CDTF">2021-02-03T10:15:32Z</dcterms:created>
  <dcterms:modified xsi:type="dcterms:W3CDTF">2025-02-10T13:43:00Z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0x0101009EDEC3EEDB36734098E55D077E5C3584</vt:lpwstr>
  </property>
</Properties>
</file>