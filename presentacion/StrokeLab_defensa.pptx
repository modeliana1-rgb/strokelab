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10.svg" ContentType="image/svg+xml"/>
  <Override PartName="/ppt/media/image14.svg" ContentType="image/svg+xml"/>
  <Override PartName="/ppt/media/image16.svg" ContentType="image/svg+xml"/>
  <Override PartName="/ppt/media/image22.svg" ContentType="image/svg+xml"/>
  <Override PartName="/ppt/media/image24.svg" ContentType="image/svg+xml"/>
  <Override PartName="/ppt/media/image29.svg" ContentType="image/svg+xml"/>
  <Override PartName="/ppt/media/image3.svg" ContentType="image/svg+xml"/>
  <Override PartName="/ppt/media/image49.svg" ContentType="image/svg+xml"/>
  <Override PartName="/ppt/media/image51.svg" ContentType="image/svg+xml"/>
  <Override PartName="/ppt/media/image6.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22.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6.xml" ContentType="application/vnd.openxmlformats-officedocument.presentationml.slide+xml"/>
  <Override PartName="/ppt/slides/slide18.xml" ContentType="application/vnd.openxmlformats-officedocument.presentationml.slide+xml"/>
  <Override PartName="/ppt/slides/slide22.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68"/>
  </p:notesMasterIdLst>
  <p:sldIdLst>
    <p:sldId id="318" r:id="rId2"/>
    <p:sldId id="343" r:id="rId35"/>
    <p:sldId id="344" r:id="rId36"/>
    <p:sldId id="345" r:id="rId37"/>
    <p:sldId id="346" r:id="rId38"/>
    <p:sldId id="347" r:id="rId39"/>
    <p:sldId id="333" r:id="rId25"/>
    <p:sldId id="335" r:id="rId27"/>
    <p:sldId id="348" r:id="rId40"/>
    <p:sldId id="339" r:id="rId31"/>
    <p:sldId id="349" r:id="rId41"/>
    <p:sldId id="350" r:id="rId42"/>
  </p:sldIdLst>
  <p:sldSz cx="14630400" cy="82296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3228"/>
    <a:srgbClr val="2D41B4"/>
    <a:srgbClr val="504B4B"/>
    <a:srgbClr val="23B4AA"/>
    <a:srgbClr val="FFAFAA"/>
    <a:srgbClr val="1E1E1E"/>
    <a:srgbClr val="A5A5A5"/>
    <a:srgbClr val="D2D1D1"/>
    <a:srgbClr val="7D7878"/>
    <a:srgbClr val="33333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2D5ABB26-0587-4C30-8999-92F81FD0307C}">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FD0F851-EC5A-4D38-B0AD-8093EC10F338}" styleName="Estilo claro 1 - Acento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D27102A9-8310-4765-A935-A1911B00CA55}" styleName="Estilo claro 1 - Acento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C083E6E3-FA7D-4D7B-A595-EF9225AFEA82}" styleName="Estilo claro 1 - Acento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0E3FDE45-AF77-4B5C-9715-49D594BDF05E}" styleName="Estilo claro 1 - Acento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2D5ABB26-0587-4C30-8999-92F81FD0307C}" styleName="Sin estilo ni cuadrícula">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032" autoAdjust="0"/>
    <p:restoredTop sz="94660"/>
  </p:normalViewPr>
  <p:slideViewPr>
    <p:cSldViewPr snapToGrid="0">
      <p:cViewPr varScale="1">
        <p:scale>
          <a:sx n="69" d="100"/>
          <a:sy n="69" d="100"/>
        </p:scale>
        <p:origin x="354" y="78"/>
      </p:cViewPr>
      <p:guideLst/>
    </p:cSldViewPr>
  </p:slideViewPr>
  <p:notesTextViewPr>
    <p:cViewPr>
      <p:scale>
        <a:sx n="3" d="2"/>
        <a:sy n="3" d="2"/>
      </p:scale>
      <p:origin x="0" y="0"/>
    </p:cViewPr>
  </p:notesTextViewPr>
  <p:notesViewPr>
    <p:cSldViewPr snapToGrid="0" showGuides="1">
      <p:cViewPr varScale="1">
        <p:scale>
          <a:sx n="84" d="100"/>
          <a:sy n="84" d="100"/>
        </p:scale>
        <p:origin x="2976" y="102"/>
      </p:cViewPr>
      <p:guideLst/>
    </p:cSldViewPr>
  </p:notesViewPr>
  <p:gridSpacing cx="360000" cy="3600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25" Type="http://schemas.openxmlformats.org/officeDocument/2006/relationships/slide" Target="slides/slide16.xml"/><Relationship Id="rId27" Type="http://schemas.openxmlformats.org/officeDocument/2006/relationships/slide" Target="slides/slide18.xml"/><Relationship Id="rId31" Type="http://schemas.openxmlformats.org/officeDocument/2006/relationships/slide" Target="slides/slide22.xml"/><Relationship Id="rId35" Type="http://schemas.openxmlformats.org/officeDocument/2006/relationships/slide" Target="slides/slide26.xml"/><Relationship Id="rId36" Type="http://schemas.openxmlformats.org/officeDocument/2006/relationships/slide" Target="slides/slide27.xml"/><Relationship Id="rId37" Type="http://schemas.openxmlformats.org/officeDocument/2006/relationships/slide" Target="slides/slide28.xml"/><Relationship Id="rId38" Type="http://schemas.openxmlformats.org/officeDocument/2006/relationships/slide" Target="slides/slide29.xml"/><Relationship Id="rId39" Type="http://schemas.openxmlformats.org/officeDocument/2006/relationships/slide" Target="slides/slide30.xml"/><Relationship Id="rId40" Type="http://schemas.openxmlformats.org/officeDocument/2006/relationships/slide" Target="slides/slide31.xml"/><Relationship Id="rId41" Type="http://schemas.openxmlformats.org/officeDocument/2006/relationships/slide" Target="slides/slide32.xml"/><Relationship Id="rId42" Type="http://schemas.openxmlformats.org/officeDocument/2006/relationships/slide" Target="slides/slide33.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 Id="rId73" Type="http://schemas.openxmlformats.org/officeDocument/2006/relationships/customXml" Target="../customXml/item1.xml"/><Relationship Id="rId74" Type="http://schemas.openxmlformats.org/officeDocument/2006/relationships/customXml" Target="../customXml/item2.xml"/><Relationship Id="rId75" Type="http://schemas.openxmlformats.org/officeDocument/2006/relationships/customXml" Target="../customXml/item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6D15707-0965-4200-92FF-ACFEAFE6E787}" type="datetimeFigureOut">
              <a:rPr lang="es-ES" smtClean="0"/>
              <a:t>10/02/2025</a:t>
            </a:fld>
            <a:endParaRPr lang="es-ES"/>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CA9C7CC-C5F4-4693-B1F7-2A3DC83E93D5}" type="slidenum">
              <a:rPr lang="es-ES" smtClean="0"/>
              <a:t>‹Nº›</a:t>
            </a:fld>
            <a:endParaRPr lang="es-ES"/>
          </a:p>
        </p:txBody>
      </p:sp>
    </p:spTree>
    <p:extLst>
      <p:ext uri="{BB962C8B-B14F-4D97-AF65-F5344CB8AC3E}">
        <p14:creationId xmlns:p14="http://schemas.microsoft.com/office/powerpoint/2010/main" val="23534998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Buenos días. Soy Diana Cruz y presento StrokeLab, un sistema que analiza un vídeo de natación y le dice al entrenador cómo de eficiente es la brazada, en qué momento aparece la fatiga técnica y por qué. Todo funciona con una cámara normal y un portátil sin GPU. [≈ 20 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parte más importante para el director es la explicación. Para el ciclo en que empieza la fatiga, TreeSHAP reparte la puntuación de anomalía entre las variables. En la secuencia sintética de 90 s el inicio se detecta en el ciclo 35, a los 51,9 segundos, y las causas son el alcance del brazo derecho, que pasa de 1,78 a 1,05 troncos, la asimetría de brazos, del 2 al 23 %, y la amplitud de patada. Son justo variables que se alteraron en la simulación: la explicación es verificable. Uso TreeSHAP porque da los valores exactos en modelos de árboles, y compruebo en cada ejecución que el signo es coherente. [≈ 1 min 15 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tabla resume las decisiones. Ninguna se tomó por preferencia: cada cambio responde a algo que medí. La más importante para mí es la de la validación: una versión anterior daba un 99,99 % de exactitud por fotograma y era fuga de datos; desde entonces todo se valida por vídeo o por participante. [≈ 45 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terminar, una demostración con dos grabaciones de 100 m libre, una suave y otra rápida, hechas después de entregar la memoria; no forman parte de sus resultados. [Reproducir el vídeo anotado del 100 suave.] En el suave el sistema decidió solo que la vista era lateral y el estilo crol, y obtuvo 20 ciclos válidos a 56 ciclos por minuto. En el rápido la cámara ve al nadador de frente u oblicuo gran parte del tiempo: en lateral solo salían 2 ciclos válidos y, indicando la vista frontal, 39 ciclos a 54 ciclos por minuto. En ninguno hay fatiga sostenida declarada. En el rápido, sin embargo, la puntuación de anomalía sube al final: los dos últimos ciclos son los más anómalos de todo el vídeo, pero la regla exige tres ciclos seguidos y el vídeo termina antes. La frecuencia de los dos es parecida; sin un conteo manual no afirmo cuál es más precisa. Es justo lo que dice la memoria: la vista y la detección condicionan el análisis. [≈ 1 min 30 s] NO mostrar los ángulos de cadera y rodilla del suave: las piernas se detectan mal en este vídeo.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Cuando un nadador se cansa, su técnica cambia antes de que caiga el tiempo: acorta la brazada, sube la frecuencia, baja el codo. Hoy esto se ve a ojo o con sensores y varias cámaras, que son caros. Mi objetivo es una tercera vía: un sistema de IA explicable que, con una cámara y un portátil sin GPU, mida la técnica, detecte el inicio de la fatiga y diga qué variable la provoca. El director pidió que la explicabilidad fuera lo más importante y que hubiera dos verticales de IA: visión y datos tabulares. [≈ 1 min]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el sistema entero, etapa a etapa. La regla para elegir fue siempre la misma: que funcione en la CPU de un portátil, con vídeo bajo el agua y sin etiquetas de fatiga, y que se pueda explicar. En la columna de la derecha está el porqué de cada elección frente a la alternativa. Las dos verticales: la visión saca los puntos del cuerpo; la tabular convierte esos puntos en variables por ciclo, detecta la fatiga y la explica. [≈ 1 min 15 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Comparé los modelos en mi propio vídeo subacuático, porque la precisión publicada en COCO es con personas en tierra. YOLOv8n detecta lo mismo que YOLOv8s con 3,5 veces menos parámetros y el doble de velocidad; YOLO11n queda equivalente sin ser más rápido. MoveNet fue mi primera elección por fluidez, pero YOLO detecta con el doble de confianza y da 15 ciclos válidos frente a 3; HRNet y ViTPose son más precisos en COCO pero caros en CPU. Como YOLO se entrenó con personas de pie, lo adapté: giro el fotograma 90 grados si detecta mejor, descarto cuerpos imposibles y suavizo con Savitzky-Golay. El 3D de MotionBERT pone la rodilla doblada como si el nadador estuviera sentado, así que en lateral uso el 2D y el 3D solo de frente. [≈ 1 min 30 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vista se decide sola: por tramos de 60 segundos miro si el tronco aparece horizontal o vertical. En lateral cuento brazadas con la mano más profunda respecto al cuerpo, porque YOLO copia el brazo visible en el oculto: cada pico es una brazada y en crol dos brazadas son un ciclo. De frente esa profundidad no se ve y uso el recorrido de cada muñeca en la dirección en que más se mueve, que saco con PCA. Lo validé con mi conteo manual: error entre el 6,5 y el 8,2 %, en lateral y en frontal. [≈ 1 min 15 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plan inicial era una red recurrente supervisada, pero hacen falta ciclos etiquetados como fatigados y no los hay. Por eso uso Isolation Forest, que se entrena solo con la fase fresca del propio nadador, el primer 30 % de sus ciclos. Su idea: lo raro se aísla con pocos cortes aleatorios. Además tiene coste lineal y admite SHAP exacto. El inicio es el primer momento con tres ciclos seguidos por encima del percentil 95 de la fase fresca. Ese percentil lo elegí con un análisis de sensibilidad: con el 90 hay un 30 % de falsas alarmas y con el 99 se pierden fatigas. PELT, un detector de cambios independiente, sirve de contraste. [≈ 1 min 30 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nadadores reales: 17 secuencias de 4 participantes y 4 estilos, 95 ciclos válidos, la frecuencia con un error del 6,5 al 8,2 % frente al conteo manual y la familia del estilo bien en 12 de 13. En las sesiones reales no hubo fatiga ni falsas alarmas: son pasadas cortas con descansos. La gran limitación es la detección: el nadador fue analizable el 34 % del tiempo. Como no tengo una referencia real de fatiga, la compruebo con datos sintéticos donde sé la verdad: detecta el 100 % con un 10 % de falsas alarmas, y en tiempo real 10 de 10. [≈ 1 min 15 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Siete objetivos cumplidos y dos parciales: la fatiga está validada con datos sintéticos, pero falta la validación fisiológica con nadadores reales; y el estilo supervisado no generalizaba, por eso pasé a reglas. La lección principal: la calidad de los datos pesa más que el modelo. Una versión anterior daba un 99,99 % y era fuga de datos; desde entonces contrasté cada resultado con una referencia. El trabajo futuro sale de las limitaciones: series largas con referencia fisiológica, anotar fotogramas propios para medir la pose y ajustar el modelo a nadadores. Gracias. [≈ 1 min 15 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Muchas gracias. Quedo a disposición del tribunal para sus preguntas.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image" Target="../media/image2.png"/><Relationship Id="rId5" Type="http://schemas.openxmlformats.org/officeDocument/2006/relationships/image" Target="../media/image3.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0.svg"/><Relationship Id="rId4" Type="http://schemas.openxmlformats.org/officeDocument/2006/relationships/image" Target="../media/image5.png"/><Relationship Id="rId5" Type="http://schemas.openxmlformats.org/officeDocument/2006/relationships/image" Target="../media/image6.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2.png"/><Relationship Id="rId4" Type="http://schemas.openxmlformats.org/officeDocument/2006/relationships/image" Target="../media/image3.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14.svg"/><Relationship Id="rId4" Type="http://schemas.openxmlformats.org/officeDocument/2006/relationships/image" Target="../media/image2.png"/><Relationship Id="rId5" Type="http://schemas.openxmlformats.org/officeDocument/2006/relationships/image" Target="../media/image3.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6.svg"/><Relationship Id="rId4" Type="http://schemas.openxmlformats.org/officeDocument/2006/relationships/image" Target="../media/image5.png"/><Relationship Id="rId5" Type="http://schemas.openxmlformats.org/officeDocument/2006/relationships/image" Target="../media/image6.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18.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2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22.svg"/><Relationship Id="rId4" Type="http://schemas.openxmlformats.org/officeDocument/2006/relationships/image" Target="../media/image5.png"/><Relationship Id="rId5" Type="http://schemas.openxmlformats.org/officeDocument/2006/relationships/image" Target="../media/image6.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23.png"/><Relationship Id="rId5" Type="http://schemas.openxmlformats.org/officeDocument/2006/relationships/image" Target="../media/image24.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9.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9.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9.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9.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 Id="rId3" Type="http://schemas.openxmlformats.org/officeDocument/2006/relationships/image" Target="../media/image28.png"/><Relationship Id="rId4" Type="http://schemas.openxmlformats.org/officeDocument/2006/relationships/image" Target="../media/image29.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8.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0.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3.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5.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6.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7.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8.png"/><Relationship Id="rId3" Type="http://schemas.openxmlformats.org/officeDocument/2006/relationships/image" Target="../media/image49.svg"/><Relationship Id="rId4" Type="http://schemas.openxmlformats.org/officeDocument/2006/relationships/image" Target="../media/image5.png"/><Relationship Id="rId5" Type="http://schemas.openxmlformats.org/officeDocument/2006/relationships/image" Target="../media/image6.sv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0.png"/><Relationship Id="rId3" Type="http://schemas.openxmlformats.org/officeDocument/2006/relationships/image" Target="../media/image51.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Portada 01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89F0BE85-C225-4003-835C-418D02FC4042}"/>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32014" y="2730479"/>
            <a:ext cx="4902086" cy="1442094"/>
          </a:xfrm>
        </p:spPr>
        <p:txBody>
          <a:bodyPr anchor="t">
            <a:normAutofit/>
          </a:bodyPr>
          <a:lstStyle>
            <a:lvl1pPr>
              <a:defRPr sz="4300" b="1">
                <a:solidFill>
                  <a:schemeClr val="bg1"/>
                </a:solidFill>
                <a:latin typeface="Century Gothic" panose="020B0502020202020204" pitchFamily="34" charset="0"/>
              </a:defRPr>
            </a:lvl1pPr>
          </a:lstStyle>
          <a:p>
            <a:r>
              <a:rPr lang="es-ES" dirty="0" err="1"/>
              <a:t>Opienscre</a:t>
            </a:r>
            <a:r>
              <a:rPr lang="es-ES" dirty="0"/>
              <a:t> in </a:t>
            </a:r>
            <a:r>
              <a:rPr lang="es-ES" dirty="0" err="1"/>
              <a:t>restiam</a:t>
            </a:r>
            <a:r>
              <a:rPr lang="es-ES" dirty="0"/>
              <a:t> </a:t>
            </a:r>
            <a:r>
              <a:rPr lang="es-ES" dirty="0" err="1"/>
              <a:t>publis</a:t>
            </a:r>
            <a:r>
              <a:rPr lang="es-ES" dirty="0"/>
              <a:t> </a:t>
            </a:r>
            <a:r>
              <a:rPr lang="es-ES" dirty="0" err="1"/>
              <a:t>hor</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32014" y="423732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Restiam</a:t>
            </a:r>
            <a:r>
              <a:rPr lang="es-ES" dirty="0"/>
              <a:t> </a:t>
            </a:r>
            <a:r>
              <a:rPr lang="es-ES" dirty="0" err="1"/>
              <a:t>publis</a:t>
            </a:r>
            <a:r>
              <a:rPr lang="es-ES" dirty="0"/>
              <a:t> </a:t>
            </a:r>
            <a:r>
              <a:rPr lang="es-ES" dirty="0" err="1"/>
              <a:t>hore</a:t>
            </a:r>
            <a:r>
              <a:rPr lang="es-ES" dirty="0"/>
              <a:t> </a:t>
            </a:r>
            <a:r>
              <a:rPr lang="es-ES" dirty="0" err="1"/>
              <a:t>estiam</a:t>
            </a:r>
            <a:endParaRPr lang="es-ES" dirty="0"/>
          </a:p>
          <a:p>
            <a:pPr lvl="0"/>
            <a:r>
              <a:rPr lang="es-ES" dirty="0" err="1"/>
              <a:t>Publis</a:t>
            </a:r>
            <a:r>
              <a:rPr lang="es-ES" dirty="0"/>
              <a:t> </a:t>
            </a:r>
            <a:r>
              <a:rPr lang="es-ES" dirty="0" err="1"/>
              <a:t>hore</a:t>
            </a:r>
            <a:r>
              <a:rPr lang="es-ES" dirty="0"/>
              <a:t> </a:t>
            </a:r>
            <a:r>
              <a:rPr lang="es-ES" dirty="0" err="1"/>
              <a:t>hore</a:t>
            </a:r>
            <a:endParaRPr lang="es-ES" dirty="0"/>
          </a:p>
        </p:txBody>
      </p:sp>
      <p:sp>
        <p:nvSpPr>
          <p:cNvPr id="11" name="Marcador de texto 6">
            <a:extLst>
              <a:ext uri="{FF2B5EF4-FFF2-40B4-BE49-F238E27FC236}">
                <a16:creationId xmlns:a16="http://schemas.microsoft.com/office/drawing/2014/main" id="{0A95CA33-F0F0-4110-8F61-E718D61611DC}"/>
              </a:ext>
            </a:extLst>
          </p:cNvPr>
          <p:cNvSpPr>
            <a:spLocks noGrp="1"/>
          </p:cNvSpPr>
          <p:nvPr>
            <p:ph type="body" sz="quarter" idx="11" hasCustomPrompt="1"/>
          </p:nvPr>
        </p:nvSpPr>
        <p:spPr>
          <a:xfrm>
            <a:off x="1232014" y="4979647"/>
            <a:ext cx="4902086" cy="696630"/>
          </a:xfrm>
        </p:spPr>
        <p:txBody>
          <a:bodyPr>
            <a:noAutofit/>
          </a:bodyPr>
          <a:lstStyle>
            <a:lvl1pPr marL="0" indent="0">
              <a:lnSpc>
                <a:spcPts val="2600"/>
              </a:lnSpc>
              <a:spcBef>
                <a:spcPts val="0"/>
              </a:spcBef>
              <a:buNone/>
              <a:defRPr sz="2600" b="1">
                <a:solidFill>
                  <a:schemeClr val="bg1"/>
                </a:solidFill>
              </a:defRPr>
            </a:lvl1pPr>
            <a:lvl2pPr marL="271463" indent="0">
              <a:buNone/>
              <a:defRPr/>
            </a:lvl2pPr>
          </a:lstStyle>
          <a:p>
            <a:pPr lvl="0"/>
            <a:r>
              <a:rPr lang="es-ES" dirty="0"/>
              <a:t>09 de febrero de 2021</a:t>
            </a:r>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5118806" y="5867012"/>
            <a:ext cx="1800493" cy="430887"/>
          </a:xfrm>
          <a:prstGeom prst="rect">
            <a:avLst/>
          </a:prstGeom>
          <a:noFill/>
        </p:spPr>
        <p:txBody>
          <a:bodyPr wrap="none" rtlCol="0">
            <a:spAutoFit/>
          </a:bodyPr>
          <a:lstStyle/>
          <a:p>
            <a:r>
              <a:rPr lang="es-ES" sz="2200" b="1" dirty="0">
                <a:solidFill>
                  <a:schemeClr val="bg1"/>
                </a:solidFill>
              </a:rPr>
              <a:t>Ve más allá</a:t>
            </a:r>
          </a:p>
        </p:txBody>
      </p:sp>
      <p:pic>
        <p:nvPicPr>
          <p:cNvPr id="12" name="Gráfico 11">
            <a:extLst>
              <a:ext uri="{FF2B5EF4-FFF2-40B4-BE49-F238E27FC236}">
                <a16:creationId xmlns:a16="http://schemas.microsoft.com/office/drawing/2014/main" id="{9370E4E4-B71F-49CD-9929-ADF5802DA3D5}"/>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10840" cy="800100"/>
          </a:xfrm>
          <a:prstGeom prst="rect">
            <a:avLst/>
          </a:prstGeom>
        </p:spPr>
      </p:pic>
    </p:spTree>
    <p:extLst>
      <p:ext uri="{BB962C8B-B14F-4D97-AF65-F5344CB8AC3E}">
        <p14:creationId xmlns:p14="http://schemas.microsoft.com/office/powerpoint/2010/main" val="1913139461"/>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Portada 01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89F0BE85-C225-4003-835C-418D02FC4042}"/>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 y="0"/>
            <a:ext cx="14630397"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32014" y="2730479"/>
            <a:ext cx="4902086" cy="1442094"/>
          </a:xfrm>
        </p:spPr>
        <p:txBody>
          <a:bodyPr anchor="t">
            <a:normAutofit/>
          </a:bodyPr>
          <a:lstStyle>
            <a:lvl1pPr>
              <a:defRPr sz="4300" b="1">
                <a:solidFill>
                  <a:schemeClr val="bg1"/>
                </a:solidFill>
                <a:latin typeface="Century Gothic" panose="020B0502020202020204" pitchFamily="34" charset="0"/>
              </a:defRPr>
            </a:lvl1pPr>
          </a:lstStyle>
          <a:p>
            <a:r>
              <a:rPr lang="es-ES" dirty="0" err="1"/>
              <a:t>Opienscre</a:t>
            </a:r>
            <a:r>
              <a:rPr lang="es-ES" dirty="0"/>
              <a:t> in </a:t>
            </a:r>
            <a:r>
              <a:rPr lang="es-ES" dirty="0" err="1"/>
              <a:t>restiam</a:t>
            </a:r>
            <a:r>
              <a:rPr lang="es-ES" dirty="0"/>
              <a:t> </a:t>
            </a:r>
            <a:r>
              <a:rPr lang="es-ES" dirty="0" err="1"/>
              <a:t>publis</a:t>
            </a:r>
            <a:r>
              <a:rPr lang="es-ES" dirty="0"/>
              <a:t> </a:t>
            </a:r>
            <a:r>
              <a:rPr lang="es-ES" dirty="0" err="1"/>
              <a:t>hor</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32014" y="423732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Restiam</a:t>
            </a:r>
            <a:r>
              <a:rPr lang="es-ES" dirty="0"/>
              <a:t> </a:t>
            </a:r>
            <a:r>
              <a:rPr lang="es-ES" dirty="0" err="1"/>
              <a:t>publis</a:t>
            </a:r>
            <a:r>
              <a:rPr lang="es-ES" dirty="0"/>
              <a:t> </a:t>
            </a:r>
            <a:r>
              <a:rPr lang="es-ES" dirty="0" err="1"/>
              <a:t>hore</a:t>
            </a:r>
            <a:r>
              <a:rPr lang="es-ES" dirty="0"/>
              <a:t> </a:t>
            </a:r>
            <a:r>
              <a:rPr lang="es-ES" dirty="0" err="1"/>
              <a:t>estiam</a:t>
            </a:r>
            <a:endParaRPr lang="es-ES" dirty="0"/>
          </a:p>
          <a:p>
            <a:pPr lvl="0"/>
            <a:r>
              <a:rPr lang="es-ES" dirty="0" err="1"/>
              <a:t>Publis</a:t>
            </a:r>
            <a:r>
              <a:rPr lang="es-ES" dirty="0"/>
              <a:t> </a:t>
            </a:r>
            <a:r>
              <a:rPr lang="es-ES" dirty="0" err="1"/>
              <a:t>hore</a:t>
            </a:r>
            <a:r>
              <a:rPr lang="es-ES" dirty="0"/>
              <a:t> </a:t>
            </a:r>
            <a:r>
              <a:rPr lang="es-ES" dirty="0" err="1"/>
              <a:t>hore</a:t>
            </a:r>
            <a:endParaRPr lang="es-ES" dirty="0"/>
          </a:p>
        </p:txBody>
      </p:sp>
      <p:sp>
        <p:nvSpPr>
          <p:cNvPr id="11" name="Marcador de texto 6">
            <a:extLst>
              <a:ext uri="{FF2B5EF4-FFF2-40B4-BE49-F238E27FC236}">
                <a16:creationId xmlns:a16="http://schemas.microsoft.com/office/drawing/2014/main" id="{0A95CA33-F0F0-4110-8F61-E718D61611DC}"/>
              </a:ext>
            </a:extLst>
          </p:cNvPr>
          <p:cNvSpPr>
            <a:spLocks noGrp="1"/>
          </p:cNvSpPr>
          <p:nvPr>
            <p:ph type="body" sz="quarter" idx="11" hasCustomPrompt="1"/>
          </p:nvPr>
        </p:nvSpPr>
        <p:spPr>
          <a:xfrm>
            <a:off x="1232014" y="4979647"/>
            <a:ext cx="4902086" cy="696630"/>
          </a:xfrm>
        </p:spPr>
        <p:txBody>
          <a:bodyPr>
            <a:noAutofit/>
          </a:bodyPr>
          <a:lstStyle>
            <a:lvl1pPr marL="0" indent="0">
              <a:lnSpc>
                <a:spcPts val="2600"/>
              </a:lnSpc>
              <a:spcBef>
                <a:spcPts val="0"/>
              </a:spcBef>
              <a:buNone/>
              <a:defRPr sz="2600" b="1">
                <a:solidFill>
                  <a:schemeClr val="bg1"/>
                </a:solidFill>
              </a:defRPr>
            </a:lvl1pPr>
            <a:lvl2pPr marL="271463" indent="0">
              <a:buNone/>
              <a:defRPr/>
            </a:lvl2pPr>
          </a:lstStyle>
          <a:p>
            <a:pPr lvl="0"/>
            <a:r>
              <a:rPr lang="es-ES" dirty="0"/>
              <a:t>09 de febrero de 2021</a:t>
            </a:r>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5118806" y="5867012"/>
            <a:ext cx="1800493" cy="430887"/>
          </a:xfrm>
          <a:prstGeom prst="rect">
            <a:avLst/>
          </a:prstGeom>
          <a:noFill/>
        </p:spPr>
        <p:txBody>
          <a:bodyPr wrap="none" rtlCol="0">
            <a:spAutoFit/>
          </a:bodyPr>
          <a:lstStyle/>
          <a:p>
            <a:r>
              <a:rPr lang="es-ES" sz="2200" b="1" dirty="0">
                <a:solidFill>
                  <a:schemeClr val="bg1"/>
                </a:solidFill>
              </a:rPr>
              <a:t>Ve más allá</a:t>
            </a:r>
          </a:p>
        </p:txBody>
      </p:sp>
      <p:pic>
        <p:nvPicPr>
          <p:cNvPr id="3" name="Gráfico 2">
            <a:extLst>
              <a:ext uri="{FF2B5EF4-FFF2-40B4-BE49-F238E27FC236}">
                <a16:creationId xmlns:a16="http://schemas.microsoft.com/office/drawing/2014/main" id="{A369E776-9025-4045-AE48-B61FB55551E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3000045432"/>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Portada 02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15" name="Gráfico 14">
            <a:extLst>
              <a:ext uri="{FF2B5EF4-FFF2-40B4-BE49-F238E27FC236}">
                <a16:creationId xmlns:a16="http://schemas.microsoft.com/office/drawing/2014/main" id="{3AA131F7-FE48-4A37-99A2-4382148F7C0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7690871" y="2730479"/>
            <a:ext cx="4902086" cy="1442094"/>
          </a:xfrm>
        </p:spPr>
        <p:txBody>
          <a:bodyPr anchor="t">
            <a:normAutofit/>
          </a:bodyPr>
          <a:lstStyle>
            <a:lvl1pPr>
              <a:defRPr sz="4300" b="1">
                <a:solidFill>
                  <a:schemeClr val="bg1"/>
                </a:solidFill>
                <a:latin typeface="Century Gothic" panose="020B0502020202020204" pitchFamily="34" charset="0"/>
              </a:defRPr>
            </a:lvl1pPr>
          </a:lstStyle>
          <a:p>
            <a:r>
              <a:rPr lang="es-ES" dirty="0" err="1"/>
              <a:t>Opienscre</a:t>
            </a:r>
            <a:r>
              <a:rPr lang="es-ES" dirty="0"/>
              <a:t> in </a:t>
            </a:r>
            <a:r>
              <a:rPr lang="es-ES" dirty="0" err="1"/>
              <a:t>restiam</a:t>
            </a:r>
            <a:r>
              <a:rPr lang="es-ES" dirty="0"/>
              <a:t> </a:t>
            </a:r>
            <a:r>
              <a:rPr lang="es-ES" dirty="0" err="1"/>
              <a:t>publis</a:t>
            </a:r>
            <a:r>
              <a:rPr lang="es-ES" dirty="0"/>
              <a:t> </a:t>
            </a:r>
            <a:r>
              <a:rPr lang="es-ES" dirty="0" err="1"/>
              <a:t>hor</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7690871" y="423732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Restiam</a:t>
            </a:r>
            <a:r>
              <a:rPr lang="es-ES" dirty="0"/>
              <a:t> </a:t>
            </a:r>
            <a:r>
              <a:rPr lang="es-ES" dirty="0" err="1"/>
              <a:t>publis</a:t>
            </a:r>
            <a:r>
              <a:rPr lang="es-ES" dirty="0"/>
              <a:t> </a:t>
            </a:r>
            <a:r>
              <a:rPr lang="es-ES" dirty="0" err="1"/>
              <a:t>hore</a:t>
            </a:r>
            <a:r>
              <a:rPr lang="es-ES" dirty="0"/>
              <a:t> </a:t>
            </a:r>
            <a:r>
              <a:rPr lang="es-ES" dirty="0" err="1"/>
              <a:t>estiam</a:t>
            </a:r>
            <a:endParaRPr lang="es-ES" dirty="0"/>
          </a:p>
          <a:p>
            <a:pPr lvl="0"/>
            <a:r>
              <a:rPr lang="es-ES" dirty="0" err="1"/>
              <a:t>Publis</a:t>
            </a:r>
            <a:r>
              <a:rPr lang="es-ES" dirty="0"/>
              <a:t> </a:t>
            </a:r>
            <a:r>
              <a:rPr lang="es-ES" dirty="0" err="1"/>
              <a:t>hore</a:t>
            </a:r>
            <a:r>
              <a:rPr lang="es-ES" dirty="0"/>
              <a:t> </a:t>
            </a:r>
            <a:r>
              <a:rPr lang="es-ES" dirty="0" err="1"/>
              <a:t>hore</a:t>
            </a:r>
            <a:endParaRPr lang="es-ES" dirty="0"/>
          </a:p>
        </p:txBody>
      </p:sp>
      <p:sp>
        <p:nvSpPr>
          <p:cNvPr id="11" name="Marcador de texto 6">
            <a:extLst>
              <a:ext uri="{FF2B5EF4-FFF2-40B4-BE49-F238E27FC236}">
                <a16:creationId xmlns:a16="http://schemas.microsoft.com/office/drawing/2014/main" id="{0A95CA33-F0F0-4110-8F61-E718D61611DC}"/>
              </a:ext>
            </a:extLst>
          </p:cNvPr>
          <p:cNvSpPr>
            <a:spLocks noGrp="1"/>
          </p:cNvSpPr>
          <p:nvPr>
            <p:ph type="body" sz="quarter" idx="11" hasCustomPrompt="1"/>
          </p:nvPr>
        </p:nvSpPr>
        <p:spPr>
          <a:xfrm>
            <a:off x="7690871" y="4979647"/>
            <a:ext cx="4902086" cy="696630"/>
          </a:xfrm>
        </p:spPr>
        <p:txBody>
          <a:bodyPr>
            <a:noAutofit/>
          </a:bodyPr>
          <a:lstStyle>
            <a:lvl1pPr marL="0" indent="0">
              <a:lnSpc>
                <a:spcPts val="2600"/>
              </a:lnSpc>
              <a:spcBef>
                <a:spcPts val="0"/>
              </a:spcBef>
              <a:buNone/>
              <a:defRPr sz="2600" b="1">
                <a:solidFill>
                  <a:schemeClr val="bg1"/>
                </a:solidFill>
              </a:defRPr>
            </a:lvl1pPr>
            <a:lvl2pPr marL="271463" indent="0">
              <a:buNone/>
              <a:defRPr/>
            </a:lvl2pPr>
          </a:lstStyle>
          <a:p>
            <a:pPr lvl="0"/>
            <a:r>
              <a:rPr lang="es-ES" dirty="0"/>
              <a:t>09 de febrero de 2021</a:t>
            </a:r>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6689024" y="5867012"/>
            <a:ext cx="1800493" cy="430887"/>
          </a:xfrm>
          <a:prstGeom prst="rect">
            <a:avLst/>
          </a:prstGeom>
          <a:noFill/>
        </p:spPr>
        <p:txBody>
          <a:bodyPr wrap="none" rtlCol="0">
            <a:spAutoFit/>
          </a:bodyPr>
          <a:lstStyle/>
          <a:p>
            <a:r>
              <a:rPr lang="es-ES" sz="2200" b="1" dirty="0">
                <a:solidFill>
                  <a:schemeClr val="bg1"/>
                </a:solidFill>
              </a:rPr>
              <a:t>Ve más allá</a:t>
            </a:r>
          </a:p>
        </p:txBody>
      </p:sp>
      <p:pic>
        <p:nvPicPr>
          <p:cNvPr id="9" name="Gráfico 8">
            <a:extLst>
              <a:ext uri="{FF2B5EF4-FFF2-40B4-BE49-F238E27FC236}">
                <a16:creationId xmlns:a16="http://schemas.microsoft.com/office/drawing/2014/main" id="{CEDA1D87-413B-4A5E-A34F-3C9CA2BA7C4F}"/>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18038" y="908844"/>
            <a:ext cx="2910840" cy="800100"/>
          </a:xfrm>
          <a:prstGeom prst="rect">
            <a:avLst/>
          </a:prstGeom>
        </p:spPr>
      </p:pic>
    </p:spTree>
    <p:extLst>
      <p:ext uri="{BB962C8B-B14F-4D97-AF65-F5344CB8AC3E}">
        <p14:creationId xmlns:p14="http://schemas.microsoft.com/office/powerpoint/2010/main" val="2630835857"/>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Portada 02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3" name="Gráfico 2">
            <a:extLst>
              <a:ext uri="{FF2B5EF4-FFF2-40B4-BE49-F238E27FC236}">
                <a16:creationId xmlns:a16="http://schemas.microsoft.com/office/drawing/2014/main" id="{390F3110-B03E-467A-B204-79CB33AD5E4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12" name="Título 12">
            <a:extLst>
              <a:ext uri="{FF2B5EF4-FFF2-40B4-BE49-F238E27FC236}">
                <a16:creationId xmlns:a16="http://schemas.microsoft.com/office/drawing/2014/main" id="{687D23B1-A2E4-47D2-9145-B941FAC926A8}"/>
              </a:ext>
            </a:extLst>
          </p:cNvPr>
          <p:cNvSpPr>
            <a:spLocks noGrp="1"/>
          </p:cNvSpPr>
          <p:nvPr>
            <p:ph type="title" hasCustomPrompt="1"/>
          </p:nvPr>
        </p:nvSpPr>
        <p:spPr>
          <a:xfrm>
            <a:off x="7690871" y="2730479"/>
            <a:ext cx="4902086" cy="1442094"/>
          </a:xfrm>
        </p:spPr>
        <p:txBody>
          <a:bodyPr anchor="t">
            <a:normAutofit/>
          </a:bodyPr>
          <a:lstStyle>
            <a:lvl1pPr>
              <a:defRPr sz="4300" b="1">
                <a:solidFill>
                  <a:schemeClr val="bg1"/>
                </a:solidFill>
                <a:latin typeface="Century Gothic" panose="020B0502020202020204" pitchFamily="34" charset="0"/>
              </a:defRPr>
            </a:lvl1pPr>
          </a:lstStyle>
          <a:p>
            <a:r>
              <a:rPr lang="es-ES" dirty="0" err="1"/>
              <a:t>Opienscre</a:t>
            </a:r>
            <a:r>
              <a:rPr lang="es-ES" dirty="0"/>
              <a:t> in </a:t>
            </a:r>
            <a:r>
              <a:rPr lang="es-ES" dirty="0" err="1"/>
              <a:t>restiam</a:t>
            </a:r>
            <a:r>
              <a:rPr lang="es-ES" dirty="0"/>
              <a:t> </a:t>
            </a:r>
            <a:r>
              <a:rPr lang="es-ES" dirty="0" err="1"/>
              <a:t>publis</a:t>
            </a:r>
            <a:r>
              <a:rPr lang="es-ES" dirty="0"/>
              <a:t> </a:t>
            </a:r>
            <a:r>
              <a:rPr lang="es-ES" dirty="0" err="1"/>
              <a:t>hor</a:t>
            </a:r>
            <a:endParaRPr lang="es-ES" dirty="0"/>
          </a:p>
        </p:txBody>
      </p:sp>
      <p:sp>
        <p:nvSpPr>
          <p:cNvPr id="15" name="Marcador de texto 6">
            <a:extLst>
              <a:ext uri="{FF2B5EF4-FFF2-40B4-BE49-F238E27FC236}">
                <a16:creationId xmlns:a16="http://schemas.microsoft.com/office/drawing/2014/main" id="{0C1055D0-D668-4CEA-98EF-3D27C3A7A835}"/>
              </a:ext>
            </a:extLst>
          </p:cNvPr>
          <p:cNvSpPr>
            <a:spLocks noGrp="1"/>
          </p:cNvSpPr>
          <p:nvPr>
            <p:ph type="body" sz="quarter" idx="10" hasCustomPrompt="1"/>
          </p:nvPr>
        </p:nvSpPr>
        <p:spPr>
          <a:xfrm>
            <a:off x="7690871" y="423732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Restiam</a:t>
            </a:r>
            <a:r>
              <a:rPr lang="es-ES" dirty="0"/>
              <a:t> </a:t>
            </a:r>
            <a:r>
              <a:rPr lang="es-ES" dirty="0" err="1"/>
              <a:t>publis</a:t>
            </a:r>
            <a:r>
              <a:rPr lang="es-ES" dirty="0"/>
              <a:t> </a:t>
            </a:r>
            <a:r>
              <a:rPr lang="es-ES" dirty="0" err="1"/>
              <a:t>hore</a:t>
            </a:r>
            <a:r>
              <a:rPr lang="es-ES" dirty="0"/>
              <a:t> </a:t>
            </a:r>
            <a:r>
              <a:rPr lang="es-ES" dirty="0" err="1"/>
              <a:t>estiam</a:t>
            </a:r>
            <a:endParaRPr lang="es-ES" dirty="0"/>
          </a:p>
          <a:p>
            <a:pPr lvl="0"/>
            <a:r>
              <a:rPr lang="es-ES" dirty="0" err="1"/>
              <a:t>Publis</a:t>
            </a:r>
            <a:r>
              <a:rPr lang="es-ES" dirty="0"/>
              <a:t> </a:t>
            </a:r>
            <a:r>
              <a:rPr lang="es-ES" dirty="0" err="1"/>
              <a:t>hore</a:t>
            </a:r>
            <a:r>
              <a:rPr lang="es-ES" dirty="0"/>
              <a:t> </a:t>
            </a:r>
            <a:r>
              <a:rPr lang="es-ES" dirty="0" err="1"/>
              <a:t>hore</a:t>
            </a:r>
            <a:endParaRPr lang="es-ES" dirty="0"/>
          </a:p>
        </p:txBody>
      </p:sp>
      <p:sp>
        <p:nvSpPr>
          <p:cNvPr id="16" name="Marcador de texto 6">
            <a:extLst>
              <a:ext uri="{FF2B5EF4-FFF2-40B4-BE49-F238E27FC236}">
                <a16:creationId xmlns:a16="http://schemas.microsoft.com/office/drawing/2014/main" id="{520D1EEB-61C8-4F89-A922-A3F95BE81C1A}"/>
              </a:ext>
            </a:extLst>
          </p:cNvPr>
          <p:cNvSpPr>
            <a:spLocks noGrp="1"/>
          </p:cNvSpPr>
          <p:nvPr>
            <p:ph type="body" sz="quarter" idx="11" hasCustomPrompt="1"/>
          </p:nvPr>
        </p:nvSpPr>
        <p:spPr>
          <a:xfrm>
            <a:off x="7690871" y="4979647"/>
            <a:ext cx="4902086" cy="696630"/>
          </a:xfrm>
        </p:spPr>
        <p:txBody>
          <a:bodyPr>
            <a:noAutofit/>
          </a:bodyPr>
          <a:lstStyle>
            <a:lvl1pPr marL="0" indent="0">
              <a:lnSpc>
                <a:spcPts val="2600"/>
              </a:lnSpc>
              <a:spcBef>
                <a:spcPts val="0"/>
              </a:spcBef>
              <a:buNone/>
              <a:defRPr sz="2600" b="1">
                <a:solidFill>
                  <a:schemeClr val="bg1"/>
                </a:solidFill>
              </a:defRPr>
            </a:lvl1pPr>
            <a:lvl2pPr marL="271463" indent="0">
              <a:buNone/>
              <a:defRPr/>
            </a:lvl2pPr>
          </a:lstStyle>
          <a:p>
            <a:pPr lvl="0"/>
            <a:r>
              <a:rPr lang="es-ES" dirty="0"/>
              <a:t>09 de febrero de 2021</a:t>
            </a:r>
          </a:p>
        </p:txBody>
      </p:sp>
      <p:sp>
        <p:nvSpPr>
          <p:cNvPr id="17" name="CuadroTexto 16">
            <a:extLst>
              <a:ext uri="{FF2B5EF4-FFF2-40B4-BE49-F238E27FC236}">
                <a16:creationId xmlns:a16="http://schemas.microsoft.com/office/drawing/2014/main" id="{F04B9E36-C6C2-4B31-AACB-24F008FF04FE}"/>
              </a:ext>
            </a:extLst>
          </p:cNvPr>
          <p:cNvSpPr txBox="1"/>
          <p:nvPr userDrawn="1"/>
        </p:nvSpPr>
        <p:spPr>
          <a:xfrm>
            <a:off x="6689024" y="5867012"/>
            <a:ext cx="1800493" cy="430887"/>
          </a:xfrm>
          <a:prstGeom prst="rect">
            <a:avLst/>
          </a:prstGeom>
          <a:noFill/>
        </p:spPr>
        <p:txBody>
          <a:bodyPr wrap="none" rtlCol="0">
            <a:spAutoFit/>
          </a:bodyPr>
          <a:lstStyle/>
          <a:p>
            <a:r>
              <a:rPr lang="es-ES" sz="2200" b="1" dirty="0">
                <a:solidFill>
                  <a:schemeClr val="bg1"/>
                </a:solidFill>
              </a:rPr>
              <a:t>Ve más allá</a:t>
            </a:r>
          </a:p>
        </p:txBody>
      </p:sp>
      <p:pic>
        <p:nvPicPr>
          <p:cNvPr id="10" name="Gráfico 9">
            <a:extLst>
              <a:ext uri="{FF2B5EF4-FFF2-40B4-BE49-F238E27FC236}">
                <a16:creationId xmlns:a16="http://schemas.microsoft.com/office/drawing/2014/main" id="{2002B7AF-0789-4D75-B8F0-4A6854252C98}"/>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4186031387"/>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Portada 03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A14E8383-EBBB-43A5-8288-826364F072DD}"/>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 y="0"/>
            <a:ext cx="14630397"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32014" y="2730479"/>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32014" y="362959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2711316" y="6662208"/>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3644957" y="5152734"/>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3644957" y="5783254"/>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3644957" y="5392438"/>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7" name="Gráfico 16">
            <a:extLst>
              <a:ext uri="{FF2B5EF4-FFF2-40B4-BE49-F238E27FC236}">
                <a16:creationId xmlns:a16="http://schemas.microsoft.com/office/drawing/2014/main" id="{CF431FBC-869A-42BD-8876-A0B0DA4D2D2C}"/>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10840" cy="800100"/>
          </a:xfrm>
          <a:prstGeom prst="rect">
            <a:avLst/>
          </a:prstGeom>
        </p:spPr>
      </p:pic>
    </p:spTree>
    <p:extLst>
      <p:ext uri="{BB962C8B-B14F-4D97-AF65-F5344CB8AC3E}">
        <p14:creationId xmlns:p14="http://schemas.microsoft.com/office/powerpoint/2010/main" val="465630634"/>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Portada 03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A14E8383-EBBB-43A5-8288-826364F072DD}"/>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 y="0"/>
            <a:ext cx="14630397" cy="8229598"/>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32014" y="2730479"/>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32014" y="362959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2711316" y="6662208"/>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3644957" y="5152734"/>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3644957" y="5783254"/>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3644957" y="5392438"/>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7" name="Gráfico 16">
            <a:extLst>
              <a:ext uri="{FF2B5EF4-FFF2-40B4-BE49-F238E27FC236}">
                <a16:creationId xmlns:a16="http://schemas.microsoft.com/office/drawing/2014/main" id="{D71C7A76-B3FC-4D82-9E7A-2B97594E11DE}"/>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1557260332"/>
      </p:ext>
    </p:extLst>
  </p:cSld>
  <p:clrMapOvr>
    <a:masterClrMapping/>
  </p:clrMapOvr>
  <p:extLst>
    <p:ext uri="{DCECCB84-F9BA-43D5-87BE-67443E8EF086}">
      <p15:sldGuideLst xmlns:p15="http://schemas.microsoft.com/office/powerpoint/2012/main"/>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Portada 04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6" name="Gráfico 5">
            <a:extLst>
              <a:ext uri="{FF2B5EF4-FFF2-40B4-BE49-F238E27FC236}">
                <a16:creationId xmlns:a16="http://schemas.microsoft.com/office/drawing/2014/main" id="{480EAAD8-7A6F-435E-A8EC-6782A258B51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8460128" y="2730479"/>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8460128" y="362959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9081650" y="6662208"/>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6907100" y="5152734"/>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6907100" y="5783254"/>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6907100" y="5392438"/>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1" name="Gráfico 10">
            <a:extLst>
              <a:ext uri="{FF2B5EF4-FFF2-40B4-BE49-F238E27FC236}">
                <a16:creationId xmlns:a16="http://schemas.microsoft.com/office/drawing/2014/main" id="{7D477561-B3ED-45D0-B1A9-8965EAF07DA5}"/>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18038" y="908844"/>
            <a:ext cx="2910840" cy="800100"/>
          </a:xfrm>
          <a:prstGeom prst="rect">
            <a:avLst/>
          </a:prstGeom>
        </p:spPr>
      </p:pic>
    </p:spTree>
    <p:extLst>
      <p:ext uri="{BB962C8B-B14F-4D97-AF65-F5344CB8AC3E}">
        <p14:creationId xmlns:p14="http://schemas.microsoft.com/office/powerpoint/2010/main" val="135416623"/>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Portada 04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3" name="Gráfico 2">
            <a:extLst>
              <a:ext uri="{FF2B5EF4-FFF2-40B4-BE49-F238E27FC236}">
                <a16:creationId xmlns:a16="http://schemas.microsoft.com/office/drawing/2014/main" id="{07A6838A-54ED-4793-920B-D51FFB65AF79}"/>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8460128" y="2730479"/>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8460128" y="362959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9081650" y="6662208"/>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6907100" y="5152734"/>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6907100" y="5783254"/>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6907100" y="5392438"/>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7" name="Gráfico 16">
            <a:extLst>
              <a:ext uri="{FF2B5EF4-FFF2-40B4-BE49-F238E27FC236}">
                <a16:creationId xmlns:a16="http://schemas.microsoft.com/office/drawing/2014/main" id="{B7025F53-D008-456B-8B64-2AF0FCED69C2}"/>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806780128"/>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Portada Postgrado 01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A7C86FC7-5A1A-4090-9272-7DF1802A6DF9}"/>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7666679" y="1251634"/>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7666679" y="2150745"/>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9089538" y="5891847"/>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6777679" y="4301138"/>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6777679" y="4931658"/>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6777679" y="4540842"/>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8" name="Gráfico 17">
            <a:extLst>
              <a:ext uri="{FF2B5EF4-FFF2-40B4-BE49-F238E27FC236}">
                <a16:creationId xmlns:a16="http://schemas.microsoft.com/office/drawing/2014/main" id="{C5C40D8B-4E89-4E84-A91A-99610A7D38F8}"/>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3338474058"/>
      </p:ext>
    </p:extLst>
  </p:cSld>
  <p:clrMapOvr>
    <a:masterClrMapping/>
  </p:clrMapOvr>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Portada Postgrado 01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15" name="Gráfico 14">
            <a:extLst>
              <a:ext uri="{FF2B5EF4-FFF2-40B4-BE49-F238E27FC236}">
                <a16:creationId xmlns:a16="http://schemas.microsoft.com/office/drawing/2014/main" id="{FDF6CC3E-2001-470F-B923-CF9DC1D22FF6}"/>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18038" y="908844"/>
            <a:ext cx="2910840" cy="800100"/>
          </a:xfrm>
          <a:prstGeom prst="rect">
            <a:avLst/>
          </a:prstGeom>
        </p:spPr>
      </p:pic>
      <p:pic>
        <p:nvPicPr>
          <p:cNvPr id="6" name="Imagen 5">
            <a:extLst>
              <a:ext uri="{FF2B5EF4-FFF2-40B4-BE49-F238E27FC236}">
                <a16:creationId xmlns:a16="http://schemas.microsoft.com/office/drawing/2014/main" id="{A7C86FC7-5A1A-4090-9272-7DF1802A6DF9}"/>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1" y="-11995"/>
            <a:ext cx="14630397"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7666679" y="1251634"/>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7666679" y="2150745"/>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9089538" y="5891847"/>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0" name="Marcador de texto 6">
            <a:extLst>
              <a:ext uri="{FF2B5EF4-FFF2-40B4-BE49-F238E27FC236}">
                <a16:creationId xmlns:a16="http://schemas.microsoft.com/office/drawing/2014/main" id="{1D7EC42F-D5BA-42B2-93A1-4025C46665B2}"/>
              </a:ext>
            </a:extLst>
          </p:cNvPr>
          <p:cNvSpPr>
            <a:spLocks noGrp="1"/>
          </p:cNvSpPr>
          <p:nvPr>
            <p:ph type="body" sz="quarter" idx="11" hasCustomPrompt="1"/>
          </p:nvPr>
        </p:nvSpPr>
        <p:spPr>
          <a:xfrm>
            <a:off x="6777679" y="4301138"/>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7" name="Marcador de texto 6">
            <a:extLst>
              <a:ext uri="{FF2B5EF4-FFF2-40B4-BE49-F238E27FC236}">
                <a16:creationId xmlns:a16="http://schemas.microsoft.com/office/drawing/2014/main" id="{37327B23-2573-4A9B-9DAE-80306377F0E0}"/>
              </a:ext>
            </a:extLst>
          </p:cNvPr>
          <p:cNvSpPr>
            <a:spLocks noGrp="1"/>
          </p:cNvSpPr>
          <p:nvPr>
            <p:ph type="body" sz="quarter" idx="12" hasCustomPrompt="1"/>
          </p:nvPr>
        </p:nvSpPr>
        <p:spPr>
          <a:xfrm>
            <a:off x="6777679" y="4931658"/>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8" name="Marcador de texto 6">
            <a:extLst>
              <a:ext uri="{FF2B5EF4-FFF2-40B4-BE49-F238E27FC236}">
                <a16:creationId xmlns:a16="http://schemas.microsoft.com/office/drawing/2014/main" id="{555CB57D-40B9-47B3-9D19-DBE91B8BE3BA}"/>
              </a:ext>
            </a:extLst>
          </p:cNvPr>
          <p:cNvSpPr>
            <a:spLocks noGrp="1"/>
          </p:cNvSpPr>
          <p:nvPr>
            <p:ph type="body" sz="quarter" idx="13" hasCustomPrompt="1"/>
          </p:nvPr>
        </p:nvSpPr>
        <p:spPr>
          <a:xfrm>
            <a:off x="6777679" y="4540842"/>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spTree>
    <p:extLst>
      <p:ext uri="{BB962C8B-B14F-4D97-AF65-F5344CB8AC3E}">
        <p14:creationId xmlns:p14="http://schemas.microsoft.com/office/powerpoint/2010/main" val="1762902713"/>
      </p:ext>
    </p:extLst>
  </p:cSld>
  <p:clrMapOvr>
    <a:masterClrMapping/>
  </p:clrMapOvr>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Portada Postgrado 02_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C3720937-C11B-4355-8352-F40F0B3DB1E5}"/>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7666679" y="1251634"/>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7666679" y="2150745"/>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6780854" y="4301138"/>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6780854" y="4931658"/>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6780854" y="4540842"/>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sp>
        <p:nvSpPr>
          <p:cNvPr id="17" name="CuadroTexto 16">
            <a:extLst>
              <a:ext uri="{FF2B5EF4-FFF2-40B4-BE49-F238E27FC236}">
                <a16:creationId xmlns:a16="http://schemas.microsoft.com/office/drawing/2014/main" id="{110EE0B2-CBE1-4867-8036-431D8B048DA9}"/>
              </a:ext>
            </a:extLst>
          </p:cNvPr>
          <p:cNvSpPr txBox="1"/>
          <p:nvPr userDrawn="1"/>
        </p:nvSpPr>
        <p:spPr>
          <a:xfrm>
            <a:off x="10692101" y="6706077"/>
            <a:ext cx="1800493" cy="430887"/>
          </a:xfrm>
          <a:prstGeom prst="rect">
            <a:avLst/>
          </a:prstGeom>
          <a:noFill/>
        </p:spPr>
        <p:txBody>
          <a:bodyPr wrap="none" rtlCol="0">
            <a:spAutoFit/>
          </a:bodyPr>
          <a:lstStyle/>
          <a:p>
            <a:r>
              <a:rPr lang="es-ES" sz="2200" b="1" dirty="0">
                <a:solidFill>
                  <a:srgbClr val="1E1E1E"/>
                </a:solidFill>
              </a:rPr>
              <a:t>Ve más allá</a:t>
            </a:r>
          </a:p>
        </p:txBody>
      </p:sp>
      <p:pic>
        <p:nvPicPr>
          <p:cNvPr id="14" name="Gráfico 13">
            <a:extLst>
              <a:ext uri="{FF2B5EF4-FFF2-40B4-BE49-F238E27FC236}">
                <a16:creationId xmlns:a16="http://schemas.microsoft.com/office/drawing/2014/main" id="{85240EFF-F9FA-4BD4-B5F5-57D533E60BBA}"/>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444324120"/>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Portada Postgrado 02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12" name="Gráfico 11">
            <a:extLst>
              <a:ext uri="{FF2B5EF4-FFF2-40B4-BE49-F238E27FC236}">
                <a16:creationId xmlns:a16="http://schemas.microsoft.com/office/drawing/2014/main" id="{CF03BCA2-3200-43B6-9331-514527A1E4E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18038" y="908844"/>
            <a:ext cx="2910840" cy="800100"/>
          </a:xfrm>
          <a:prstGeom prst="rect">
            <a:avLst/>
          </a:prstGeom>
        </p:spPr>
      </p:pic>
      <p:pic>
        <p:nvPicPr>
          <p:cNvPr id="5" name="Imagen 4">
            <a:extLst>
              <a:ext uri="{FF2B5EF4-FFF2-40B4-BE49-F238E27FC236}">
                <a16:creationId xmlns:a16="http://schemas.microsoft.com/office/drawing/2014/main" id="{C3720937-C11B-4355-8352-F40F0B3DB1E5}"/>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1" y="0"/>
            <a:ext cx="14630397"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7666679" y="1251634"/>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7666679" y="2150745"/>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7" name="CuadroTexto 16">
            <a:extLst>
              <a:ext uri="{FF2B5EF4-FFF2-40B4-BE49-F238E27FC236}">
                <a16:creationId xmlns:a16="http://schemas.microsoft.com/office/drawing/2014/main" id="{110EE0B2-CBE1-4867-8036-431D8B048DA9}"/>
              </a:ext>
            </a:extLst>
          </p:cNvPr>
          <p:cNvSpPr txBox="1"/>
          <p:nvPr userDrawn="1"/>
        </p:nvSpPr>
        <p:spPr>
          <a:xfrm>
            <a:off x="10692101" y="6706077"/>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8" name="Marcador de texto 6">
            <a:extLst>
              <a:ext uri="{FF2B5EF4-FFF2-40B4-BE49-F238E27FC236}">
                <a16:creationId xmlns:a16="http://schemas.microsoft.com/office/drawing/2014/main" id="{E9E87237-2393-4708-BB01-402743EEE83D}"/>
              </a:ext>
            </a:extLst>
          </p:cNvPr>
          <p:cNvSpPr>
            <a:spLocks noGrp="1"/>
          </p:cNvSpPr>
          <p:nvPr>
            <p:ph type="body" sz="quarter" idx="11" hasCustomPrompt="1"/>
          </p:nvPr>
        </p:nvSpPr>
        <p:spPr>
          <a:xfrm>
            <a:off x="6780854" y="4301138"/>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9" name="Marcador de texto 6">
            <a:extLst>
              <a:ext uri="{FF2B5EF4-FFF2-40B4-BE49-F238E27FC236}">
                <a16:creationId xmlns:a16="http://schemas.microsoft.com/office/drawing/2014/main" id="{097452DD-1D24-4B73-8871-9E287BD51F86}"/>
              </a:ext>
            </a:extLst>
          </p:cNvPr>
          <p:cNvSpPr>
            <a:spLocks noGrp="1"/>
          </p:cNvSpPr>
          <p:nvPr>
            <p:ph type="body" sz="quarter" idx="12" hasCustomPrompt="1"/>
          </p:nvPr>
        </p:nvSpPr>
        <p:spPr>
          <a:xfrm>
            <a:off x="6780854" y="4931658"/>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20" name="Marcador de texto 6">
            <a:extLst>
              <a:ext uri="{FF2B5EF4-FFF2-40B4-BE49-F238E27FC236}">
                <a16:creationId xmlns:a16="http://schemas.microsoft.com/office/drawing/2014/main" id="{4205B8DF-49CC-416F-8134-594BDF042D5E}"/>
              </a:ext>
            </a:extLst>
          </p:cNvPr>
          <p:cNvSpPr>
            <a:spLocks noGrp="1"/>
          </p:cNvSpPr>
          <p:nvPr>
            <p:ph type="body" sz="quarter" idx="13" hasCustomPrompt="1"/>
          </p:nvPr>
        </p:nvSpPr>
        <p:spPr>
          <a:xfrm>
            <a:off x="6780854" y="4540842"/>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spTree>
    <p:extLst>
      <p:ext uri="{BB962C8B-B14F-4D97-AF65-F5344CB8AC3E}">
        <p14:creationId xmlns:p14="http://schemas.microsoft.com/office/powerpoint/2010/main" val="243143044"/>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Portada Postgrado 03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9" name="Gráfico 8">
            <a:extLst>
              <a:ext uri="{FF2B5EF4-FFF2-40B4-BE49-F238E27FC236}">
                <a16:creationId xmlns:a16="http://schemas.microsoft.com/office/drawing/2014/main" id="{358086F5-BD6F-4A53-B017-4BA2C380D805}"/>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79093" y="2877701"/>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79093" y="3776812"/>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7" name="CuadroTexto 16">
            <a:extLst>
              <a:ext uri="{FF2B5EF4-FFF2-40B4-BE49-F238E27FC236}">
                <a16:creationId xmlns:a16="http://schemas.microsoft.com/office/drawing/2014/main" id="{110EE0B2-CBE1-4867-8036-431D8B048DA9}"/>
              </a:ext>
            </a:extLst>
          </p:cNvPr>
          <p:cNvSpPr txBox="1"/>
          <p:nvPr userDrawn="1"/>
        </p:nvSpPr>
        <p:spPr>
          <a:xfrm>
            <a:off x="2728291" y="6706077"/>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8" name="Marcador de texto 6">
            <a:extLst>
              <a:ext uri="{FF2B5EF4-FFF2-40B4-BE49-F238E27FC236}">
                <a16:creationId xmlns:a16="http://schemas.microsoft.com/office/drawing/2014/main" id="{E9E87237-2393-4708-BB01-402743EEE83D}"/>
              </a:ext>
            </a:extLst>
          </p:cNvPr>
          <p:cNvSpPr>
            <a:spLocks noGrp="1"/>
          </p:cNvSpPr>
          <p:nvPr>
            <p:ph type="body" sz="quarter" idx="11" hasCustomPrompt="1"/>
          </p:nvPr>
        </p:nvSpPr>
        <p:spPr>
          <a:xfrm>
            <a:off x="4400512" y="5085019"/>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9" name="Marcador de texto 6">
            <a:extLst>
              <a:ext uri="{FF2B5EF4-FFF2-40B4-BE49-F238E27FC236}">
                <a16:creationId xmlns:a16="http://schemas.microsoft.com/office/drawing/2014/main" id="{097452DD-1D24-4B73-8871-9E287BD51F86}"/>
              </a:ext>
            </a:extLst>
          </p:cNvPr>
          <p:cNvSpPr>
            <a:spLocks noGrp="1"/>
          </p:cNvSpPr>
          <p:nvPr>
            <p:ph type="body" sz="quarter" idx="12" hasCustomPrompt="1"/>
          </p:nvPr>
        </p:nvSpPr>
        <p:spPr>
          <a:xfrm>
            <a:off x="4400512" y="5715539"/>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20" name="Marcador de texto 6">
            <a:extLst>
              <a:ext uri="{FF2B5EF4-FFF2-40B4-BE49-F238E27FC236}">
                <a16:creationId xmlns:a16="http://schemas.microsoft.com/office/drawing/2014/main" id="{4205B8DF-49CC-416F-8134-594BDF042D5E}"/>
              </a:ext>
            </a:extLst>
          </p:cNvPr>
          <p:cNvSpPr>
            <a:spLocks noGrp="1"/>
          </p:cNvSpPr>
          <p:nvPr>
            <p:ph type="body" sz="quarter" idx="13" hasCustomPrompt="1"/>
          </p:nvPr>
        </p:nvSpPr>
        <p:spPr>
          <a:xfrm>
            <a:off x="4400512" y="5324723"/>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1" name="Gráfico 10">
            <a:extLst>
              <a:ext uri="{FF2B5EF4-FFF2-40B4-BE49-F238E27FC236}">
                <a16:creationId xmlns:a16="http://schemas.microsoft.com/office/drawing/2014/main" id="{8E8927FA-4CB0-4C74-9670-4CC6D2AE6CAC}"/>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3442821918"/>
      </p:ext>
    </p:extLst>
  </p:cSld>
  <p:clrMapOvr>
    <a:masterClrMapping/>
  </p:clrMapOvr>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Portada Postgrado 03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11" name="Gráfico 10">
            <a:extLst>
              <a:ext uri="{FF2B5EF4-FFF2-40B4-BE49-F238E27FC236}">
                <a16:creationId xmlns:a16="http://schemas.microsoft.com/office/drawing/2014/main" id="{668F97EE-AC5B-4F08-BEB0-4F185B1FECF7}"/>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18038" y="908844"/>
            <a:ext cx="2910840" cy="800100"/>
          </a:xfrm>
          <a:prstGeom prst="rect">
            <a:avLst/>
          </a:prstGeom>
        </p:spPr>
      </p:pic>
      <p:pic>
        <p:nvPicPr>
          <p:cNvPr id="6" name="Gráfico 5">
            <a:extLst>
              <a:ext uri="{FF2B5EF4-FFF2-40B4-BE49-F238E27FC236}">
                <a16:creationId xmlns:a16="http://schemas.microsoft.com/office/drawing/2014/main" id="{81D94336-38A4-4BE4-B68C-C583816EAD7D}"/>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0" y="0"/>
            <a:ext cx="14630400" cy="8229600"/>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79093" y="2877701"/>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79093" y="3776812"/>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7" name="CuadroTexto 16">
            <a:extLst>
              <a:ext uri="{FF2B5EF4-FFF2-40B4-BE49-F238E27FC236}">
                <a16:creationId xmlns:a16="http://schemas.microsoft.com/office/drawing/2014/main" id="{110EE0B2-CBE1-4867-8036-431D8B048DA9}"/>
              </a:ext>
            </a:extLst>
          </p:cNvPr>
          <p:cNvSpPr txBox="1"/>
          <p:nvPr userDrawn="1"/>
        </p:nvSpPr>
        <p:spPr>
          <a:xfrm>
            <a:off x="2728291" y="6706077"/>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8" name="Marcador de texto 6">
            <a:extLst>
              <a:ext uri="{FF2B5EF4-FFF2-40B4-BE49-F238E27FC236}">
                <a16:creationId xmlns:a16="http://schemas.microsoft.com/office/drawing/2014/main" id="{E9E87237-2393-4708-BB01-402743EEE83D}"/>
              </a:ext>
            </a:extLst>
          </p:cNvPr>
          <p:cNvSpPr>
            <a:spLocks noGrp="1"/>
          </p:cNvSpPr>
          <p:nvPr>
            <p:ph type="body" sz="quarter" idx="11" hasCustomPrompt="1"/>
          </p:nvPr>
        </p:nvSpPr>
        <p:spPr>
          <a:xfrm>
            <a:off x="4400512" y="5085019"/>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9" name="Marcador de texto 6">
            <a:extLst>
              <a:ext uri="{FF2B5EF4-FFF2-40B4-BE49-F238E27FC236}">
                <a16:creationId xmlns:a16="http://schemas.microsoft.com/office/drawing/2014/main" id="{097452DD-1D24-4B73-8871-9E287BD51F86}"/>
              </a:ext>
            </a:extLst>
          </p:cNvPr>
          <p:cNvSpPr>
            <a:spLocks noGrp="1"/>
          </p:cNvSpPr>
          <p:nvPr>
            <p:ph type="body" sz="quarter" idx="12" hasCustomPrompt="1"/>
          </p:nvPr>
        </p:nvSpPr>
        <p:spPr>
          <a:xfrm>
            <a:off x="4400512" y="5715539"/>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20" name="Marcador de texto 6">
            <a:extLst>
              <a:ext uri="{FF2B5EF4-FFF2-40B4-BE49-F238E27FC236}">
                <a16:creationId xmlns:a16="http://schemas.microsoft.com/office/drawing/2014/main" id="{4205B8DF-49CC-416F-8134-594BDF042D5E}"/>
              </a:ext>
            </a:extLst>
          </p:cNvPr>
          <p:cNvSpPr>
            <a:spLocks noGrp="1"/>
          </p:cNvSpPr>
          <p:nvPr>
            <p:ph type="body" sz="quarter" idx="13" hasCustomPrompt="1"/>
          </p:nvPr>
        </p:nvSpPr>
        <p:spPr>
          <a:xfrm>
            <a:off x="4400512" y="5324723"/>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spTree>
    <p:extLst>
      <p:ext uri="{BB962C8B-B14F-4D97-AF65-F5344CB8AC3E}">
        <p14:creationId xmlns:p14="http://schemas.microsoft.com/office/powerpoint/2010/main" val="2941962926"/>
      </p:ext>
    </p:extLst>
  </p:cSld>
  <p:clrMapOvr>
    <a:masterClrMapping/>
  </p:clrMapOvr>
  <p:extLst>
    <p:ext uri="{DCECCB84-F9BA-43D5-87BE-67443E8EF086}">
      <p15:sldGuideLst xmlns:p15="http://schemas.microsoft.com/office/powerpoint/2012/main"/>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Indice">
    <p:spTree>
      <p:nvGrpSpPr>
        <p:cNvPr id="1" name=""/>
        <p:cNvGrpSpPr/>
        <p:nvPr/>
      </p:nvGrpSpPr>
      <p:grpSpPr>
        <a:xfrm>
          <a:off x="0" y="0"/>
          <a:ext cx="0" cy="0"/>
          <a:chOff x="0" y="0"/>
          <a:chExt cx="0" cy="0"/>
        </a:xfrm>
      </p:grpSpPr>
      <p:pic>
        <p:nvPicPr>
          <p:cNvPr id="11" name="Imagen 10">
            <a:extLst>
              <a:ext uri="{FF2B5EF4-FFF2-40B4-BE49-F238E27FC236}">
                <a16:creationId xmlns:a16="http://schemas.microsoft.com/office/drawing/2014/main" id="{25449B5B-E8A3-47B9-BE8C-1442A097B9D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2" name="Title 1"/>
          <p:cNvSpPr>
            <a:spLocks noGrp="1"/>
          </p:cNvSpPr>
          <p:nvPr>
            <p:ph type="title" hasCustomPrompt="1"/>
          </p:nvPr>
        </p:nvSpPr>
        <p:spPr>
          <a:xfrm>
            <a:off x="1604151" y="847865"/>
            <a:ext cx="4424116" cy="1221317"/>
          </a:xfrm>
        </p:spPr>
        <p:txBody>
          <a:bodyPr>
            <a:normAutofit/>
          </a:bodyPr>
          <a:lstStyle>
            <a:lvl1pPr>
              <a:defRPr sz="6300"/>
            </a:lvl1pPr>
          </a:lstStyle>
          <a:p>
            <a:r>
              <a:rPr lang="es-ES" dirty="0"/>
              <a:t>Índice</a:t>
            </a:r>
            <a:endParaRPr lang="en-US" dirty="0"/>
          </a:p>
        </p:txBody>
      </p:sp>
      <p:sp>
        <p:nvSpPr>
          <p:cNvPr id="21" name="Marcador de texto 20">
            <a:extLst>
              <a:ext uri="{FF2B5EF4-FFF2-40B4-BE49-F238E27FC236}">
                <a16:creationId xmlns:a16="http://schemas.microsoft.com/office/drawing/2014/main" id="{B8C616AF-0352-4AE7-BD28-0925BB5C1682}"/>
              </a:ext>
            </a:extLst>
          </p:cNvPr>
          <p:cNvSpPr>
            <a:spLocks noGrp="1"/>
          </p:cNvSpPr>
          <p:nvPr>
            <p:ph type="body" sz="quarter" idx="15" hasCustomPrompt="1"/>
          </p:nvPr>
        </p:nvSpPr>
        <p:spPr>
          <a:xfrm>
            <a:off x="2416706" y="2274535"/>
            <a:ext cx="8093250" cy="4295598"/>
          </a:xfrm>
        </p:spPr>
        <p:txBody>
          <a:bodyPr/>
          <a:lstStyle>
            <a:lvl1pPr defTabSz="7180263">
              <a:tabLst/>
              <a:defRPr/>
            </a:lvl1pPr>
            <a:lvl2pPr defTabSz="2014538">
              <a:tabLst>
                <a:tab pos="7180263" algn="l"/>
              </a:tabLst>
              <a:defRPr/>
            </a:lvl2pPr>
          </a:lstStyle>
          <a:p>
            <a:pPr lvl="0"/>
            <a:r>
              <a:rPr lang="es-ES" dirty="0" err="1"/>
              <a:t>Lorem</a:t>
            </a:r>
            <a:r>
              <a:rPr lang="es-ES" dirty="0"/>
              <a:t> </a:t>
            </a:r>
            <a:r>
              <a:rPr lang="es-ES" dirty="0" err="1"/>
              <a:t>ipsum</a:t>
            </a:r>
            <a:r>
              <a:rPr lang="es-ES" dirty="0"/>
              <a:t>	01</a:t>
            </a:r>
          </a:p>
          <a:p>
            <a:pPr lvl="1"/>
            <a:r>
              <a:rPr lang="es-ES" dirty="0" err="1"/>
              <a:t>Lorem</a:t>
            </a:r>
            <a:r>
              <a:rPr lang="es-ES" dirty="0"/>
              <a:t> </a:t>
            </a:r>
            <a:r>
              <a:rPr lang="es-ES" dirty="0" err="1"/>
              <a:t>ipsum</a:t>
            </a:r>
            <a:r>
              <a:rPr lang="es-ES" dirty="0"/>
              <a:t>	02</a:t>
            </a:r>
          </a:p>
          <a:p>
            <a:pPr lvl="1"/>
            <a:r>
              <a:rPr lang="es-ES" dirty="0" err="1"/>
              <a:t>Lorem</a:t>
            </a:r>
            <a:r>
              <a:rPr lang="es-ES" dirty="0"/>
              <a:t> </a:t>
            </a:r>
            <a:r>
              <a:rPr lang="es-ES" dirty="0" err="1"/>
              <a:t>ipsum</a:t>
            </a:r>
            <a:r>
              <a:rPr lang="es-ES" dirty="0"/>
              <a:t>	03</a:t>
            </a:r>
          </a:p>
          <a:p>
            <a:pPr lvl="0"/>
            <a:r>
              <a:rPr lang="es-ES" dirty="0" err="1"/>
              <a:t>Lorem</a:t>
            </a:r>
            <a:r>
              <a:rPr lang="es-ES" dirty="0"/>
              <a:t> </a:t>
            </a:r>
            <a:r>
              <a:rPr lang="es-ES" dirty="0" err="1"/>
              <a:t>ipsum</a:t>
            </a:r>
            <a:r>
              <a:rPr lang="es-ES" dirty="0"/>
              <a:t>	04</a:t>
            </a:r>
          </a:p>
          <a:p>
            <a:pPr lvl="0"/>
            <a:r>
              <a:rPr lang="es-ES" dirty="0" err="1"/>
              <a:t>Lorem</a:t>
            </a:r>
            <a:r>
              <a:rPr lang="es-ES" dirty="0"/>
              <a:t> </a:t>
            </a:r>
            <a:r>
              <a:rPr lang="es-ES" dirty="0" err="1"/>
              <a:t>ipsum</a:t>
            </a:r>
            <a:r>
              <a:rPr lang="es-ES" dirty="0"/>
              <a:t>	05</a:t>
            </a:r>
          </a:p>
          <a:p>
            <a:pPr lvl="0"/>
            <a:r>
              <a:rPr lang="es-ES" dirty="0" err="1"/>
              <a:t>Lorem</a:t>
            </a:r>
            <a:r>
              <a:rPr lang="es-ES" dirty="0"/>
              <a:t> </a:t>
            </a:r>
            <a:r>
              <a:rPr lang="es-ES" dirty="0" err="1"/>
              <a:t>ipsum</a:t>
            </a:r>
            <a:r>
              <a:rPr lang="es-ES" dirty="0"/>
              <a:t>	06</a:t>
            </a:r>
          </a:p>
          <a:p>
            <a:pPr lvl="0"/>
            <a:r>
              <a:rPr lang="es-ES" dirty="0" err="1"/>
              <a:t>Lorem</a:t>
            </a:r>
            <a:r>
              <a:rPr lang="es-ES" dirty="0"/>
              <a:t> </a:t>
            </a:r>
            <a:r>
              <a:rPr lang="es-ES" dirty="0" err="1"/>
              <a:t>ipsum</a:t>
            </a:r>
            <a:r>
              <a:rPr lang="es-ES" dirty="0"/>
              <a:t>	07</a:t>
            </a:r>
          </a:p>
          <a:p>
            <a:pPr lvl="0"/>
            <a:r>
              <a:rPr lang="es-ES" dirty="0" err="1"/>
              <a:t>Lorem</a:t>
            </a:r>
            <a:r>
              <a:rPr lang="es-ES" dirty="0"/>
              <a:t> </a:t>
            </a:r>
            <a:r>
              <a:rPr lang="es-ES" dirty="0" err="1"/>
              <a:t>ipsum</a:t>
            </a:r>
            <a:r>
              <a:rPr lang="es-ES" dirty="0"/>
              <a:t>	08</a:t>
            </a:r>
          </a:p>
          <a:p>
            <a:pPr lvl="0"/>
            <a:r>
              <a:rPr lang="es-ES" dirty="0" err="1"/>
              <a:t>Lorem</a:t>
            </a:r>
            <a:r>
              <a:rPr lang="es-ES" dirty="0"/>
              <a:t> </a:t>
            </a:r>
            <a:r>
              <a:rPr lang="es-ES" dirty="0" err="1"/>
              <a:t>ipsum</a:t>
            </a:r>
            <a:r>
              <a:rPr lang="es-ES" dirty="0"/>
              <a:t>	09</a:t>
            </a:r>
          </a:p>
        </p:txBody>
      </p:sp>
      <p:sp>
        <p:nvSpPr>
          <p:cNvPr id="3" name="Marcador de número de diapositiva 2">
            <a:extLst>
              <a:ext uri="{FF2B5EF4-FFF2-40B4-BE49-F238E27FC236}">
                <a16:creationId xmlns:a16="http://schemas.microsoft.com/office/drawing/2014/main" id="{298F2FCB-7E2F-400B-81B1-18B456AE6C0D}"/>
              </a:ext>
            </a:extLst>
          </p:cNvPr>
          <p:cNvSpPr>
            <a:spLocks noGrp="1"/>
          </p:cNvSpPr>
          <p:nvPr>
            <p:ph type="sldNum" sz="quarter" idx="16"/>
          </p:nvPr>
        </p:nvSpPr>
        <p:spPr/>
        <p:txBody>
          <a:bodyPr/>
          <a:lstStyle/>
          <a:p>
            <a:fld id="{B005B2D1-880E-4846-A216-7D6770BA1332}" type="slidenum">
              <a:rPr lang="es-ES" smtClean="0"/>
              <a:pPr/>
              <a:t>‹Nº›</a:t>
            </a:fld>
            <a:endParaRPr lang="es-ES" dirty="0"/>
          </a:p>
        </p:txBody>
      </p:sp>
      <p:sp>
        <p:nvSpPr>
          <p:cNvPr id="14" name="CuadroTexto 13">
            <a:extLst>
              <a:ext uri="{FF2B5EF4-FFF2-40B4-BE49-F238E27FC236}">
                <a16:creationId xmlns:a16="http://schemas.microsoft.com/office/drawing/2014/main" id="{71C9A96A-A9B6-43C0-858A-F037F92BE03F}"/>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6" name="Rectángulo 15">
            <a:extLst>
              <a:ext uri="{FF2B5EF4-FFF2-40B4-BE49-F238E27FC236}">
                <a16:creationId xmlns:a16="http://schemas.microsoft.com/office/drawing/2014/main" id="{45D52EBB-81B5-4744-AA02-0E98817C6CEE}"/>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9" name="Gráfico 8">
            <a:extLst>
              <a:ext uri="{FF2B5EF4-FFF2-40B4-BE49-F238E27FC236}">
                <a16:creationId xmlns:a16="http://schemas.microsoft.com/office/drawing/2014/main" id="{EA0D54E8-0AA0-4881-8D77-02CAACF3607A}"/>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215939492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ulo 01">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88A1B7A2-EA18-4C92-8E93-A7475C867574}"/>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1" name="Title 1">
            <a:extLst>
              <a:ext uri="{FF2B5EF4-FFF2-40B4-BE49-F238E27FC236}">
                <a16:creationId xmlns:a16="http://schemas.microsoft.com/office/drawing/2014/main" id="{8B12E8F6-0C23-40DD-85B1-90679397D2FF}"/>
              </a:ext>
            </a:extLst>
          </p:cNvPr>
          <p:cNvSpPr>
            <a:spLocks noGrp="1"/>
          </p:cNvSpPr>
          <p:nvPr>
            <p:ph type="title" hasCustomPrompt="1"/>
          </p:nvPr>
        </p:nvSpPr>
        <p:spPr>
          <a:xfrm>
            <a:off x="2035664" y="2099137"/>
            <a:ext cx="3584298" cy="2164638"/>
          </a:xfrm>
        </p:spPr>
        <p:txBody>
          <a:bodyPr>
            <a:noAutofit/>
          </a:bodyPr>
          <a:lstStyle>
            <a:lvl1pPr>
              <a:defRPr sz="18000" spc="-1000" baseline="0">
                <a:solidFill>
                  <a:schemeClr val="bg1"/>
                </a:solidFill>
              </a:defRPr>
            </a:lvl1pPr>
          </a:lstStyle>
          <a:p>
            <a:r>
              <a:rPr lang="es-ES" dirty="0"/>
              <a:t>01</a:t>
            </a:r>
            <a:endParaRPr lang="en-US" dirty="0"/>
          </a:p>
        </p:txBody>
      </p:sp>
      <p:sp>
        <p:nvSpPr>
          <p:cNvPr id="8" name="Marcador de posición de imagen 7">
            <a:extLst>
              <a:ext uri="{FF2B5EF4-FFF2-40B4-BE49-F238E27FC236}">
                <a16:creationId xmlns:a16="http://schemas.microsoft.com/office/drawing/2014/main" id="{66833123-AD43-4252-9579-D68936FB3461}"/>
              </a:ext>
            </a:extLst>
          </p:cNvPr>
          <p:cNvSpPr>
            <a:spLocks noGrp="1"/>
          </p:cNvSpPr>
          <p:nvPr>
            <p:ph type="pic" sz="quarter" idx="13"/>
          </p:nvPr>
        </p:nvSpPr>
        <p:spPr>
          <a:xfrm>
            <a:off x="6515100" y="3312319"/>
            <a:ext cx="6400800" cy="4006055"/>
          </a:xfrm>
          <a:solidFill>
            <a:schemeClr val="bg1">
              <a:lumMod val="95000"/>
            </a:schemeClr>
          </a:solidFill>
          <a:ln w="12700">
            <a:solidFill>
              <a:srgbClr val="FF3228"/>
            </a:solidFill>
          </a:ln>
        </p:spPr>
        <p:txBody>
          <a:bodyPr/>
          <a:lstStyle/>
          <a:p>
            <a:endParaRPr lang="es-ES" dirty="0"/>
          </a:p>
        </p:txBody>
      </p:sp>
      <p:sp>
        <p:nvSpPr>
          <p:cNvPr id="18" name="Marcador de texto 17">
            <a:extLst>
              <a:ext uri="{FF2B5EF4-FFF2-40B4-BE49-F238E27FC236}">
                <a16:creationId xmlns:a16="http://schemas.microsoft.com/office/drawing/2014/main" id="{B14F05CA-BADC-4433-A115-075325ED1DD8}"/>
              </a:ext>
            </a:extLst>
          </p:cNvPr>
          <p:cNvSpPr>
            <a:spLocks noGrp="1"/>
          </p:cNvSpPr>
          <p:nvPr>
            <p:ph type="body" sz="quarter" idx="14" hasCustomPrompt="1"/>
          </p:nvPr>
        </p:nvSpPr>
        <p:spPr>
          <a:xfrm>
            <a:off x="2035663" y="4246384"/>
            <a:ext cx="4194175" cy="1973263"/>
          </a:xfrm>
        </p:spPr>
        <p:txBody>
          <a:bodyPr>
            <a:normAutofit/>
          </a:bodyPr>
          <a:lstStyle>
            <a:lvl1pPr marL="0" indent="0">
              <a:lnSpc>
                <a:spcPct val="90000"/>
              </a:lnSpc>
              <a:buNone/>
              <a:defRPr lang="es-ES" sz="430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dolor </a:t>
            </a:r>
            <a:r>
              <a:rPr lang="es-ES" dirty="0" err="1">
                <a:solidFill>
                  <a:schemeClr val="bg1"/>
                </a:solidFill>
              </a:rPr>
              <a:t>sit</a:t>
            </a:r>
            <a:endParaRPr lang="es-ES" dirty="0">
              <a:solidFill>
                <a:schemeClr val="bg1"/>
              </a:solidFill>
            </a:endParaRPr>
          </a:p>
        </p:txBody>
      </p:sp>
      <p:sp>
        <p:nvSpPr>
          <p:cNvPr id="2" name="Marcador de número de diapositiva 1">
            <a:extLst>
              <a:ext uri="{FF2B5EF4-FFF2-40B4-BE49-F238E27FC236}">
                <a16:creationId xmlns:a16="http://schemas.microsoft.com/office/drawing/2014/main" id="{EC526C9D-6B51-4BD6-A250-9863163FA0FA}"/>
              </a:ext>
            </a:extLst>
          </p:cNvPr>
          <p:cNvSpPr>
            <a:spLocks noGrp="1"/>
          </p:cNvSpPr>
          <p:nvPr>
            <p:ph type="sldNum" sz="quarter" idx="15"/>
          </p:nvPr>
        </p:nvSpPr>
        <p:spPr/>
        <p:txBody>
          <a:bodyPr/>
          <a:lstStyle/>
          <a:p>
            <a:fld id="{B005B2D1-880E-4846-A216-7D6770BA1332}" type="slidenum">
              <a:rPr lang="es-ES" smtClean="0"/>
              <a:pPr/>
              <a:t>‹Nº›</a:t>
            </a:fld>
            <a:endParaRPr lang="es-ES" dirty="0"/>
          </a:p>
        </p:txBody>
      </p:sp>
      <p:sp>
        <p:nvSpPr>
          <p:cNvPr id="14" name="CuadroTexto 13">
            <a:extLst>
              <a:ext uri="{FF2B5EF4-FFF2-40B4-BE49-F238E27FC236}">
                <a16:creationId xmlns:a16="http://schemas.microsoft.com/office/drawing/2014/main" id="{C88BB201-FFB7-49EA-89A7-08B8B994B0B2}"/>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6" name="Rectángulo 15">
            <a:extLst>
              <a:ext uri="{FF2B5EF4-FFF2-40B4-BE49-F238E27FC236}">
                <a16:creationId xmlns:a16="http://schemas.microsoft.com/office/drawing/2014/main" id="{EE4B70B3-FB3E-47A7-8EF1-EB36BC916C79}"/>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0" name="Gráfico 9">
            <a:extLst>
              <a:ext uri="{FF2B5EF4-FFF2-40B4-BE49-F238E27FC236}">
                <a16:creationId xmlns:a16="http://schemas.microsoft.com/office/drawing/2014/main" id="{21A2580A-DCB6-48AA-A0F1-A85928E84BEA}"/>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524442" y="332974"/>
            <a:ext cx="420914" cy="385200"/>
          </a:xfrm>
          <a:prstGeom prst="rect">
            <a:avLst/>
          </a:prstGeom>
        </p:spPr>
      </p:pic>
    </p:spTree>
    <p:extLst>
      <p:ext uri="{BB962C8B-B14F-4D97-AF65-F5344CB8AC3E}">
        <p14:creationId xmlns:p14="http://schemas.microsoft.com/office/powerpoint/2010/main" val="182866324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ulo 02">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F09D51C8-55E2-496C-B14C-A46B0ECE117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16" name="Title 1">
            <a:extLst>
              <a:ext uri="{FF2B5EF4-FFF2-40B4-BE49-F238E27FC236}">
                <a16:creationId xmlns:a16="http://schemas.microsoft.com/office/drawing/2014/main" id="{EAE849AB-9400-4BCF-956F-AF4BF3A547CA}"/>
              </a:ext>
            </a:extLst>
          </p:cNvPr>
          <p:cNvSpPr>
            <a:spLocks noGrp="1"/>
          </p:cNvSpPr>
          <p:nvPr>
            <p:ph type="title" hasCustomPrompt="1"/>
          </p:nvPr>
        </p:nvSpPr>
        <p:spPr>
          <a:xfrm>
            <a:off x="8457014" y="2890247"/>
            <a:ext cx="3584298" cy="2164638"/>
          </a:xfrm>
        </p:spPr>
        <p:txBody>
          <a:bodyPr>
            <a:noAutofit/>
          </a:bodyPr>
          <a:lstStyle>
            <a:lvl1pPr>
              <a:defRPr sz="18000" spc="-1000" baseline="0">
                <a:solidFill>
                  <a:schemeClr val="bg1"/>
                </a:solidFill>
              </a:defRPr>
            </a:lvl1pPr>
          </a:lstStyle>
          <a:p>
            <a:r>
              <a:rPr lang="es-ES" dirty="0"/>
              <a:t>02</a:t>
            </a:r>
            <a:endParaRPr lang="en-US" dirty="0"/>
          </a:p>
        </p:txBody>
      </p:sp>
      <p:sp>
        <p:nvSpPr>
          <p:cNvPr id="17" name="Marcador de texto 17">
            <a:extLst>
              <a:ext uri="{FF2B5EF4-FFF2-40B4-BE49-F238E27FC236}">
                <a16:creationId xmlns:a16="http://schemas.microsoft.com/office/drawing/2014/main" id="{8C152E62-15FC-41CD-84D7-88775B2CA62F}"/>
              </a:ext>
            </a:extLst>
          </p:cNvPr>
          <p:cNvSpPr>
            <a:spLocks noGrp="1"/>
          </p:cNvSpPr>
          <p:nvPr>
            <p:ph type="body" sz="quarter" idx="14" hasCustomPrompt="1"/>
          </p:nvPr>
        </p:nvSpPr>
        <p:spPr>
          <a:xfrm>
            <a:off x="8457013" y="5037494"/>
            <a:ext cx="4194175" cy="1973263"/>
          </a:xfrm>
        </p:spPr>
        <p:txBody>
          <a:bodyPr>
            <a:normAutofit/>
          </a:bodyPr>
          <a:lstStyle>
            <a:lvl1pPr marL="0" indent="0">
              <a:lnSpc>
                <a:spcPct val="90000"/>
              </a:lnSpc>
              <a:buNone/>
              <a:defRPr lang="es-ES" sz="430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dolor </a:t>
            </a:r>
            <a:r>
              <a:rPr lang="es-ES" dirty="0" err="1">
                <a:solidFill>
                  <a:schemeClr val="bg1"/>
                </a:solidFill>
              </a:rPr>
              <a:t>sit</a:t>
            </a:r>
            <a:endParaRPr lang="es-ES" dirty="0">
              <a:solidFill>
                <a:schemeClr val="bg1"/>
              </a:solidFill>
            </a:endParaRPr>
          </a:p>
        </p:txBody>
      </p:sp>
      <p:sp>
        <p:nvSpPr>
          <p:cNvPr id="2" name="Marcador de número de diapositiva 1">
            <a:extLst>
              <a:ext uri="{FF2B5EF4-FFF2-40B4-BE49-F238E27FC236}">
                <a16:creationId xmlns:a16="http://schemas.microsoft.com/office/drawing/2014/main" id="{BC7A0E0C-BAA2-4AA7-ABF6-96A71D57A169}"/>
              </a:ext>
            </a:extLst>
          </p:cNvPr>
          <p:cNvSpPr>
            <a:spLocks noGrp="1"/>
          </p:cNvSpPr>
          <p:nvPr>
            <p:ph type="sldNum" sz="quarter" idx="15"/>
          </p:nvPr>
        </p:nvSpPr>
        <p:spPr/>
        <p:txBody>
          <a:bodyPr/>
          <a:lstStyle/>
          <a:p>
            <a:fld id="{B005B2D1-880E-4846-A216-7D6770BA1332}" type="slidenum">
              <a:rPr lang="es-ES" smtClean="0"/>
              <a:pPr/>
              <a:t>‹Nº›</a:t>
            </a:fld>
            <a:endParaRPr lang="es-ES" dirty="0"/>
          </a:p>
        </p:txBody>
      </p:sp>
      <p:sp>
        <p:nvSpPr>
          <p:cNvPr id="13" name="Marcador de posición de imagen 7">
            <a:extLst>
              <a:ext uri="{FF2B5EF4-FFF2-40B4-BE49-F238E27FC236}">
                <a16:creationId xmlns:a16="http://schemas.microsoft.com/office/drawing/2014/main" id="{C796E506-7717-4096-8DDB-1B6BBC5A297F}"/>
              </a:ext>
            </a:extLst>
          </p:cNvPr>
          <p:cNvSpPr>
            <a:spLocks noGrp="1"/>
          </p:cNvSpPr>
          <p:nvPr>
            <p:ph type="pic" sz="quarter" idx="13"/>
          </p:nvPr>
        </p:nvSpPr>
        <p:spPr>
          <a:xfrm>
            <a:off x="1709737" y="911225"/>
            <a:ext cx="6400800" cy="4006055"/>
          </a:xfrm>
          <a:solidFill>
            <a:schemeClr val="bg1">
              <a:lumMod val="95000"/>
            </a:schemeClr>
          </a:solidFill>
          <a:ln w="12700">
            <a:solidFill>
              <a:srgbClr val="FF3228"/>
            </a:solidFill>
          </a:ln>
        </p:spPr>
        <p:txBody>
          <a:bodyPr/>
          <a:lstStyle/>
          <a:p>
            <a:endParaRPr lang="es-ES" dirty="0"/>
          </a:p>
        </p:txBody>
      </p:sp>
      <p:sp>
        <p:nvSpPr>
          <p:cNvPr id="11" name="CuadroTexto 10">
            <a:extLst>
              <a:ext uri="{FF2B5EF4-FFF2-40B4-BE49-F238E27FC236}">
                <a16:creationId xmlns:a16="http://schemas.microsoft.com/office/drawing/2014/main" id="{DB3EC672-0806-49BC-8360-664924C43514}"/>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4" name="Rectángulo 13">
            <a:extLst>
              <a:ext uri="{FF2B5EF4-FFF2-40B4-BE49-F238E27FC236}">
                <a16:creationId xmlns:a16="http://schemas.microsoft.com/office/drawing/2014/main" id="{E02DE12B-7DD5-47B0-8765-C23E33AD3150}"/>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0" name="Gráfico 9">
            <a:extLst>
              <a:ext uri="{FF2B5EF4-FFF2-40B4-BE49-F238E27FC236}">
                <a16:creationId xmlns:a16="http://schemas.microsoft.com/office/drawing/2014/main" id="{CD1C42BD-713C-4D8A-BDA8-6990539BBACB}"/>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524442" y="332974"/>
            <a:ext cx="420914" cy="385200"/>
          </a:xfrm>
          <a:prstGeom prst="rect">
            <a:avLst/>
          </a:prstGeom>
        </p:spPr>
      </p:pic>
    </p:spTree>
    <p:extLst>
      <p:ext uri="{BB962C8B-B14F-4D97-AF65-F5344CB8AC3E}">
        <p14:creationId xmlns:p14="http://schemas.microsoft.com/office/powerpoint/2010/main" val="61341578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lanco 01">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4" name="Title 1">
            <a:extLst>
              <a:ext uri="{FF2B5EF4-FFF2-40B4-BE49-F238E27FC236}">
                <a16:creationId xmlns:a16="http://schemas.microsoft.com/office/drawing/2014/main" id="{C827D429-903C-403E-A91E-3413C7FBF999}"/>
              </a:ext>
            </a:extLst>
          </p:cNvPr>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5" name="Marcador de texto 17">
            <a:extLst>
              <a:ext uri="{FF2B5EF4-FFF2-40B4-BE49-F238E27FC236}">
                <a16:creationId xmlns:a16="http://schemas.microsoft.com/office/drawing/2014/main" id="{D53EF393-3DBA-494A-AF34-ACE206FF8180}"/>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6" name="Marcador de texto 4">
            <a:extLst>
              <a:ext uri="{FF2B5EF4-FFF2-40B4-BE49-F238E27FC236}">
                <a16:creationId xmlns:a16="http://schemas.microsoft.com/office/drawing/2014/main" id="{FAC65DA7-3C33-485C-B20C-A039012FE8EF}"/>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124FC6AE-9F44-4BC7-8570-A9AC27B43E30}"/>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190436838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lanco 02">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itle 1">
            <a:extLst>
              <a:ext uri="{FF2B5EF4-FFF2-40B4-BE49-F238E27FC236}">
                <a16:creationId xmlns:a16="http://schemas.microsoft.com/office/drawing/2014/main" id="{D98A20FD-FA6A-48A8-A926-BC8A55863981}"/>
              </a:ext>
            </a:extLst>
          </p:cNvPr>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8A1695F4-5BF3-4507-93DF-073A697D5DF7}"/>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BE2A1097-09E3-4BFE-95B2-33E0226DEF0B}"/>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D3DB9E60-9861-4933-A180-A4C25742F456}"/>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9936"/>
          <a:stretch/>
        </p:blipFill>
        <p:spPr>
          <a:xfrm>
            <a:off x="524442" y="332974"/>
            <a:ext cx="420914" cy="385200"/>
          </a:xfrm>
          <a:prstGeom prst="rect">
            <a:avLst/>
          </a:prstGeom>
        </p:spPr>
      </p:pic>
    </p:spTree>
    <p:extLst>
      <p:ext uri="{BB962C8B-B14F-4D97-AF65-F5344CB8AC3E}">
        <p14:creationId xmlns:p14="http://schemas.microsoft.com/office/powerpoint/2010/main" val="388183463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lanco 03">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10179091"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521494"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itle 1">
            <a:extLst>
              <a:ext uri="{FF2B5EF4-FFF2-40B4-BE49-F238E27FC236}">
                <a16:creationId xmlns:a16="http://schemas.microsoft.com/office/drawing/2014/main" id="{B815F0C0-6EF2-45F9-BFE3-93D4944E94E1}"/>
              </a:ext>
            </a:extLst>
          </p:cNvPr>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CF808F11-2E11-4556-9C38-53953A509152}"/>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32D9F627-C890-407E-8937-86EA7F437564}"/>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01C8371B-E0D9-4E9C-BB68-73941002D27B}"/>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304090136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Blanco 04">
    <p:bg>
      <p:bgPr>
        <a:solidFill>
          <a:schemeClr val="bg1"/>
        </a:solidFill>
        <a:effectLst/>
      </p:bgPr>
    </p:bg>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rgbClr val="1E1E1E"/>
                </a:solidFill>
              </a:defRPr>
            </a:lvl1p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sp>
        <p:nvSpPr>
          <p:cNvPr id="12" name="Title 1">
            <a:extLst>
              <a:ext uri="{FF2B5EF4-FFF2-40B4-BE49-F238E27FC236}">
                <a16:creationId xmlns:a16="http://schemas.microsoft.com/office/drawing/2014/main" id="{CD8374F0-9829-4A0E-A50F-3D62EEDC03F8}"/>
              </a:ext>
            </a:extLst>
          </p:cNvPr>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C05E73D6-3521-47BC-82CE-2AAF56FA92B1}"/>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39722E83-61D8-46D8-AF67-A82A58A33690}"/>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16C45FC7-EEB9-4B9F-BE13-C2D9C7222B8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2323884" y="7585901"/>
            <a:ext cx="1400054" cy="385200"/>
          </a:xfrm>
          <a:prstGeom prst="rect">
            <a:avLst/>
          </a:prstGeom>
        </p:spPr>
      </p:pic>
      <p:sp>
        <p:nvSpPr>
          <p:cNvPr id="11" name="Rectángulo 10">
            <a:extLst>
              <a:ext uri="{FF2B5EF4-FFF2-40B4-BE49-F238E27FC236}">
                <a16:creationId xmlns:a16="http://schemas.microsoft.com/office/drawing/2014/main" id="{8F8AE979-17D9-492C-9878-9DAC54F970CD}"/>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419595168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Blanco 01 rojo">
    <p:bg>
      <p:bgPr>
        <a:solidFill>
          <a:srgbClr val="FF3228"/>
        </a:solidFill>
        <a:effectLst/>
      </p:bgPr>
    </p:bg>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chemeClr val="bg1"/>
                </a:solidFill>
              </a:defRPr>
            </a:lvl1p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13723938" y="7570604"/>
            <a:ext cx="384969" cy="384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itle 1">
            <a:extLst>
              <a:ext uri="{FF2B5EF4-FFF2-40B4-BE49-F238E27FC236}">
                <a16:creationId xmlns:a16="http://schemas.microsoft.com/office/drawing/2014/main" id="{5FDA3608-77A3-4472-83F0-ECF69F3F28D8}"/>
              </a:ext>
            </a:extLst>
          </p:cNvPr>
          <p:cNvSpPr>
            <a:spLocks noGrp="1"/>
          </p:cNvSpPr>
          <p:nvPr>
            <p:ph type="title" hasCustomPrompt="1"/>
          </p:nvPr>
        </p:nvSpPr>
        <p:spPr>
          <a:xfrm>
            <a:off x="906463" y="1182159"/>
            <a:ext cx="6561949" cy="703086"/>
          </a:xfrm>
        </p:spPr>
        <p:txBody>
          <a:bodyPr lIns="0" anchor="t">
            <a:noAutofit/>
          </a:bodyPr>
          <a:lstStyle>
            <a:lvl1pPr>
              <a:defRPr sz="4330">
                <a:solidFill>
                  <a:schemeClr val="bg1"/>
                </a:solidFill>
              </a:defRPr>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4A66E3B5-38E7-411C-BEDB-A16E741FDC2D}"/>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1CF0A05D-CCE4-49E6-ACB1-3513664E2021}"/>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chemeClr val="bg1"/>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11" name="Gráfico 10">
            <a:extLst>
              <a:ext uri="{FF2B5EF4-FFF2-40B4-BE49-F238E27FC236}">
                <a16:creationId xmlns:a16="http://schemas.microsoft.com/office/drawing/2014/main" id="{9464CF2B-DCF7-41A5-9A25-62981142684E}"/>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219668964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Blanco 02 rojo">
    <p:bg>
      <p:bgPr>
        <a:solidFill>
          <a:srgbClr val="FF3228"/>
        </a:solidFill>
        <a:effectLst/>
      </p:bgPr>
    </p:bg>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chemeClr val="bg1"/>
                </a:solidFill>
              </a:defRPr>
            </a:lvl1p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13723938" y="7570604"/>
            <a:ext cx="384969" cy="384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itle 1">
            <a:extLst>
              <a:ext uri="{FF2B5EF4-FFF2-40B4-BE49-F238E27FC236}">
                <a16:creationId xmlns:a16="http://schemas.microsoft.com/office/drawing/2014/main" id="{3F4E3007-1C19-4007-A5C1-DDD5ED3C6C72}"/>
              </a:ext>
            </a:extLst>
          </p:cNvPr>
          <p:cNvSpPr>
            <a:spLocks noGrp="1"/>
          </p:cNvSpPr>
          <p:nvPr>
            <p:ph type="title" hasCustomPrompt="1"/>
          </p:nvPr>
        </p:nvSpPr>
        <p:spPr>
          <a:xfrm>
            <a:off x="906463" y="1182159"/>
            <a:ext cx="6561949" cy="703086"/>
          </a:xfrm>
        </p:spPr>
        <p:txBody>
          <a:bodyPr lIns="0" anchor="t">
            <a:noAutofit/>
          </a:bodyPr>
          <a:lstStyle>
            <a:lvl1pPr>
              <a:defRPr sz="4330">
                <a:solidFill>
                  <a:schemeClr val="bg1"/>
                </a:solidFill>
              </a:defRPr>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E2398BB4-9823-4D03-8F90-708D371933BA}"/>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0ECC3A71-70F1-4F9E-9CD7-1C3E338C9CDD}"/>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chemeClr val="bg1"/>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83DB3DAD-D72F-4850-A3E0-CE26DEBEAFC5}"/>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8972"/>
          <a:stretch/>
        </p:blipFill>
        <p:spPr>
          <a:xfrm>
            <a:off x="524442" y="332974"/>
            <a:ext cx="434408" cy="385200"/>
          </a:xfrm>
          <a:prstGeom prst="rect">
            <a:avLst/>
          </a:prstGeom>
        </p:spPr>
      </p:pic>
    </p:spTree>
    <p:extLst>
      <p:ext uri="{BB962C8B-B14F-4D97-AF65-F5344CB8AC3E}">
        <p14:creationId xmlns:p14="http://schemas.microsoft.com/office/powerpoint/2010/main" val="18252963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co 03 rojo">
    <p:bg>
      <p:bgPr>
        <a:solidFill>
          <a:srgbClr val="FF3228"/>
        </a:solidFill>
        <a:effectLst/>
      </p:bgPr>
    </p:bg>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chemeClr val="bg1"/>
                </a:solidFill>
              </a:defRPr>
            </a:lvl1pPr>
          </a:lstStyle>
          <a:p>
            <a:fld id="{B005B2D1-880E-4846-A216-7D6770BA1332}" type="slidenum">
              <a:rPr lang="es-ES" smtClean="0"/>
              <a:pPr/>
              <a:t>‹Nº›</a:t>
            </a:fld>
            <a:endParaRPr lang="es-ES" dirty="0"/>
          </a:p>
        </p:txBody>
      </p:sp>
      <p:sp>
        <p:nvSpPr>
          <p:cNvPr id="7" name="CuadroTexto 6">
            <a:extLst>
              <a:ext uri="{FF2B5EF4-FFF2-40B4-BE49-F238E27FC236}">
                <a16:creationId xmlns:a16="http://schemas.microsoft.com/office/drawing/2014/main" id="{467852B2-2896-44F4-AF55-CEE871E748D2}"/>
              </a:ext>
            </a:extLst>
          </p:cNvPr>
          <p:cNvSpPr txBox="1"/>
          <p:nvPr userDrawn="1"/>
        </p:nvSpPr>
        <p:spPr>
          <a:xfrm>
            <a:off x="10179091"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11" name="Rectángulo 10">
            <a:extLst>
              <a:ext uri="{FF2B5EF4-FFF2-40B4-BE49-F238E27FC236}">
                <a16:creationId xmlns:a16="http://schemas.microsoft.com/office/drawing/2014/main" id="{6B2DEAFB-F122-4779-B99A-FB582EAD7F9E}"/>
              </a:ext>
            </a:extLst>
          </p:cNvPr>
          <p:cNvSpPr/>
          <p:nvPr userDrawn="1"/>
        </p:nvSpPr>
        <p:spPr>
          <a:xfrm>
            <a:off x="521494" y="7570604"/>
            <a:ext cx="384969" cy="384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itle 1">
            <a:extLst>
              <a:ext uri="{FF2B5EF4-FFF2-40B4-BE49-F238E27FC236}">
                <a16:creationId xmlns:a16="http://schemas.microsoft.com/office/drawing/2014/main" id="{EE88B220-024C-4A6F-95ED-05B93BF6E551}"/>
              </a:ext>
            </a:extLst>
          </p:cNvPr>
          <p:cNvSpPr>
            <a:spLocks noGrp="1"/>
          </p:cNvSpPr>
          <p:nvPr>
            <p:ph type="title" hasCustomPrompt="1"/>
          </p:nvPr>
        </p:nvSpPr>
        <p:spPr>
          <a:xfrm>
            <a:off x="906463" y="1182159"/>
            <a:ext cx="6561949" cy="703086"/>
          </a:xfrm>
        </p:spPr>
        <p:txBody>
          <a:bodyPr lIns="0" anchor="t">
            <a:noAutofit/>
          </a:bodyPr>
          <a:lstStyle>
            <a:lvl1pPr>
              <a:defRPr sz="4330">
                <a:solidFill>
                  <a:schemeClr val="bg1"/>
                </a:solidFill>
              </a:defRPr>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525D2F5B-F353-422E-9605-F1AF80A8169A}"/>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11EAA480-88BC-4B4B-8411-1C08B9FF5394}"/>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chemeClr val="bg1"/>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1026A369-AC20-47D4-97D5-01CC5505B25A}"/>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8972"/>
          <a:stretch/>
        </p:blipFill>
        <p:spPr>
          <a:xfrm>
            <a:off x="13723938" y="332974"/>
            <a:ext cx="434408" cy="385200"/>
          </a:xfrm>
          <a:prstGeom prst="rect">
            <a:avLst/>
          </a:prstGeom>
        </p:spPr>
      </p:pic>
    </p:spTree>
    <p:extLst>
      <p:ext uri="{BB962C8B-B14F-4D97-AF65-F5344CB8AC3E}">
        <p14:creationId xmlns:p14="http://schemas.microsoft.com/office/powerpoint/2010/main" val="319891118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Blanco 04 rojo">
    <p:bg>
      <p:bgPr>
        <a:solidFill>
          <a:srgbClr val="FF3228"/>
        </a:solidFill>
        <a:effectLst/>
      </p:bgPr>
    </p:bg>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chemeClr val="bg1"/>
                </a:solidFill>
              </a:defRPr>
            </a:lvl1p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12" name="Title 1">
            <a:extLst>
              <a:ext uri="{FF2B5EF4-FFF2-40B4-BE49-F238E27FC236}">
                <a16:creationId xmlns:a16="http://schemas.microsoft.com/office/drawing/2014/main" id="{5706FCFF-9E6C-4962-9DA8-44A85288D7A6}"/>
              </a:ext>
            </a:extLst>
          </p:cNvPr>
          <p:cNvSpPr>
            <a:spLocks noGrp="1"/>
          </p:cNvSpPr>
          <p:nvPr>
            <p:ph type="title" hasCustomPrompt="1"/>
          </p:nvPr>
        </p:nvSpPr>
        <p:spPr>
          <a:xfrm>
            <a:off x="906463" y="1182159"/>
            <a:ext cx="6561949" cy="703086"/>
          </a:xfrm>
        </p:spPr>
        <p:txBody>
          <a:bodyPr lIns="0" anchor="t">
            <a:noAutofit/>
          </a:bodyPr>
          <a:lstStyle>
            <a:lvl1pPr>
              <a:defRPr sz="4330">
                <a:solidFill>
                  <a:schemeClr val="bg1"/>
                </a:solidFill>
              </a:defRPr>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DF1CF610-0197-46DC-ACAA-C9E24DA42B44}"/>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1753BB2D-AECF-4736-AA6B-9AF7C261A1F1}"/>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chemeClr val="bg1"/>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42A10F5B-11C6-48F8-9EAA-370554DFFAED}"/>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2323884" y="7585901"/>
            <a:ext cx="1400054" cy="385200"/>
          </a:xfrm>
          <a:prstGeom prst="rect">
            <a:avLst/>
          </a:prstGeom>
        </p:spPr>
      </p:pic>
      <p:sp>
        <p:nvSpPr>
          <p:cNvPr id="15" name="Rectángulo 14">
            <a:extLst>
              <a:ext uri="{FF2B5EF4-FFF2-40B4-BE49-F238E27FC236}">
                <a16:creationId xmlns:a16="http://schemas.microsoft.com/office/drawing/2014/main" id="{BC4989A0-1D0E-4D93-8B1B-B431C090B65A}"/>
              </a:ext>
            </a:extLst>
          </p:cNvPr>
          <p:cNvSpPr/>
          <p:nvPr userDrawn="1"/>
        </p:nvSpPr>
        <p:spPr>
          <a:xfrm>
            <a:off x="524442" y="332974"/>
            <a:ext cx="384969" cy="384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123372267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exto">
    <p:spTree>
      <p:nvGrpSpPr>
        <p:cNvPr id="1" name=""/>
        <p:cNvGrpSpPr/>
        <p:nvPr/>
      </p:nvGrpSpPr>
      <p:grpSpPr>
        <a:xfrm>
          <a:off x="0" y="0"/>
          <a:ext cx="0" cy="0"/>
          <a:chOff x="0" y="0"/>
          <a:chExt cx="0" cy="0"/>
        </a:xfrm>
      </p:grpSpPr>
      <p:pic>
        <p:nvPicPr>
          <p:cNvPr id="10" name="Imagen 9">
            <a:extLst>
              <a:ext uri="{FF2B5EF4-FFF2-40B4-BE49-F238E27FC236}">
                <a16:creationId xmlns:a16="http://schemas.microsoft.com/office/drawing/2014/main" id="{566B11CE-7366-4F19-900A-BF1BD3EF2B5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2" name="Title 1"/>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3" name="Marcador de número de diapositiva 2">
            <a:extLst>
              <a:ext uri="{FF2B5EF4-FFF2-40B4-BE49-F238E27FC236}">
                <a16:creationId xmlns:a16="http://schemas.microsoft.com/office/drawing/2014/main" id="{298F2FCB-7E2F-400B-81B1-18B456AE6C0D}"/>
              </a:ext>
            </a:extLst>
          </p:cNvPr>
          <p:cNvSpPr>
            <a:spLocks noGrp="1"/>
          </p:cNvSpPr>
          <p:nvPr>
            <p:ph type="sldNum" sz="quarter" idx="16"/>
          </p:nvPr>
        </p:nvSpPr>
        <p:spPr/>
        <p:txBody>
          <a:bodyPr/>
          <a:lstStyle/>
          <a:p>
            <a:fld id="{B005B2D1-880E-4846-A216-7D6770BA1332}" type="slidenum">
              <a:rPr lang="es-ES" smtClean="0"/>
              <a:pPr/>
              <a:t>‹Nº›</a:t>
            </a:fld>
            <a:endParaRPr lang="es-ES" dirty="0"/>
          </a:p>
        </p:txBody>
      </p:sp>
      <p:sp>
        <p:nvSpPr>
          <p:cNvPr id="17" name="Marcador de texto 17">
            <a:extLst>
              <a:ext uri="{FF2B5EF4-FFF2-40B4-BE49-F238E27FC236}">
                <a16:creationId xmlns:a16="http://schemas.microsoft.com/office/drawing/2014/main" id="{ED651845-DE33-4174-8EA2-DF23E49F4C48}"/>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9" name="CuadroTexto 18">
            <a:extLst>
              <a:ext uri="{FF2B5EF4-FFF2-40B4-BE49-F238E27FC236}">
                <a16:creationId xmlns:a16="http://schemas.microsoft.com/office/drawing/2014/main" id="{D2CA20B9-F60F-45EA-A71A-63C33406C8E7}"/>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sp>
        <p:nvSpPr>
          <p:cNvPr id="14" name="Marcador de texto 4">
            <a:extLst>
              <a:ext uri="{FF2B5EF4-FFF2-40B4-BE49-F238E27FC236}">
                <a16:creationId xmlns:a16="http://schemas.microsoft.com/office/drawing/2014/main" id="{5F7258E8-5EEE-41BC-A766-C5459F5AE71E}"/>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11" name="Gráfico 10">
            <a:extLst>
              <a:ext uri="{FF2B5EF4-FFF2-40B4-BE49-F238E27FC236}">
                <a16:creationId xmlns:a16="http://schemas.microsoft.com/office/drawing/2014/main" id="{CB975C40-683D-4BF3-A2D4-C7AC360FC512}"/>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15" name="Rectángulo 14">
            <a:extLst>
              <a:ext uri="{FF2B5EF4-FFF2-40B4-BE49-F238E27FC236}">
                <a16:creationId xmlns:a16="http://schemas.microsoft.com/office/drawing/2014/main" id="{9304000E-70C0-40A1-AA99-159C4A36121B}"/>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140284836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exto rojo">
    <p:bg>
      <p:bgPr>
        <a:solidFill>
          <a:srgbClr val="FF3228"/>
        </a:solidFill>
        <a:effectLst/>
      </p:bgPr>
    </p:bg>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146C5DE1-03AD-457A-98FC-D90BEC62DC5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chemeClr val="bg1"/>
                </a:solidFill>
              </a:defRPr>
            </a:lvl1p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524442" y="332974"/>
            <a:ext cx="384969" cy="384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 name="Title 1">
            <a:extLst>
              <a:ext uri="{FF2B5EF4-FFF2-40B4-BE49-F238E27FC236}">
                <a16:creationId xmlns:a16="http://schemas.microsoft.com/office/drawing/2014/main" id="{C2F6031E-C802-4044-BF57-B5270148E9C7}"/>
              </a:ext>
            </a:extLst>
          </p:cNvPr>
          <p:cNvSpPr>
            <a:spLocks noGrp="1"/>
          </p:cNvSpPr>
          <p:nvPr>
            <p:ph type="title" hasCustomPrompt="1"/>
          </p:nvPr>
        </p:nvSpPr>
        <p:spPr>
          <a:xfrm>
            <a:off x="906463" y="1182159"/>
            <a:ext cx="6561949" cy="703086"/>
          </a:xfrm>
        </p:spPr>
        <p:txBody>
          <a:bodyPr lIns="0" anchor="t">
            <a:noAutofit/>
          </a:bodyPr>
          <a:lstStyle>
            <a:lvl1pPr>
              <a:defRPr sz="4330">
                <a:solidFill>
                  <a:schemeClr val="bg1"/>
                </a:solidFill>
              </a:defRPr>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1" name="Marcador de texto 17">
            <a:extLst>
              <a:ext uri="{FF2B5EF4-FFF2-40B4-BE49-F238E27FC236}">
                <a16:creationId xmlns:a16="http://schemas.microsoft.com/office/drawing/2014/main" id="{8541B8B5-4A34-4941-9A02-3D8AEA86CD1F}"/>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2" name="Marcador de texto 4">
            <a:extLst>
              <a:ext uri="{FF2B5EF4-FFF2-40B4-BE49-F238E27FC236}">
                <a16:creationId xmlns:a16="http://schemas.microsoft.com/office/drawing/2014/main" id="{570181F8-E3DA-40CA-993C-3FA1859900AB}"/>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chemeClr val="bg1"/>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13" name="Gráfico 12">
            <a:extLst>
              <a:ext uri="{FF2B5EF4-FFF2-40B4-BE49-F238E27FC236}">
                <a16:creationId xmlns:a16="http://schemas.microsoft.com/office/drawing/2014/main" id="{094E685F-C14D-482F-9A0A-9F0AB3CA7333}"/>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Tree>
    <p:extLst>
      <p:ext uri="{BB962C8B-B14F-4D97-AF65-F5344CB8AC3E}">
        <p14:creationId xmlns:p14="http://schemas.microsoft.com/office/powerpoint/2010/main" val="145508053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o 2 columnas">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01EB0F94-859D-44E4-A1AF-507F3F6D3C4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2" name="Title 1"/>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3" name="Marcador de número de diapositiva 2">
            <a:extLst>
              <a:ext uri="{FF2B5EF4-FFF2-40B4-BE49-F238E27FC236}">
                <a16:creationId xmlns:a16="http://schemas.microsoft.com/office/drawing/2014/main" id="{298F2FCB-7E2F-400B-81B1-18B456AE6C0D}"/>
              </a:ext>
            </a:extLst>
          </p:cNvPr>
          <p:cNvSpPr>
            <a:spLocks noGrp="1"/>
          </p:cNvSpPr>
          <p:nvPr>
            <p:ph type="sldNum" sz="quarter" idx="16"/>
          </p:nvPr>
        </p:nvSpPr>
        <p:spPr/>
        <p:txBody>
          <a:bodyPr/>
          <a:lstStyle/>
          <a:p>
            <a:fld id="{B005B2D1-880E-4846-A216-7D6770BA1332}" type="slidenum">
              <a:rPr lang="es-ES" smtClean="0"/>
              <a:pPr/>
              <a:t>‹Nº›</a:t>
            </a:fld>
            <a:endParaRPr lang="es-ES" dirty="0"/>
          </a:p>
        </p:txBody>
      </p:sp>
      <p:sp>
        <p:nvSpPr>
          <p:cNvPr id="17" name="Marcador de texto 17">
            <a:extLst>
              <a:ext uri="{FF2B5EF4-FFF2-40B4-BE49-F238E27FC236}">
                <a16:creationId xmlns:a16="http://schemas.microsoft.com/office/drawing/2014/main" id="{ED651845-DE33-4174-8EA2-DF23E49F4C48}"/>
              </a:ext>
            </a:extLst>
          </p:cNvPr>
          <p:cNvSpPr>
            <a:spLocks noGrp="1"/>
          </p:cNvSpPr>
          <p:nvPr>
            <p:ph type="body" sz="quarter" idx="17" hasCustomPrompt="1"/>
          </p:nvPr>
        </p:nvSpPr>
        <p:spPr>
          <a:xfrm>
            <a:off x="906463" y="3115112"/>
            <a:ext cx="4872037" cy="1660088"/>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19" name="CuadroTexto 18">
            <a:extLst>
              <a:ext uri="{FF2B5EF4-FFF2-40B4-BE49-F238E27FC236}">
                <a16:creationId xmlns:a16="http://schemas.microsoft.com/office/drawing/2014/main" id="{D2CA20B9-F60F-45EA-A71A-63C33406C8E7}"/>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sp>
        <p:nvSpPr>
          <p:cNvPr id="9" name="Marcador de texto 8">
            <a:extLst>
              <a:ext uri="{FF2B5EF4-FFF2-40B4-BE49-F238E27FC236}">
                <a16:creationId xmlns:a16="http://schemas.microsoft.com/office/drawing/2014/main" id="{B65DF388-3408-4AF2-9B3A-3FEA357FE26B}"/>
              </a:ext>
            </a:extLst>
          </p:cNvPr>
          <p:cNvSpPr>
            <a:spLocks noGrp="1"/>
          </p:cNvSpPr>
          <p:nvPr>
            <p:ph type="body" sz="quarter" idx="19" hasCustomPrompt="1"/>
          </p:nvPr>
        </p:nvSpPr>
        <p:spPr>
          <a:xfrm>
            <a:off x="906463" y="5209791"/>
            <a:ext cx="4872038" cy="1324359"/>
          </a:xfrm>
        </p:spPr>
        <p:txBody>
          <a:bodyPr lIns="0">
            <a:normAutofit/>
          </a:bodyPr>
          <a:lstStyle>
            <a:lvl1pPr marL="273050" indent="-187325">
              <a:lnSpc>
                <a:spcPts val="1700"/>
              </a:lnSpc>
              <a:spcBef>
                <a:spcPts val="0"/>
              </a:spcBef>
              <a:buSzPct val="120000"/>
              <a:defRPr sz="1440"/>
            </a:lvl1pPr>
          </a:lstStyle>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endParaRPr lang="es-ES" dirty="0"/>
          </a:p>
        </p:txBody>
      </p:sp>
      <p:sp>
        <p:nvSpPr>
          <p:cNvPr id="24" name="Marcador de texto 17">
            <a:extLst>
              <a:ext uri="{FF2B5EF4-FFF2-40B4-BE49-F238E27FC236}">
                <a16:creationId xmlns:a16="http://schemas.microsoft.com/office/drawing/2014/main" id="{1B566430-C516-4659-9CF0-413B38884746}"/>
              </a:ext>
            </a:extLst>
          </p:cNvPr>
          <p:cNvSpPr>
            <a:spLocks noGrp="1"/>
          </p:cNvSpPr>
          <p:nvPr>
            <p:ph type="body" sz="quarter" idx="20" hasCustomPrompt="1"/>
          </p:nvPr>
        </p:nvSpPr>
        <p:spPr>
          <a:xfrm>
            <a:off x="6517040" y="3115112"/>
            <a:ext cx="4872037" cy="1660088"/>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6" name="Marcador de texto 8">
            <a:extLst>
              <a:ext uri="{FF2B5EF4-FFF2-40B4-BE49-F238E27FC236}">
                <a16:creationId xmlns:a16="http://schemas.microsoft.com/office/drawing/2014/main" id="{573ECFD9-1700-48BC-9A10-1EEB57FE21FE}"/>
              </a:ext>
            </a:extLst>
          </p:cNvPr>
          <p:cNvSpPr>
            <a:spLocks noGrp="1"/>
          </p:cNvSpPr>
          <p:nvPr>
            <p:ph type="body" sz="quarter" idx="21" hasCustomPrompt="1"/>
          </p:nvPr>
        </p:nvSpPr>
        <p:spPr>
          <a:xfrm>
            <a:off x="6517040" y="5209791"/>
            <a:ext cx="4872038" cy="1324359"/>
          </a:xfrm>
        </p:spPr>
        <p:txBody>
          <a:bodyPr lIns="0">
            <a:normAutofit/>
          </a:bodyPr>
          <a:lstStyle>
            <a:lvl1pPr marL="273050" indent="-187325">
              <a:lnSpc>
                <a:spcPts val="1700"/>
              </a:lnSpc>
              <a:spcBef>
                <a:spcPts val="0"/>
              </a:spcBef>
              <a:buSzPct val="120000"/>
              <a:defRPr sz="1440"/>
            </a:lvl1pPr>
          </a:lstStyle>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endParaRPr lang="es-ES" dirty="0"/>
          </a:p>
        </p:txBody>
      </p:sp>
      <p:sp>
        <p:nvSpPr>
          <p:cNvPr id="22" name="Marcador de texto 4">
            <a:extLst>
              <a:ext uri="{FF2B5EF4-FFF2-40B4-BE49-F238E27FC236}">
                <a16:creationId xmlns:a16="http://schemas.microsoft.com/office/drawing/2014/main" id="{05E4FB7B-722D-4BE7-8CC0-B75626895DD0}"/>
              </a:ext>
            </a:extLst>
          </p:cNvPr>
          <p:cNvSpPr>
            <a:spLocks noGrp="1"/>
          </p:cNvSpPr>
          <p:nvPr>
            <p:ph type="body" sz="quarter" idx="18" hasCustomPrompt="1"/>
          </p:nvPr>
        </p:nvSpPr>
        <p:spPr>
          <a:xfrm>
            <a:off x="906464" y="2172974"/>
            <a:ext cx="3089804" cy="894430"/>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sp>
        <p:nvSpPr>
          <p:cNvPr id="27" name="Marcador de texto 4">
            <a:extLst>
              <a:ext uri="{FF2B5EF4-FFF2-40B4-BE49-F238E27FC236}">
                <a16:creationId xmlns:a16="http://schemas.microsoft.com/office/drawing/2014/main" id="{F9FC69D8-9723-4F59-88B1-B8A228E30E8C}"/>
              </a:ext>
            </a:extLst>
          </p:cNvPr>
          <p:cNvSpPr>
            <a:spLocks noGrp="1"/>
          </p:cNvSpPr>
          <p:nvPr>
            <p:ph type="body" sz="quarter" idx="22" hasCustomPrompt="1"/>
          </p:nvPr>
        </p:nvSpPr>
        <p:spPr>
          <a:xfrm>
            <a:off x="6517040" y="2172974"/>
            <a:ext cx="3089804" cy="894430"/>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sp>
        <p:nvSpPr>
          <p:cNvPr id="29" name="Marcador de texto 6">
            <a:extLst>
              <a:ext uri="{FF2B5EF4-FFF2-40B4-BE49-F238E27FC236}">
                <a16:creationId xmlns:a16="http://schemas.microsoft.com/office/drawing/2014/main" id="{9B86122E-9AF2-4C6E-92FF-49FE1347FD69}"/>
              </a:ext>
            </a:extLst>
          </p:cNvPr>
          <p:cNvSpPr>
            <a:spLocks noGrp="1"/>
          </p:cNvSpPr>
          <p:nvPr>
            <p:ph type="body" sz="quarter" idx="23" hasCustomPrompt="1"/>
          </p:nvPr>
        </p:nvSpPr>
        <p:spPr>
          <a:xfrm>
            <a:off x="906463" y="4854777"/>
            <a:ext cx="4760912" cy="336157"/>
          </a:xfrm>
        </p:spPr>
        <p:txBody>
          <a:bodyPr lIns="0">
            <a:noAutofit/>
          </a:bodyPr>
          <a:lstStyle>
            <a:lvl1pPr marL="0" indent="0">
              <a:buNone/>
              <a:defRPr sz="1440" b="1"/>
            </a:lvl1pPr>
          </a:lstStyle>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p>
        </p:txBody>
      </p:sp>
      <p:sp>
        <p:nvSpPr>
          <p:cNvPr id="30" name="Marcador de texto 6">
            <a:extLst>
              <a:ext uri="{FF2B5EF4-FFF2-40B4-BE49-F238E27FC236}">
                <a16:creationId xmlns:a16="http://schemas.microsoft.com/office/drawing/2014/main" id="{8EE8A48C-F391-4811-929B-692EE60D9853}"/>
              </a:ext>
            </a:extLst>
          </p:cNvPr>
          <p:cNvSpPr>
            <a:spLocks noGrp="1"/>
          </p:cNvSpPr>
          <p:nvPr>
            <p:ph type="body" sz="quarter" idx="24" hasCustomPrompt="1"/>
          </p:nvPr>
        </p:nvSpPr>
        <p:spPr>
          <a:xfrm>
            <a:off x="6517040" y="4854777"/>
            <a:ext cx="4760912" cy="336157"/>
          </a:xfrm>
        </p:spPr>
        <p:txBody>
          <a:bodyPr lIns="0">
            <a:noAutofit/>
          </a:bodyPr>
          <a:lstStyle>
            <a:lvl1pPr marL="0" indent="0">
              <a:buNone/>
              <a:defRPr sz="1440" b="1"/>
            </a:lvl1pPr>
          </a:lstStyle>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p>
        </p:txBody>
      </p:sp>
      <p:pic>
        <p:nvPicPr>
          <p:cNvPr id="16" name="Gráfico 15">
            <a:extLst>
              <a:ext uri="{FF2B5EF4-FFF2-40B4-BE49-F238E27FC236}">
                <a16:creationId xmlns:a16="http://schemas.microsoft.com/office/drawing/2014/main" id="{1AE249E4-2467-4F87-965C-E68F3597A074}"/>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23" name="Rectángulo 22">
            <a:extLst>
              <a:ext uri="{FF2B5EF4-FFF2-40B4-BE49-F238E27FC236}">
                <a16:creationId xmlns:a16="http://schemas.microsoft.com/office/drawing/2014/main" id="{B48D373E-19C2-4CC6-B1E7-2270E696A4BE}"/>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340677769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xto 3 columnas">
    <p:spTree>
      <p:nvGrpSpPr>
        <p:cNvPr id="1" name=""/>
        <p:cNvGrpSpPr/>
        <p:nvPr/>
      </p:nvGrpSpPr>
      <p:grpSpPr>
        <a:xfrm>
          <a:off x="0" y="0"/>
          <a:ext cx="0" cy="0"/>
          <a:chOff x="0" y="0"/>
          <a:chExt cx="0" cy="0"/>
        </a:xfrm>
      </p:grpSpPr>
      <p:pic>
        <p:nvPicPr>
          <p:cNvPr id="14" name="Imagen 13">
            <a:extLst>
              <a:ext uri="{FF2B5EF4-FFF2-40B4-BE49-F238E27FC236}">
                <a16:creationId xmlns:a16="http://schemas.microsoft.com/office/drawing/2014/main" id="{2FB2A9B4-7A25-4B33-B17C-A256109A753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2" name="Title 1"/>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3" name="Marcador de número de diapositiva 2">
            <a:extLst>
              <a:ext uri="{FF2B5EF4-FFF2-40B4-BE49-F238E27FC236}">
                <a16:creationId xmlns:a16="http://schemas.microsoft.com/office/drawing/2014/main" id="{298F2FCB-7E2F-400B-81B1-18B456AE6C0D}"/>
              </a:ext>
            </a:extLst>
          </p:cNvPr>
          <p:cNvSpPr>
            <a:spLocks noGrp="1"/>
          </p:cNvSpPr>
          <p:nvPr>
            <p:ph type="sldNum" sz="quarter" idx="16"/>
          </p:nvPr>
        </p:nvSpPr>
        <p:spPr/>
        <p:txBody>
          <a:bodyPr/>
          <a:lstStyle/>
          <a:p>
            <a:fld id="{B005B2D1-880E-4846-A216-7D6770BA1332}" type="slidenum">
              <a:rPr lang="es-ES" smtClean="0"/>
              <a:pPr/>
              <a:t>‹Nº›</a:t>
            </a:fld>
            <a:endParaRPr lang="es-ES" dirty="0"/>
          </a:p>
        </p:txBody>
      </p:sp>
      <p:sp>
        <p:nvSpPr>
          <p:cNvPr id="17" name="Marcador de texto 17">
            <a:extLst>
              <a:ext uri="{FF2B5EF4-FFF2-40B4-BE49-F238E27FC236}">
                <a16:creationId xmlns:a16="http://schemas.microsoft.com/office/drawing/2014/main" id="{ED651845-DE33-4174-8EA2-DF23E49F4C48}"/>
              </a:ext>
            </a:extLst>
          </p:cNvPr>
          <p:cNvSpPr>
            <a:spLocks noGrp="1"/>
          </p:cNvSpPr>
          <p:nvPr>
            <p:ph type="body" sz="quarter" idx="17" hasCustomPrompt="1"/>
          </p:nvPr>
        </p:nvSpPr>
        <p:spPr>
          <a:xfrm>
            <a:off x="906464" y="3339367"/>
            <a:ext cx="3259136" cy="2992177"/>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2" name="Marcador de texto 17">
            <a:extLst>
              <a:ext uri="{FF2B5EF4-FFF2-40B4-BE49-F238E27FC236}">
                <a16:creationId xmlns:a16="http://schemas.microsoft.com/office/drawing/2014/main" id="{36D8D383-D93A-4BEA-81C5-5D99296574CF}"/>
              </a:ext>
            </a:extLst>
          </p:cNvPr>
          <p:cNvSpPr>
            <a:spLocks noGrp="1"/>
          </p:cNvSpPr>
          <p:nvPr>
            <p:ph type="body" sz="quarter" idx="18" hasCustomPrompt="1"/>
          </p:nvPr>
        </p:nvSpPr>
        <p:spPr>
          <a:xfrm>
            <a:off x="4914020" y="3339367"/>
            <a:ext cx="3259136" cy="2992177"/>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8" name="Marcador de texto 17">
            <a:extLst>
              <a:ext uri="{FF2B5EF4-FFF2-40B4-BE49-F238E27FC236}">
                <a16:creationId xmlns:a16="http://schemas.microsoft.com/office/drawing/2014/main" id="{9DEF0FCB-D24A-41C6-B6B1-2A1A3EA97F9A}"/>
              </a:ext>
            </a:extLst>
          </p:cNvPr>
          <p:cNvSpPr>
            <a:spLocks noGrp="1"/>
          </p:cNvSpPr>
          <p:nvPr>
            <p:ph type="body" sz="quarter" idx="19" hasCustomPrompt="1"/>
          </p:nvPr>
        </p:nvSpPr>
        <p:spPr>
          <a:xfrm>
            <a:off x="8912051" y="3339367"/>
            <a:ext cx="3259136" cy="2992177"/>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9" name="CuadroTexto 28">
            <a:extLst>
              <a:ext uri="{FF2B5EF4-FFF2-40B4-BE49-F238E27FC236}">
                <a16:creationId xmlns:a16="http://schemas.microsoft.com/office/drawing/2014/main" id="{2C51ABAD-344B-4945-9333-5C20ED89FE3B}"/>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1" name="Rectángulo 30">
            <a:extLst>
              <a:ext uri="{FF2B5EF4-FFF2-40B4-BE49-F238E27FC236}">
                <a16:creationId xmlns:a16="http://schemas.microsoft.com/office/drawing/2014/main" id="{410E6A35-FD8D-424A-963C-27B2367EF978}"/>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Marcador de texto 4">
            <a:extLst>
              <a:ext uri="{FF2B5EF4-FFF2-40B4-BE49-F238E27FC236}">
                <a16:creationId xmlns:a16="http://schemas.microsoft.com/office/drawing/2014/main" id="{A6690533-EFD2-44B8-9B43-A66D920F5C7F}"/>
              </a:ext>
            </a:extLst>
          </p:cNvPr>
          <p:cNvSpPr>
            <a:spLocks noGrp="1"/>
          </p:cNvSpPr>
          <p:nvPr>
            <p:ph type="body" sz="quarter" idx="20" hasCustomPrompt="1"/>
          </p:nvPr>
        </p:nvSpPr>
        <p:spPr>
          <a:xfrm>
            <a:off x="906464" y="2392356"/>
            <a:ext cx="3089804" cy="894430"/>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sp>
        <p:nvSpPr>
          <p:cNvPr id="18" name="Marcador de texto 4">
            <a:extLst>
              <a:ext uri="{FF2B5EF4-FFF2-40B4-BE49-F238E27FC236}">
                <a16:creationId xmlns:a16="http://schemas.microsoft.com/office/drawing/2014/main" id="{6F4B1AF0-3B4D-48F1-B8BA-5E80B030E5D1}"/>
              </a:ext>
            </a:extLst>
          </p:cNvPr>
          <p:cNvSpPr>
            <a:spLocks noGrp="1"/>
          </p:cNvSpPr>
          <p:nvPr>
            <p:ph type="body" sz="quarter" idx="21" hasCustomPrompt="1"/>
          </p:nvPr>
        </p:nvSpPr>
        <p:spPr>
          <a:xfrm>
            <a:off x="4914020" y="2392356"/>
            <a:ext cx="3089804" cy="894430"/>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sp>
        <p:nvSpPr>
          <p:cNvPr id="19" name="Marcador de texto 4">
            <a:extLst>
              <a:ext uri="{FF2B5EF4-FFF2-40B4-BE49-F238E27FC236}">
                <a16:creationId xmlns:a16="http://schemas.microsoft.com/office/drawing/2014/main" id="{8684ACDC-92BA-4BD5-ACC0-23F86F94CEAF}"/>
              </a:ext>
            </a:extLst>
          </p:cNvPr>
          <p:cNvSpPr>
            <a:spLocks noGrp="1"/>
          </p:cNvSpPr>
          <p:nvPr>
            <p:ph type="body" sz="quarter" idx="22" hasCustomPrompt="1"/>
          </p:nvPr>
        </p:nvSpPr>
        <p:spPr>
          <a:xfrm>
            <a:off x="8912051" y="2392356"/>
            <a:ext cx="3089804" cy="894430"/>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15" name="Gráfico 14">
            <a:extLst>
              <a:ext uri="{FF2B5EF4-FFF2-40B4-BE49-F238E27FC236}">
                <a16:creationId xmlns:a16="http://schemas.microsoft.com/office/drawing/2014/main" id="{0F89C5E3-7842-4B5D-9A6A-5CF3A0E318BE}"/>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244803610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exto + Imagen 01">
    <p:spTree>
      <p:nvGrpSpPr>
        <p:cNvPr id="1" name=""/>
        <p:cNvGrpSpPr/>
        <p:nvPr/>
      </p:nvGrpSpPr>
      <p:grpSpPr>
        <a:xfrm>
          <a:off x="0" y="0"/>
          <a:ext cx="0" cy="0"/>
          <a:chOff x="0" y="0"/>
          <a:chExt cx="0" cy="0"/>
        </a:xfrm>
      </p:grpSpPr>
      <p:pic>
        <p:nvPicPr>
          <p:cNvPr id="13" name="Imagen 12">
            <a:extLst>
              <a:ext uri="{FF2B5EF4-FFF2-40B4-BE49-F238E27FC236}">
                <a16:creationId xmlns:a16="http://schemas.microsoft.com/office/drawing/2014/main" id="{2B6BA599-5F15-4877-AA2D-F2A98670851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5" name="Marcador de texto 17">
            <a:extLst>
              <a:ext uri="{FF2B5EF4-FFF2-40B4-BE49-F238E27FC236}">
                <a16:creationId xmlns:a16="http://schemas.microsoft.com/office/drawing/2014/main" id="{FD03CA6B-5CA5-4C89-B920-7021E2BD3D7E}"/>
              </a:ext>
            </a:extLst>
          </p:cNvPr>
          <p:cNvSpPr>
            <a:spLocks noGrp="1"/>
          </p:cNvSpPr>
          <p:nvPr>
            <p:ph type="body" sz="quarter" idx="14" hasCustomPrompt="1"/>
          </p:nvPr>
        </p:nvSpPr>
        <p:spPr>
          <a:xfrm>
            <a:off x="1881552" y="3506644"/>
            <a:ext cx="2967851" cy="859873"/>
          </a:xfrm>
        </p:spPr>
        <p:txBody>
          <a:bodyPr>
            <a:normAutofit/>
          </a:bodyPr>
          <a:lstStyle>
            <a:lvl1pPr marL="0" indent="0">
              <a:lnSpc>
                <a:spcPct val="90000"/>
              </a:lnSpc>
              <a:buNone/>
              <a:defRPr lang="es-ES" sz="275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Imus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texto 17">
            <a:extLst>
              <a:ext uri="{FF2B5EF4-FFF2-40B4-BE49-F238E27FC236}">
                <a16:creationId xmlns:a16="http://schemas.microsoft.com/office/drawing/2014/main" id="{B66AA8DE-E799-4ECE-B015-6D7A4D7F44DB}"/>
              </a:ext>
            </a:extLst>
          </p:cNvPr>
          <p:cNvSpPr>
            <a:spLocks noGrp="1"/>
          </p:cNvSpPr>
          <p:nvPr>
            <p:ph type="body" sz="quarter" idx="15" hasCustomPrompt="1"/>
          </p:nvPr>
        </p:nvSpPr>
        <p:spPr>
          <a:xfrm>
            <a:off x="6389266" y="3791413"/>
            <a:ext cx="7334672" cy="575103"/>
          </a:xfrm>
        </p:spPr>
        <p:txBody>
          <a:bodyPr>
            <a:normAutofit/>
          </a:bodyPr>
          <a:lstStyle>
            <a:lvl1pPr marL="0" indent="0">
              <a:lnSpc>
                <a:spcPts val="2800"/>
              </a:lnSpc>
              <a:buNone/>
              <a:defRPr sz="2400" b="1"/>
            </a:lvl1pPr>
          </a:lstStyle>
          <a:p>
            <a:pPr lvl="0"/>
            <a:r>
              <a:rPr lang="es-ES" dirty="0" err="1"/>
              <a:t>Aximinct</a:t>
            </a:r>
            <a:r>
              <a:rPr lang="es-ES" dirty="0"/>
              <a:t> </a:t>
            </a:r>
            <a:r>
              <a:rPr lang="es-ES" dirty="0" err="1"/>
              <a:t>emquibus</a:t>
            </a:r>
            <a:r>
              <a:rPr lang="es-ES" dirty="0"/>
              <a:t> et </a:t>
            </a:r>
            <a:r>
              <a:rPr lang="es-ES" dirty="0" err="1"/>
              <a:t>facium</a:t>
            </a:r>
            <a:r>
              <a:rPr lang="es-ES" dirty="0"/>
              <a:t> </a:t>
            </a:r>
            <a:r>
              <a:rPr lang="es-ES" dirty="0" err="1"/>
              <a:t>natur</a:t>
            </a:r>
            <a:endParaRPr lang="es-ES" dirty="0"/>
          </a:p>
        </p:txBody>
      </p:sp>
      <p:sp>
        <p:nvSpPr>
          <p:cNvPr id="19" name="Marcador de texto 17">
            <a:extLst>
              <a:ext uri="{FF2B5EF4-FFF2-40B4-BE49-F238E27FC236}">
                <a16:creationId xmlns:a16="http://schemas.microsoft.com/office/drawing/2014/main" id="{AD3EB5F9-F938-40BF-A1F5-C2F0B3B89612}"/>
              </a:ext>
            </a:extLst>
          </p:cNvPr>
          <p:cNvSpPr>
            <a:spLocks noGrp="1"/>
          </p:cNvSpPr>
          <p:nvPr>
            <p:ph type="body" sz="quarter" idx="16" hasCustomPrompt="1"/>
          </p:nvPr>
        </p:nvSpPr>
        <p:spPr>
          <a:xfrm>
            <a:off x="6386091" y="4376791"/>
            <a:ext cx="7334672" cy="2941584"/>
          </a:xfrm>
        </p:spPr>
        <p:txBody>
          <a:bodyPr>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a:t>
            </a:r>
          </a:p>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a:t>
            </a:r>
          </a:p>
        </p:txBody>
      </p:sp>
      <p:sp>
        <p:nvSpPr>
          <p:cNvPr id="20" name="Marcador de texto 17">
            <a:extLst>
              <a:ext uri="{FF2B5EF4-FFF2-40B4-BE49-F238E27FC236}">
                <a16:creationId xmlns:a16="http://schemas.microsoft.com/office/drawing/2014/main" id="{F31B79CC-203A-485E-A8C2-5CF4EF2C6E5B}"/>
              </a:ext>
            </a:extLst>
          </p:cNvPr>
          <p:cNvSpPr>
            <a:spLocks noGrp="1"/>
          </p:cNvSpPr>
          <p:nvPr>
            <p:ph type="body" sz="quarter" idx="17" hasCustomPrompt="1"/>
          </p:nvPr>
        </p:nvSpPr>
        <p:spPr>
          <a:xfrm>
            <a:off x="1881552" y="4450064"/>
            <a:ext cx="3460068" cy="1049036"/>
          </a:xfrm>
        </p:spPr>
        <p:txBody>
          <a:bodyPr>
            <a:noAutofit/>
          </a:bodyPr>
          <a:lstStyle>
            <a:lvl1pPr marL="0" indent="0">
              <a:lnSpc>
                <a:spcPts val="1800"/>
              </a:lnSpc>
              <a:buNone/>
              <a:defRPr sz="1440" b="0">
                <a:solidFill>
                  <a:schemeClr val="bg1"/>
                </a:solidFill>
              </a:defRPr>
            </a:lvl1pPr>
          </a:lstStyle>
          <a:p>
            <a:pPr lvl="0"/>
            <a:r>
              <a:rPr lang="es-ES" dirty="0"/>
              <a:t>Ma </a:t>
            </a:r>
            <a:r>
              <a:rPr lang="es-ES" dirty="0" err="1"/>
              <a:t>vendest</a:t>
            </a:r>
            <a:r>
              <a:rPr lang="es-ES" dirty="0"/>
              <a:t> as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a:t>
            </a:r>
          </a:p>
        </p:txBody>
      </p:sp>
      <p:sp>
        <p:nvSpPr>
          <p:cNvPr id="21" name="Marcador de posición de imagen 7">
            <a:extLst>
              <a:ext uri="{FF2B5EF4-FFF2-40B4-BE49-F238E27FC236}">
                <a16:creationId xmlns:a16="http://schemas.microsoft.com/office/drawing/2014/main" id="{288C9D37-B96B-4F74-A547-EEFFABD3F7CA}"/>
              </a:ext>
            </a:extLst>
          </p:cNvPr>
          <p:cNvSpPr>
            <a:spLocks noGrp="1"/>
          </p:cNvSpPr>
          <p:nvPr>
            <p:ph type="pic" sz="quarter" idx="13"/>
          </p:nvPr>
        </p:nvSpPr>
        <p:spPr>
          <a:xfrm>
            <a:off x="906996" y="911225"/>
            <a:ext cx="12813767" cy="2403957"/>
          </a:xfrm>
          <a:solidFill>
            <a:schemeClr val="bg1">
              <a:lumMod val="95000"/>
            </a:schemeClr>
          </a:solidFill>
          <a:ln w="12700">
            <a:solidFill>
              <a:srgbClr val="FF3228"/>
            </a:solidFill>
          </a:ln>
        </p:spPr>
        <p:txBody>
          <a:bodyPr/>
          <a:lstStyle/>
          <a:p>
            <a:endParaRPr lang="es-ES" dirty="0"/>
          </a:p>
        </p:txBody>
      </p:sp>
      <p:sp>
        <p:nvSpPr>
          <p:cNvPr id="4" name="Marcador de número de diapositiva 3">
            <a:extLst>
              <a:ext uri="{FF2B5EF4-FFF2-40B4-BE49-F238E27FC236}">
                <a16:creationId xmlns:a16="http://schemas.microsoft.com/office/drawing/2014/main" id="{30459E2A-3164-49CE-8E2D-6CEA93FB23A7}"/>
              </a:ext>
            </a:extLst>
          </p:cNvPr>
          <p:cNvSpPr>
            <a:spLocks noGrp="1"/>
          </p:cNvSpPr>
          <p:nvPr>
            <p:ph type="sldNum" sz="quarter" idx="18"/>
          </p:nvPr>
        </p:nvSpPr>
        <p:spPr/>
        <p:txBody>
          <a:bodyPr/>
          <a:lstStyle/>
          <a:p>
            <a:fld id="{B005B2D1-880E-4846-A216-7D6770BA1332}" type="slidenum">
              <a:rPr lang="es-ES" smtClean="0"/>
              <a:pPr/>
              <a:t>‹Nº›</a:t>
            </a:fld>
            <a:endParaRPr lang="es-ES" dirty="0"/>
          </a:p>
        </p:txBody>
      </p:sp>
      <p:sp>
        <p:nvSpPr>
          <p:cNvPr id="14" name="CuadroTexto 13">
            <a:extLst>
              <a:ext uri="{FF2B5EF4-FFF2-40B4-BE49-F238E27FC236}">
                <a16:creationId xmlns:a16="http://schemas.microsoft.com/office/drawing/2014/main" id="{15024829-CBD6-4287-87FC-8DF3F1318403}"/>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16" name="Gráfico 15">
            <a:extLst>
              <a:ext uri="{FF2B5EF4-FFF2-40B4-BE49-F238E27FC236}">
                <a16:creationId xmlns:a16="http://schemas.microsoft.com/office/drawing/2014/main" id="{53EBFAFB-103E-4A3C-9756-4659E641544D}"/>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22" name="Rectángulo 21">
            <a:extLst>
              <a:ext uri="{FF2B5EF4-FFF2-40B4-BE49-F238E27FC236}">
                <a16:creationId xmlns:a16="http://schemas.microsoft.com/office/drawing/2014/main" id="{D1AD40A5-A897-4731-BF12-1367B540BA97}"/>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306246793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xto + Imagen 02">
    <p:spTree>
      <p:nvGrpSpPr>
        <p:cNvPr id="1" name=""/>
        <p:cNvGrpSpPr/>
        <p:nvPr/>
      </p:nvGrpSpPr>
      <p:grpSpPr>
        <a:xfrm>
          <a:off x="0" y="0"/>
          <a:ext cx="0" cy="0"/>
          <a:chOff x="0" y="0"/>
          <a:chExt cx="0" cy="0"/>
        </a:xfrm>
      </p:grpSpPr>
      <p:pic>
        <p:nvPicPr>
          <p:cNvPr id="13" name="Imagen 12">
            <a:extLst>
              <a:ext uri="{FF2B5EF4-FFF2-40B4-BE49-F238E27FC236}">
                <a16:creationId xmlns:a16="http://schemas.microsoft.com/office/drawing/2014/main" id="{2B6BA599-5F15-4877-AA2D-F2A98670851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2" name="Rectángulo 1">
            <a:extLst>
              <a:ext uri="{FF2B5EF4-FFF2-40B4-BE49-F238E27FC236}">
                <a16:creationId xmlns:a16="http://schemas.microsoft.com/office/drawing/2014/main" id="{21D4F7DB-0F2C-408A-ABA7-11AAC130F2AE}"/>
              </a:ext>
            </a:extLst>
          </p:cNvPr>
          <p:cNvSpPr/>
          <p:nvPr userDrawn="1"/>
        </p:nvSpPr>
        <p:spPr>
          <a:xfrm>
            <a:off x="12908496" y="797150"/>
            <a:ext cx="968580" cy="266841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v</a:t>
            </a:r>
          </a:p>
        </p:txBody>
      </p:sp>
      <p:sp>
        <p:nvSpPr>
          <p:cNvPr id="15" name="Marcador de texto 17">
            <a:extLst>
              <a:ext uri="{FF2B5EF4-FFF2-40B4-BE49-F238E27FC236}">
                <a16:creationId xmlns:a16="http://schemas.microsoft.com/office/drawing/2014/main" id="{FD03CA6B-5CA5-4C89-B920-7021E2BD3D7E}"/>
              </a:ext>
            </a:extLst>
          </p:cNvPr>
          <p:cNvSpPr>
            <a:spLocks noGrp="1"/>
          </p:cNvSpPr>
          <p:nvPr>
            <p:ph type="body" sz="quarter" idx="14" hasCustomPrompt="1"/>
          </p:nvPr>
        </p:nvSpPr>
        <p:spPr>
          <a:xfrm>
            <a:off x="1881552" y="3506644"/>
            <a:ext cx="2967851" cy="859873"/>
          </a:xfrm>
        </p:spPr>
        <p:txBody>
          <a:bodyPr>
            <a:normAutofit/>
          </a:bodyPr>
          <a:lstStyle>
            <a:lvl1pPr marL="0" indent="0">
              <a:lnSpc>
                <a:spcPct val="90000"/>
              </a:lnSpc>
              <a:buNone/>
              <a:defRPr lang="es-ES" sz="275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Imus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texto 17">
            <a:extLst>
              <a:ext uri="{FF2B5EF4-FFF2-40B4-BE49-F238E27FC236}">
                <a16:creationId xmlns:a16="http://schemas.microsoft.com/office/drawing/2014/main" id="{B66AA8DE-E799-4ECE-B015-6D7A4D7F44DB}"/>
              </a:ext>
            </a:extLst>
          </p:cNvPr>
          <p:cNvSpPr>
            <a:spLocks noGrp="1"/>
          </p:cNvSpPr>
          <p:nvPr>
            <p:ph type="body" sz="quarter" idx="15" hasCustomPrompt="1"/>
          </p:nvPr>
        </p:nvSpPr>
        <p:spPr>
          <a:xfrm>
            <a:off x="6389266" y="3791413"/>
            <a:ext cx="7334672" cy="585377"/>
          </a:xfrm>
        </p:spPr>
        <p:txBody>
          <a:bodyPr>
            <a:normAutofit/>
          </a:bodyPr>
          <a:lstStyle>
            <a:lvl1pPr marL="0" indent="0">
              <a:lnSpc>
                <a:spcPts val="2800"/>
              </a:lnSpc>
              <a:buNone/>
              <a:defRPr sz="2400" b="1"/>
            </a:lvl1pPr>
          </a:lstStyle>
          <a:p>
            <a:pPr lvl="0"/>
            <a:r>
              <a:rPr lang="es-ES" dirty="0" err="1"/>
              <a:t>Aximinct</a:t>
            </a:r>
            <a:r>
              <a:rPr lang="es-ES" dirty="0"/>
              <a:t> </a:t>
            </a:r>
            <a:r>
              <a:rPr lang="es-ES" dirty="0" err="1"/>
              <a:t>emquibus</a:t>
            </a:r>
            <a:r>
              <a:rPr lang="es-ES" dirty="0"/>
              <a:t> et </a:t>
            </a:r>
            <a:r>
              <a:rPr lang="es-ES" dirty="0" err="1"/>
              <a:t>facium</a:t>
            </a:r>
            <a:r>
              <a:rPr lang="es-ES" dirty="0"/>
              <a:t> </a:t>
            </a:r>
            <a:r>
              <a:rPr lang="es-ES" dirty="0" err="1"/>
              <a:t>natur</a:t>
            </a:r>
            <a:endParaRPr lang="es-ES" dirty="0"/>
          </a:p>
        </p:txBody>
      </p:sp>
      <p:sp>
        <p:nvSpPr>
          <p:cNvPr id="19" name="Marcador de texto 17">
            <a:extLst>
              <a:ext uri="{FF2B5EF4-FFF2-40B4-BE49-F238E27FC236}">
                <a16:creationId xmlns:a16="http://schemas.microsoft.com/office/drawing/2014/main" id="{AD3EB5F9-F938-40BF-A1F5-C2F0B3B89612}"/>
              </a:ext>
            </a:extLst>
          </p:cNvPr>
          <p:cNvSpPr>
            <a:spLocks noGrp="1"/>
          </p:cNvSpPr>
          <p:nvPr>
            <p:ph type="body" sz="quarter" idx="16" hasCustomPrompt="1"/>
          </p:nvPr>
        </p:nvSpPr>
        <p:spPr>
          <a:xfrm>
            <a:off x="6386091" y="4376791"/>
            <a:ext cx="7334672" cy="2941584"/>
          </a:xfrm>
        </p:spPr>
        <p:txBody>
          <a:bodyPr>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a:t>
            </a:r>
          </a:p>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a:t>
            </a:r>
          </a:p>
        </p:txBody>
      </p:sp>
      <p:sp>
        <p:nvSpPr>
          <p:cNvPr id="20" name="Marcador de texto 17">
            <a:extLst>
              <a:ext uri="{FF2B5EF4-FFF2-40B4-BE49-F238E27FC236}">
                <a16:creationId xmlns:a16="http://schemas.microsoft.com/office/drawing/2014/main" id="{F31B79CC-203A-485E-A8C2-5CF4EF2C6E5B}"/>
              </a:ext>
            </a:extLst>
          </p:cNvPr>
          <p:cNvSpPr>
            <a:spLocks noGrp="1"/>
          </p:cNvSpPr>
          <p:nvPr>
            <p:ph type="body" sz="quarter" idx="17" hasCustomPrompt="1"/>
          </p:nvPr>
        </p:nvSpPr>
        <p:spPr>
          <a:xfrm>
            <a:off x="1881552" y="4450064"/>
            <a:ext cx="3460068" cy="1049036"/>
          </a:xfrm>
        </p:spPr>
        <p:txBody>
          <a:bodyPr>
            <a:noAutofit/>
          </a:bodyPr>
          <a:lstStyle>
            <a:lvl1pPr marL="0" indent="0">
              <a:lnSpc>
                <a:spcPts val="1800"/>
              </a:lnSpc>
              <a:buNone/>
              <a:defRPr sz="1440" b="0">
                <a:solidFill>
                  <a:schemeClr val="bg1"/>
                </a:solidFill>
              </a:defRPr>
            </a:lvl1pPr>
          </a:lstStyle>
          <a:p>
            <a:pPr lvl="0"/>
            <a:r>
              <a:rPr lang="es-ES" dirty="0"/>
              <a:t>Ma </a:t>
            </a:r>
            <a:r>
              <a:rPr lang="es-ES" dirty="0" err="1"/>
              <a:t>vendest</a:t>
            </a:r>
            <a:r>
              <a:rPr lang="es-ES" dirty="0"/>
              <a:t> as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a:t>
            </a:r>
          </a:p>
        </p:txBody>
      </p:sp>
      <p:sp>
        <p:nvSpPr>
          <p:cNvPr id="21" name="Marcador de posición de imagen 7">
            <a:extLst>
              <a:ext uri="{FF2B5EF4-FFF2-40B4-BE49-F238E27FC236}">
                <a16:creationId xmlns:a16="http://schemas.microsoft.com/office/drawing/2014/main" id="{288C9D37-B96B-4F74-A547-EEFFABD3F7CA}"/>
              </a:ext>
            </a:extLst>
          </p:cNvPr>
          <p:cNvSpPr>
            <a:spLocks noGrp="1"/>
          </p:cNvSpPr>
          <p:nvPr>
            <p:ph type="pic" sz="quarter" idx="13"/>
          </p:nvPr>
        </p:nvSpPr>
        <p:spPr>
          <a:xfrm>
            <a:off x="906996" y="911225"/>
            <a:ext cx="2400300" cy="2400300"/>
          </a:xfrm>
          <a:solidFill>
            <a:schemeClr val="bg1">
              <a:lumMod val="95000"/>
            </a:schemeClr>
          </a:solidFill>
          <a:ln w="12700">
            <a:solidFill>
              <a:srgbClr val="FF3228"/>
            </a:solidFill>
          </a:ln>
        </p:spPr>
        <p:txBody>
          <a:bodyPr/>
          <a:lstStyle/>
          <a:p>
            <a:endParaRPr lang="es-ES" dirty="0"/>
          </a:p>
        </p:txBody>
      </p:sp>
      <p:sp>
        <p:nvSpPr>
          <p:cNvPr id="4" name="Marcador de número de diapositiva 3">
            <a:extLst>
              <a:ext uri="{FF2B5EF4-FFF2-40B4-BE49-F238E27FC236}">
                <a16:creationId xmlns:a16="http://schemas.microsoft.com/office/drawing/2014/main" id="{30459E2A-3164-49CE-8E2D-6CEA93FB23A7}"/>
              </a:ext>
            </a:extLst>
          </p:cNvPr>
          <p:cNvSpPr>
            <a:spLocks noGrp="1"/>
          </p:cNvSpPr>
          <p:nvPr>
            <p:ph type="sldNum" sz="quarter" idx="18"/>
          </p:nvPr>
        </p:nvSpPr>
        <p:spPr/>
        <p:txBody>
          <a:bodyPr/>
          <a:lstStyle/>
          <a:p>
            <a:fld id="{B005B2D1-880E-4846-A216-7D6770BA1332}" type="slidenum">
              <a:rPr lang="es-ES" smtClean="0"/>
              <a:pPr/>
              <a:t>‹Nº›</a:t>
            </a:fld>
            <a:endParaRPr lang="es-ES" dirty="0"/>
          </a:p>
        </p:txBody>
      </p:sp>
      <p:sp>
        <p:nvSpPr>
          <p:cNvPr id="12" name="Marcador de posición de imagen 7">
            <a:extLst>
              <a:ext uri="{FF2B5EF4-FFF2-40B4-BE49-F238E27FC236}">
                <a16:creationId xmlns:a16="http://schemas.microsoft.com/office/drawing/2014/main" id="{8EEBCDF9-525E-480A-BD30-3DC3F3908675}"/>
              </a:ext>
            </a:extLst>
          </p:cNvPr>
          <p:cNvSpPr>
            <a:spLocks noGrp="1"/>
          </p:cNvSpPr>
          <p:nvPr>
            <p:ph type="pic" sz="quarter" idx="19"/>
          </p:nvPr>
        </p:nvSpPr>
        <p:spPr>
          <a:xfrm>
            <a:off x="3307296" y="911225"/>
            <a:ext cx="2400300" cy="2400300"/>
          </a:xfrm>
          <a:solidFill>
            <a:schemeClr val="bg1">
              <a:lumMod val="95000"/>
            </a:schemeClr>
          </a:solidFill>
          <a:ln w="12700">
            <a:solidFill>
              <a:srgbClr val="FF3228"/>
            </a:solidFill>
          </a:ln>
        </p:spPr>
        <p:txBody>
          <a:bodyPr/>
          <a:lstStyle/>
          <a:p>
            <a:endParaRPr lang="es-ES" dirty="0"/>
          </a:p>
        </p:txBody>
      </p:sp>
      <p:sp>
        <p:nvSpPr>
          <p:cNvPr id="14" name="Marcador de posición de imagen 7">
            <a:extLst>
              <a:ext uri="{FF2B5EF4-FFF2-40B4-BE49-F238E27FC236}">
                <a16:creationId xmlns:a16="http://schemas.microsoft.com/office/drawing/2014/main" id="{7D4767B1-EEF0-4371-8332-D3584B57D6BD}"/>
              </a:ext>
            </a:extLst>
          </p:cNvPr>
          <p:cNvSpPr>
            <a:spLocks noGrp="1"/>
          </p:cNvSpPr>
          <p:nvPr>
            <p:ph type="pic" sz="quarter" idx="20"/>
          </p:nvPr>
        </p:nvSpPr>
        <p:spPr>
          <a:xfrm>
            <a:off x="5707596" y="911225"/>
            <a:ext cx="2400300" cy="2400300"/>
          </a:xfrm>
          <a:solidFill>
            <a:schemeClr val="bg1">
              <a:lumMod val="95000"/>
            </a:schemeClr>
          </a:solidFill>
          <a:ln w="12700">
            <a:solidFill>
              <a:srgbClr val="FF3228"/>
            </a:solidFill>
          </a:ln>
        </p:spPr>
        <p:txBody>
          <a:bodyPr/>
          <a:lstStyle/>
          <a:p>
            <a:endParaRPr lang="es-ES" dirty="0"/>
          </a:p>
        </p:txBody>
      </p:sp>
      <p:sp>
        <p:nvSpPr>
          <p:cNvPr id="17" name="Marcador de posición de imagen 7">
            <a:extLst>
              <a:ext uri="{FF2B5EF4-FFF2-40B4-BE49-F238E27FC236}">
                <a16:creationId xmlns:a16="http://schemas.microsoft.com/office/drawing/2014/main" id="{7081F02A-6A0D-4B68-9D54-11675DB5A120}"/>
              </a:ext>
            </a:extLst>
          </p:cNvPr>
          <p:cNvSpPr>
            <a:spLocks noGrp="1"/>
          </p:cNvSpPr>
          <p:nvPr>
            <p:ph type="pic" sz="quarter" idx="21"/>
          </p:nvPr>
        </p:nvSpPr>
        <p:spPr>
          <a:xfrm>
            <a:off x="8107896" y="911225"/>
            <a:ext cx="2400300" cy="2400300"/>
          </a:xfrm>
          <a:solidFill>
            <a:schemeClr val="bg1">
              <a:lumMod val="95000"/>
            </a:schemeClr>
          </a:solidFill>
          <a:ln w="12700">
            <a:solidFill>
              <a:srgbClr val="FF3228"/>
            </a:solidFill>
          </a:ln>
        </p:spPr>
        <p:txBody>
          <a:bodyPr/>
          <a:lstStyle/>
          <a:p>
            <a:endParaRPr lang="es-ES" dirty="0"/>
          </a:p>
        </p:txBody>
      </p:sp>
      <p:sp>
        <p:nvSpPr>
          <p:cNvPr id="22" name="Marcador de posición de imagen 7">
            <a:extLst>
              <a:ext uri="{FF2B5EF4-FFF2-40B4-BE49-F238E27FC236}">
                <a16:creationId xmlns:a16="http://schemas.microsoft.com/office/drawing/2014/main" id="{AF085857-2F63-4136-A540-34D82EA7541D}"/>
              </a:ext>
            </a:extLst>
          </p:cNvPr>
          <p:cNvSpPr>
            <a:spLocks noGrp="1"/>
          </p:cNvSpPr>
          <p:nvPr>
            <p:ph type="pic" sz="quarter" idx="22"/>
          </p:nvPr>
        </p:nvSpPr>
        <p:spPr>
          <a:xfrm>
            <a:off x="10508196" y="911225"/>
            <a:ext cx="2400300" cy="2400300"/>
          </a:xfrm>
          <a:solidFill>
            <a:schemeClr val="bg1">
              <a:lumMod val="95000"/>
            </a:schemeClr>
          </a:solidFill>
          <a:ln w="12700">
            <a:solidFill>
              <a:srgbClr val="FF3228"/>
            </a:solidFill>
          </a:ln>
        </p:spPr>
        <p:txBody>
          <a:bodyPr/>
          <a:lstStyle/>
          <a:p>
            <a:endParaRPr lang="es-ES" dirty="0"/>
          </a:p>
        </p:txBody>
      </p:sp>
      <p:sp>
        <p:nvSpPr>
          <p:cNvPr id="24" name="CuadroTexto 23">
            <a:extLst>
              <a:ext uri="{FF2B5EF4-FFF2-40B4-BE49-F238E27FC236}">
                <a16:creationId xmlns:a16="http://schemas.microsoft.com/office/drawing/2014/main" id="{F8B3236A-804A-4183-8846-B27391FDDD3F}"/>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26" name="Gráfico 25">
            <a:extLst>
              <a:ext uri="{FF2B5EF4-FFF2-40B4-BE49-F238E27FC236}">
                <a16:creationId xmlns:a16="http://schemas.microsoft.com/office/drawing/2014/main" id="{13A9EBC3-242B-40BD-B095-2470C84FBEC9}"/>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27" name="Rectángulo 26">
            <a:extLst>
              <a:ext uri="{FF2B5EF4-FFF2-40B4-BE49-F238E27FC236}">
                <a16:creationId xmlns:a16="http://schemas.microsoft.com/office/drawing/2014/main" id="{8259DAC4-CED6-4B6A-841A-8EDBC7FCA487}"/>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74400445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exto + Imagen 03">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24E4C891-5756-47D0-997B-DC9C981D720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42F2A480-3D7B-4147-AD69-DDD775FA970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9" name="Marcador de posición de imagen 7">
            <a:extLst>
              <a:ext uri="{FF2B5EF4-FFF2-40B4-BE49-F238E27FC236}">
                <a16:creationId xmlns:a16="http://schemas.microsoft.com/office/drawing/2014/main" id="{20C05316-F7DB-4F8C-8A8D-5AF098474019}"/>
              </a:ext>
            </a:extLst>
          </p:cNvPr>
          <p:cNvSpPr>
            <a:spLocks noGrp="1"/>
          </p:cNvSpPr>
          <p:nvPr>
            <p:ph type="pic" sz="quarter" idx="13"/>
          </p:nvPr>
        </p:nvSpPr>
        <p:spPr>
          <a:xfrm>
            <a:off x="4914900" y="911225"/>
            <a:ext cx="6400800" cy="3203575"/>
          </a:xfrm>
          <a:solidFill>
            <a:schemeClr val="bg1">
              <a:lumMod val="95000"/>
            </a:schemeClr>
          </a:solidFill>
          <a:ln w="12700">
            <a:solidFill>
              <a:srgbClr val="FF3228"/>
            </a:solidFill>
          </a:ln>
        </p:spPr>
        <p:txBody>
          <a:bodyPr/>
          <a:lstStyle/>
          <a:p>
            <a:endParaRPr lang="es-ES" dirty="0"/>
          </a:p>
        </p:txBody>
      </p:sp>
      <p:sp>
        <p:nvSpPr>
          <p:cNvPr id="11" name="Marcador de posición de imagen 7">
            <a:extLst>
              <a:ext uri="{FF2B5EF4-FFF2-40B4-BE49-F238E27FC236}">
                <a16:creationId xmlns:a16="http://schemas.microsoft.com/office/drawing/2014/main" id="{4DF422DF-D807-4DB2-8BAC-FB9ED7EDF7F6}"/>
              </a:ext>
            </a:extLst>
          </p:cNvPr>
          <p:cNvSpPr>
            <a:spLocks noGrp="1"/>
          </p:cNvSpPr>
          <p:nvPr>
            <p:ph type="pic" sz="quarter" idx="15"/>
          </p:nvPr>
        </p:nvSpPr>
        <p:spPr>
          <a:xfrm>
            <a:off x="1711325" y="4918073"/>
            <a:ext cx="2400300" cy="2400300"/>
          </a:xfrm>
          <a:solidFill>
            <a:schemeClr val="bg1">
              <a:lumMod val="95000"/>
            </a:schemeClr>
          </a:solidFill>
          <a:ln w="12700">
            <a:solidFill>
              <a:srgbClr val="FF3228"/>
            </a:solidFill>
          </a:ln>
        </p:spPr>
        <p:txBody>
          <a:bodyPr/>
          <a:lstStyle/>
          <a:p>
            <a:endParaRPr lang="es-ES" dirty="0"/>
          </a:p>
        </p:txBody>
      </p:sp>
      <p:sp>
        <p:nvSpPr>
          <p:cNvPr id="12" name="Marcador de posición de imagen 7">
            <a:extLst>
              <a:ext uri="{FF2B5EF4-FFF2-40B4-BE49-F238E27FC236}">
                <a16:creationId xmlns:a16="http://schemas.microsoft.com/office/drawing/2014/main" id="{F14FF012-533F-48E5-AE0A-E08EA28EC6AD}"/>
              </a:ext>
            </a:extLst>
          </p:cNvPr>
          <p:cNvSpPr>
            <a:spLocks noGrp="1"/>
          </p:cNvSpPr>
          <p:nvPr>
            <p:ph type="pic" sz="quarter" idx="16"/>
          </p:nvPr>
        </p:nvSpPr>
        <p:spPr>
          <a:xfrm>
            <a:off x="8915400" y="4918073"/>
            <a:ext cx="2400300" cy="2400300"/>
          </a:xfrm>
          <a:solidFill>
            <a:schemeClr val="bg1">
              <a:lumMod val="95000"/>
            </a:schemeClr>
          </a:solidFill>
          <a:ln w="12700">
            <a:solidFill>
              <a:srgbClr val="FF3228"/>
            </a:solidFill>
          </a:ln>
        </p:spPr>
        <p:txBody>
          <a:bodyPr/>
          <a:lstStyle/>
          <a:p>
            <a:endParaRPr lang="es-ES" dirty="0"/>
          </a:p>
        </p:txBody>
      </p:sp>
      <p:sp>
        <p:nvSpPr>
          <p:cNvPr id="13" name="Marcador de posición de imagen 7">
            <a:extLst>
              <a:ext uri="{FF2B5EF4-FFF2-40B4-BE49-F238E27FC236}">
                <a16:creationId xmlns:a16="http://schemas.microsoft.com/office/drawing/2014/main" id="{EBC33655-F9A5-4750-B5DC-FF30B140D5E2}"/>
              </a:ext>
            </a:extLst>
          </p:cNvPr>
          <p:cNvSpPr>
            <a:spLocks noGrp="1"/>
          </p:cNvSpPr>
          <p:nvPr>
            <p:ph type="pic" sz="quarter" idx="17"/>
          </p:nvPr>
        </p:nvSpPr>
        <p:spPr>
          <a:xfrm>
            <a:off x="2514600" y="1714500"/>
            <a:ext cx="2400300" cy="2400300"/>
          </a:xfrm>
          <a:solidFill>
            <a:schemeClr val="bg1">
              <a:lumMod val="95000"/>
            </a:schemeClr>
          </a:solidFill>
          <a:ln w="12700">
            <a:solidFill>
              <a:srgbClr val="FF3228"/>
            </a:solidFill>
          </a:ln>
        </p:spPr>
        <p:txBody>
          <a:bodyPr/>
          <a:lstStyle/>
          <a:p>
            <a:endParaRPr lang="es-ES" dirty="0"/>
          </a:p>
        </p:txBody>
      </p:sp>
      <p:sp>
        <p:nvSpPr>
          <p:cNvPr id="17" name="Marcador de texto 17">
            <a:extLst>
              <a:ext uri="{FF2B5EF4-FFF2-40B4-BE49-F238E27FC236}">
                <a16:creationId xmlns:a16="http://schemas.microsoft.com/office/drawing/2014/main" id="{84C5C295-7660-4294-86D6-F055C7864050}"/>
              </a:ext>
            </a:extLst>
          </p:cNvPr>
          <p:cNvSpPr>
            <a:spLocks noGrp="1"/>
          </p:cNvSpPr>
          <p:nvPr>
            <p:ph type="body" sz="quarter" idx="14" hasCustomPrompt="1"/>
          </p:nvPr>
        </p:nvSpPr>
        <p:spPr>
          <a:xfrm>
            <a:off x="4276230" y="4280885"/>
            <a:ext cx="3524392" cy="1082223"/>
          </a:xfrm>
        </p:spPr>
        <p:txBody>
          <a:bodyPr>
            <a:normAutofit/>
          </a:bodyPr>
          <a:lstStyle>
            <a:lvl1pPr marL="0" indent="0">
              <a:lnSpc>
                <a:spcPct val="90000"/>
              </a:lnSpc>
              <a:buNone/>
              <a:defRPr lang="es-ES" sz="360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Imus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20" name="Marcador de texto 17">
            <a:extLst>
              <a:ext uri="{FF2B5EF4-FFF2-40B4-BE49-F238E27FC236}">
                <a16:creationId xmlns:a16="http://schemas.microsoft.com/office/drawing/2014/main" id="{EF6AC1CD-A42B-449C-9062-B24D8C18EBAE}"/>
              </a:ext>
            </a:extLst>
          </p:cNvPr>
          <p:cNvSpPr>
            <a:spLocks noGrp="1"/>
          </p:cNvSpPr>
          <p:nvPr>
            <p:ph type="body" sz="quarter" idx="18" hasCustomPrompt="1"/>
          </p:nvPr>
        </p:nvSpPr>
        <p:spPr>
          <a:xfrm>
            <a:off x="4219785" y="5586905"/>
            <a:ext cx="2271326" cy="554251"/>
          </a:xfrm>
        </p:spPr>
        <p:txBody>
          <a:bodyPr lIns="0">
            <a:noAutofit/>
          </a:bodyPr>
          <a:lstStyle>
            <a:lvl1pPr marL="358775" indent="-176213">
              <a:lnSpc>
                <a:spcPts val="1700"/>
              </a:lnSpc>
              <a:spcBef>
                <a:spcPts val="0"/>
              </a:spcBef>
              <a:buSzPct val="120000"/>
              <a:buFont typeface="Wingdings" panose="05000000000000000000" pitchFamily="2" charset="2"/>
              <a:buChar char="§"/>
              <a:defRPr sz="1550" b="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p:txBody>
      </p:sp>
      <p:sp>
        <p:nvSpPr>
          <p:cNvPr id="21" name="Marcador de texto 17">
            <a:extLst>
              <a:ext uri="{FF2B5EF4-FFF2-40B4-BE49-F238E27FC236}">
                <a16:creationId xmlns:a16="http://schemas.microsoft.com/office/drawing/2014/main" id="{FF27EF60-FC31-487D-AE53-BFC9EC47CADF}"/>
              </a:ext>
            </a:extLst>
          </p:cNvPr>
          <p:cNvSpPr>
            <a:spLocks noGrp="1"/>
          </p:cNvSpPr>
          <p:nvPr>
            <p:ph type="body" sz="quarter" idx="19" hasCustomPrompt="1"/>
          </p:nvPr>
        </p:nvSpPr>
        <p:spPr>
          <a:xfrm>
            <a:off x="6436359" y="5586905"/>
            <a:ext cx="2271326" cy="554251"/>
          </a:xfrm>
        </p:spPr>
        <p:txBody>
          <a:bodyPr lIns="0">
            <a:noAutofit/>
          </a:bodyPr>
          <a:lstStyle>
            <a:lvl1pPr marL="358775" indent="-176213">
              <a:lnSpc>
                <a:spcPts val="1700"/>
              </a:lnSpc>
              <a:spcBef>
                <a:spcPts val="0"/>
              </a:spcBef>
              <a:buSzPct val="120000"/>
              <a:buFont typeface="Wingdings" panose="05000000000000000000" pitchFamily="2" charset="2"/>
              <a:buChar char="§"/>
              <a:defRPr sz="1550" b="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p:txBody>
      </p:sp>
      <p:sp>
        <p:nvSpPr>
          <p:cNvPr id="15" name="CuadroTexto 14">
            <a:extLst>
              <a:ext uri="{FF2B5EF4-FFF2-40B4-BE49-F238E27FC236}">
                <a16:creationId xmlns:a16="http://schemas.microsoft.com/office/drawing/2014/main" id="{348634AE-F32A-42A0-9C13-614B9BE2595E}"/>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18" name="Gráfico 17">
            <a:extLst>
              <a:ext uri="{FF2B5EF4-FFF2-40B4-BE49-F238E27FC236}">
                <a16:creationId xmlns:a16="http://schemas.microsoft.com/office/drawing/2014/main" id="{E19F5ADF-2B33-46BA-AF4D-0A33637B1920}"/>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19" name="Rectángulo 18">
            <a:extLst>
              <a:ext uri="{FF2B5EF4-FFF2-40B4-BE49-F238E27FC236}">
                <a16:creationId xmlns:a16="http://schemas.microsoft.com/office/drawing/2014/main" id="{048F2720-14B1-43D3-99D8-439269AD9D4D}"/>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25214679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exto + Imagen 04">
    <p:spTree>
      <p:nvGrpSpPr>
        <p:cNvPr id="1" name=""/>
        <p:cNvGrpSpPr/>
        <p:nvPr/>
      </p:nvGrpSpPr>
      <p:grpSpPr>
        <a:xfrm>
          <a:off x="0" y="0"/>
          <a:ext cx="0" cy="0"/>
          <a:chOff x="0" y="0"/>
          <a:chExt cx="0" cy="0"/>
        </a:xfrm>
      </p:grpSpPr>
      <p:pic>
        <p:nvPicPr>
          <p:cNvPr id="14" name="Imagen 13">
            <a:extLst>
              <a:ext uri="{FF2B5EF4-FFF2-40B4-BE49-F238E27FC236}">
                <a16:creationId xmlns:a16="http://schemas.microsoft.com/office/drawing/2014/main" id="{C736E012-FDE3-42BC-B1F9-A1FC3B60AE5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42F2A480-3D7B-4147-AD69-DDD775FA970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13" name="Marcador de posición de imagen 7">
            <a:extLst>
              <a:ext uri="{FF2B5EF4-FFF2-40B4-BE49-F238E27FC236}">
                <a16:creationId xmlns:a16="http://schemas.microsoft.com/office/drawing/2014/main" id="{EBC33655-F9A5-4750-B5DC-FF30B140D5E2}"/>
              </a:ext>
            </a:extLst>
          </p:cNvPr>
          <p:cNvSpPr>
            <a:spLocks noGrp="1"/>
          </p:cNvSpPr>
          <p:nvPr>
            <p:ph type="pic" sz="quarter" idx="17"/>
          </p:nvPr>
        </p:nvSpPr>
        <p:spPr>
          <a:xfrm>
            <a:off x="2514600" y="1714500"/>
            <a:ext cx="2400300" cy="2400300"/>
          </a:xfrm>
          <a:solidFill>
            <a:schemeClr val="bg1">
              <a:lumMod val="95000"/>
            </a:schemeClr>
          </a:solidFill>
          <a:ln w="12700">
            <a:solidFill>
              <a:srgbClr val="FF3228"/>
            </a:solidFill>
          </a:ln>
        </p:spPr>
        <p:txBody>
          <a:bodyPr/>
          <a:lstStyle/>
          <a:p>
            <a:endParaRPr lang="es-ES" dirty="0"/>
          </a:p>
        </p:txBody>
      </p:sp>
      <p:sp>
        <p:nvSpPr>
          <p:cNvPr id="17" name="Marcador de texto 17">
            <a:extLst>
              <a:ext uri="{FF2B5EF4-FFF2-40B4-BE49-F238E27FC236}">
                <a16:creationId xmlns:a16="http://schemas.microsoft.com/office/drawing/2014/main" id="{84C5C295-7660-4294-86D6-F055C7864050}"/>
              </a:ext>
            </a:extLst>
          </p:cNvPr>
          <p:cNvSpPr>
            <a:spLocks noGrp="1"/>
          </p:cNvSpPr>
          <p:nvPr>
            <p:ph type="body" sz="quarter" idx="14" hasCustomPrompt="1"/>
          </p:nvPr>
        </p:nvSpPr>
        <p:spPr>
          <a:xfrm>
            <a:off x="3587607" y="4298452"/>
            <a:ext cx="7170703" cy="554251"/>
          </a:xfrm>
        </p:spPr>
        <p:txBody>
          <a:bodyPr>
            <a:normAutofit/>
          </a:bodyPr>
          <a:lstStyle>
            <a:lvl1pPr marL="0" indent="0">
              <a:lnSpc>
                <a:spcPct val="90000"/>
              </a:lnSpc>
              <a:buNone/>
              <a:defRPr lang="es-ES" sz="289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lmus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posición de imagen 7">
            <a:extLst>
              <a:ext uri="{FF2B5EF4-FFF2-40B4-BE49-F238E27FC236}">
                <a16:creationId xmlns:a16="http://schemas.microsoft.com/office/drawing/2014/main" id="{98F82C54-E041-4961-B68A-84A13C1FB2D8}"/>
              </a:ext>
            </a:extLst>
          </p:cNvPr>
          <p:cNvSpPr>
            <a:spLocks noGrp="1"/>
          </p:cNvSpPr>
          <p:nvPr>
            <p:ph type="pic" sz="quarter" idx="20"/>
          </p:nvPr>
        </p:nvSpPr>
        <p:spPr>
          <a:xfrm>
            <a:off x="4914900" y="1714500"/>
            <a:ext cx="2400300" cy="2400300"/>
          </a:xfrm>
          <a:solidFill>
            <a:schemeClr val="bg1">
              <a:lumMod val="95000"/>
            </a:schemeClr>
          </a:solidFill>
          <a:ln w="12700">
            <a:solidFill>
              <a:srgbClr val="FF3228"/>
            </a:solidFill>
          </a:ln>
        </p:spPr>
        <p:txBody>
          <a:bodyPr/>
          <a:lstStyle/>
          <a:p>
            <a:endParaRPr lang="es-ES" dirty="0"/>
          </a:p>
        </p:txBody>
      </p:sp>
      <p:sp>
        <p:nvSpPr>
          <p:cNvPr id="19" name="Marcador de posición de imagen 7">
            <a:extLst>
              <a:ext uri="{FF2B5EF4-FFF2-40B4-BE49-F238E27FC236}">
                <a16:creationId xmlns:a16="http://schemas.microsoft.com/office/drawing/2014/main" id="{498F53C0-25B8-4416-BB17-5CFFE7E97B0C}"/>
              </a:ext>
            </a:extLst>
          </p:cNvPr>
          <p:cNvSpPr>
            <a:spLocks noGrp="1"/>
          </p:cNvSpPr>
          <p:nvPr>
            <p:ph type="pic" sz="quarter" idx="21"/>
          </p:nvPr>
        </p:nvSpPr>
        <p:spPr>
          <a:xfrm>
            <a:off x="7315200" y="1714500"/>
            <a:ext cx="2400300" cy="2400300"/>
          </a:xfrm>
          <a:solidFill>
            <a:schemeClr val="bg1">
              <a:lumMod val="95000"/>
            </a:schemeClr>
          </a:solidFill>
          <a:ln w="12700">
            <a:solidFill>
              <a:srgbClr val="FF3228"/>
            </a:solidFill>
          </a:ln>
        </p:spPr>
        <p:txBody>
          <a:bodyPr/>
          <a:lstStyle/>
          <a:p>
            <a:endParaRPr lang="es-ES" dirty="0"/>
          </a:p>
        </p:txBody>
      </p:sp>
      <p:sp>
        <p:nvSpPr>
          <p:cNvPr id="22" name="Marcador de posición de imagen 7">
            <a:extLst>
              <a:ext uri="{FF2B5EF4-FFF2-40B4-BE49-F238E27FC236}">
                <a16:creationId xmlns:a16="http://schemas.microsoft.com/office/drawing/2014/main" id="{E4299396-37C3-47E4-B635-8BE73AC26544}"/>
              </a:ext>
            </a:extLst>
          </p:cNvPr>
          <p:cNvSpPr>
            <a:spLocks noGrp="1"/>
          </p:cNvSpPr>
          <p:nvPr>
            <p:ph type="pic" sz="quarter" idx="22"/>
          </p:nvPr>
        </p:nvSpPr>
        <p:spPr>
          <a:xfrm>
            <a:off x="9715500" y="1714500"/>
            <a:ext cx="2400300" cy="2400300"/>
          </a:xfrm>
          <a:solidFill>
            <a:schemeClr val="bg1">
              <a:lumMod val="95000"/>
            </a:schemeClr>
          </a:solidFill>
          <a:ln w="12700">
            <a:solidFill>
              <a:srgbClr val="FF3228"/>
            </a:solidFill>
          </a:ln>
        </p:spPr>
        <p:txBody>
          <a:bodyPr/>
          <a:lstStyle/>
          <a:p>
            <a:endParaRPr lang="es-ES" dirty="0"/>
          </a:p>
        </p:txBody>
      </p:sp>
      <p:sp>
        <p:nvSpPr>
          <p:cNvPr id="24" name="Marcador de texto 17">
            <a:extLst>
              <a:ext uri="{FF2B5EF4-FFF2-40B4-BE49-F238E27FC236}">
                <a16:creationId xmlns:a16="http://schemas.microsoft.com/office/drawing/2014/main" id="{A24DE945-2CE3-4EC7-A127-55E426E25340}"/>
              </a:ext>
            </a:extLst>
          </p:cNvPr>
          <p:cNvSpPr>
            <a:spLocks noGrp="1"/>
          </p:cNvSpPr>
          <p:nvPr>
            <p:ph type="body" sz="quarter" idx="23" hasCustomPrompt="1"/>
          </p:nvPr>
        </p:nvSpPr>
        <p:spPr>
          <a:xfrm>
            <a:off x="3703460" y="4784969"/>
            <a:ext cx="7054849" cy="1344898"/>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a:t>Te </a:t>
            </a:r>
            <a:r>
              <a:rPr lang="es-ES" dirty="0" err="1"/>
              <a:t>cusdaep</a:t>
            </a:r>
            <a:r>
              <a:rPr lang="es-ES" dirty="0"/>
              <a:t> </a:t>
            </a:r>
            <a:r>
              <a:rPr lang="es-ES" dirty="0" err="1"/>
              <a:t>taquuam</a:t>
            </a:r>
            <a:r>
              <a:rPr lang="es-ES" dirty="0"/>
              <a:t>, </a:t>
            </a:r>
            <a:r>
              <a:rPr lang="es-ES" dirty="0" err="1"/>
              <a:t>taquam</a:t>
            </a:r>
            <a:r>
              <a:rPr lang="es-ES" dirty="0"/>
              <a:t>, </a:t>
            </a:r>
            <a:r>
              <a:rPr lang="es-ES" dirty="0" err="1"/>
              <a:t>ea</a:t>
            </a:r>
            <a:r>
              <a:rPr lang="es-ES" dirty="0"/>
              <a:t> </a:t>
            </a:r>
            <a:r>
              <a:rPr lang="es-ES" dirty="0" err="1"/>
              <a:t>dolorisPoribus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5" name="Marcador de texto 8">
            <a:extLst>
              <a:ext uri="{FF2B5EF4-FFF2-40B4-BE49-F238E27FC236}">
                <a16:creationId xmlns:a16="http://schemas.microsoft.com/office/drawing/2014/main" id="{3D775503-C7C8-4604-9DD9-74B7D04AFCCC}"/>
              </a:ext>
            </a:extLst>
          </p:cNvPr>
          <p:cNvSpPr>
            <a:spLocks noGrp="1"/>
          </p:cNvSpPr>
          <p:nvPr>
            <p:ph type="body" sz="quarter" idx="19" hasCustomPrompt="1"/>
          </p:nvPr>
        </p:nvSpPr>
        <p:spPr>
          <a:xfrm>
            <a:off x="3714751"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26" name="Marcador de texto 8">
            <a:extLst>
              <a:ext uri="{FF2B5EF4-FFF2-40B4-BE49-F238E27FC236}">
                <a16:creationId xmlns:a16="http://schemas.microsoft.com/office/drawing/2014/main" id="{FEF82472-BA77-4424-9633-6F836819F35A}"/>
              </a:ext>
            </a:extLst>
          </p:cNvPr>
          <p:cNvSpPr>
            <a:spLocks noGrp="1"/>
          </p:cNvSpPr>
          <p:nvPr>
            <p:ph type="body" sz="quarter" idx="24" hasCustomPrompt="1"/>
          </p:nvPr>
        </p:nvSpPr>
        <p:spPr>
          <a:xfrm>
            <a:off x="5922753"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1" name="Marcador de texto 8">
            <a:extLst>
              <a:ext uri="{FF2B5EF4-FFF2-40B4-BE49-F238E27FC236}">
                <a16:creationId xmlns:a16="http://schemas.microsoft.com/office/drawing/2014/main" id="{2C25FDCB-8A18-4353-AD68-DE9C42E85306}"/>
              </a:ext>
            </a:extLst>
          </p:cNvPr>
          <p:cNvSpPr>
            <a:spLocks noGrp="1"/>
          </p:cNvSpPr>
          <p:nvPr>
            <p:ph type="body" sz="quarter" idx="25" hasCustomPrompt="1"/>
          </p:nvPr>
        </p:nvSpPr>
        <p:spPr>
          <a:xfrm>
            <a:off x="8130755"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2" name="CuadroTexto 31">
            <a:extLst>
              <a:ext uri="{FF2B5EF4-FFF2-40B4-BE49-F238E27FC236}">
                <a16:creationId xmlns:a16="http://schemas.microsoft.com/office/drawing/2014/main" id="{9F4B4B96-4DE9-41D6-8451-E609EA42CEB1}"/>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4" name="Rectángulo 33">
            <a:extLst>
              <a:ext uri="{FF2B5EF4-FFF2-40B4-BE49-F238E27FC236}">
                <a16:creationId xmlns:a16="http://schemas.microsoft.com/office/drawing/2014/main" id="{477BE39B-2C02-47CD-9D3F-4E61D751F409}"/>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6" name="Gráfico 15">
            <a:extLst>
              <a:ext uri="{FF2B5EF4-FFF2-40B4-BE49-F238E27FC236}">
                <a16:creationId xmlns:a16="http://schemas.microsoft.com/office/drawing/2014/main" id="{01911160-1F72-43A5-8571-86587F03E3C4}"/>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16677624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exto + Imagen 05">
    <p:spTree>
      <p:nvGrpSpPr>
        <p:cNvPr id="1" name=""/>
        <p:cNvGrpSpPr/>
        <p:nvPr/>
      </p:nvGrpSpPr>
      <p:grpSpPr>
        <a:xfrm>
          <a:off x="0" y="0"/>
          <a:ext cx="0" cy="0"/>
          <a:chOff x="0" y="0"/>
          <a:chExt cx="0" cy="0"/>
        </a:xfrm>
      </p:grpSpPr>
      <p:pic>
        <p:nvPicPr>
          <p:cNvPr id="14" name="Imagen 13">
            <a:extLst>
              <a:ext uri="{FF2B5EF4-FFF2-40B4-BE49-F238E27FC236}">
                <a16:creationId xmlns:a16="http://schemas.microsoft.com/office/drawing/2014/main" id="{C736E012-FDE3-42BC-B1F9-A1FC3B60AE5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42F2A480-3D7B-4147-AD69-DDD775FA970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13" name="Marcador de posición de imagen 7">
            <a:extLst>
              <a:ext uri="{FF2B5EF4-FFF2-40B4-BE49-F238E27FC236}">
                <a16:creationId xmlns:a16="http://schemas.microsoft.com/office/drawing/2014/main" id="{EBC33655-F9A5-4750-B5DC-FF30B140D5E2}"/>
              </a:ext>
            </a:extLst>
          </p:cNvPr>
          <p:cNvSpPr>
            <a:spLocks noGrp="1"/>
          </p:cNvSpPr>
          <p:nvPr>
            <p:ph type="pic" sz="quarter" idx="17"/>
          </p:nvPr>
        </p:nvSpPr>
        <p:spPr>
          <a:xfrm>
            <a:off x="906463" y="1714500"/>
            <a:ext cx="2400300" cy="2400300"/>
          </a:xfrm>
          <a:solidFill>
            <a:schemeClr val="bg1">
              <a:lumMod val="95000"/>
            </a:schemeClr>
          </a:solidFill>
          <a:ln w="12700">
            <a:solidFill>
              <a:srgbClr val="FF3228"/>
            </a:solidFill>
          </a:ln>
        </p:spPr>
        <p:txBody>
          <a:bodyPr/>
          <a:lstStyle/>
          <a:p>
            <a:endParaRPr lang="es-ES" dirty="0"/>
          </a:p>
        </p:txBody>
      </p:sp>
      <p:sp>
        <p:nvSpPr>
          <p:cNvPr id="17" name="Marcador de texto 17">
            <a:extLst>
              <a:ext uri="{FF2B5EF4-FFF2-40B4-BE49-F238E27FC236}">
                <a16:creationId xmlns:a16="http://schemas.microsoft.com/office/drawing/2014/main" id="{84C5C295-7660-4294-86D6-F055C7864050}"/>
              </a:ext>
            </a:extLst>
          </p:cNvPr>
          <p:cNvSpPr>
            <a:spLocks noGrp="1"/>
          </p:cNvSpPr>
          <p:nvPr>
            <p:ph type="body" sz="quarter" idx="14" hasCustomPrompt="1"/>
          </p:nvPr>
        </p:nvSpPr>
        <p:spPr>
          <a:xfrm>
            <a:off x="3587607" y="4298452"/>
            <a:ext cx="7170703" cy="554251"/>
          </a:xfrm>
        </p:spPr>
        <p:txBody>
          <a:bodyPr>
            <a:normAutofit/>
          </a:bodyPr>
          <a:lstStyle>
            <a:lvl1pPr marL="0" indent="0">
              <a:lnSpc>
                <a:spcPct val="90000"/>
              </a:lnSpc>
              <a:buNone/>
              <a:defRPr lang="es-ES" sz="289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lmus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posición de imagen 7">
            <a:extLst>
              <a:ext uri="{FF2B5EF4-FFF2-40B4-BE49-F238E27FC236}">
                <a16:creationId xmlns:a16="http://schemas.microsoft.com/office/drawing/2014/main" id="{98F82C54-E041-4961-B68A-84A13C1FB2D8}"/>
              </a:ext>
            </a:extLst>
          </p:cNvPr>
          <p:cNvSpPr>
            <a:spLocks noGrp="1"/>
          </p:cNvSpPr>
          <p:nvPr>
            <p:ph type="pic" sz="quarter" idx="20"/>
          </p:nvPr>
        </p:nvSpPr>
        <p:spPr>
          <a:xfrm>
            <a:off x="3309938" y="1714500"/>
            <a:ext cx="2400300" cy="2400300"/>
          </a:xfrm>
          <a:solidFill>
            <a:schemeClr val="bg1">
              <a:lumMod val="95000"/>
            </a:schemeClr>
          </a:solidFill>
          <a:ln w="12700">
            <a:solidFill>
              <a:srgbClr val="FF3228"/>
            </a:solidFill>
          </a:ln>
        </p:spPr>
        <p:txBody>
          <a:bodyPr/>
          <a:lstStyle/>
          <a:p>
            <a:endParaRPr lang="es-ES" dirty="0"/>
          </a:p>
        </p:txBody>
      </p:sp>
      <p:sp>
        <p:nvSpPr>
          <p:cNvPr id="19" name="Marcador de posición de imagen 7">
            <a:extLst>
              <a:ext uri="{FF2B5EF4-FFF2-40B4-BE49-F238E27FC236}">
                <a16:creationId xmlns:a16="http://schemas.microsoft.com/office/drawing/2014/main" id="{498F53C0-25B8-4416-BB17-5CFFE7E97B0C}"/>
              </a:ext>
            </a:extLst>
          </p:cNvPr>
          <p:cNvSpPr>
            <a:spLocks noGrp="1"/>
          </p:cNvSpPr>
          <p:nvPr>
            <p:ph type="pic" sz="quarter" idx="21"/>
          </p:nvPr>
        </p:nvSpPr>
        <p:spPr>
          <a:xfrm>
            <a:off x="5710238" y="1714500"/>
            <a:ext cx="2400300" cy="2400300"/>
          </a:xfrm>
          <a:solidFill>
            <a:schemeClr val="bg1">
              <a:lumMod val="95000"/>
            </a:schemeClr>
          </a:solidFill>
          <a:ln w="12700">
            <a:solidFill>
              <a:srgbClr val="FF3228"/>
            </a:solidFill>
          </a:ln>
        </p:spPr>
        <p:txBody>
          <a:bodyPr/>
          <a:lstStyle/>
          <a:p>
            <a:endParaRPr lang="es-ES" dirty="0"/>
          </a:p>
        </p:txBody>
      </p:sp>
      <p:sp>
        <p:nvSpPr>
          <p:cNvPr id="22" name="Marcador de posición de imagen 7">
            <a:extLst>
              <a:ext uri="{FF2B5EF4-FFF2-40B4-BE49-F238E27FC236}">
                <a16:creationId xmlns:a16="http://schemas.microsoft.com/office/drawing/2014/main" id="{E4299396-37C3-47E4-B635-8BE73AC26544}"/>
              </a:ext>
            </a:extLst>
          </p:cNvPr>
          <p:cNvSpPr>
            <a:spLocks noGrp="1"/>
          </p:cNvSpPr>
          <p:nvPr>
            <p:ph type="pic" sz="quarter" idx="22"/>
          </p:nvPr>
        </p:nvSpPr>
        <p:spPr>
          <a:xfrm>
            <a:off x="8110538" y="1714500"/>
            <a:ext cx="2400300" cy="2400300"/>
          </a:xfrm>
          <a:solidFill>
            <a:schemeClr val="bg1">
              <a:lumMod val="95000"/>
            </a:schemeClr>
          </a:solidFill>
          <a:ln w="12700">
            <a:solidFill>
              <a:srgbClr val="FF3228"/>
            </a:solidFill>
          </a:ln>
        </p:spPr>
        <p:txBody>
          <a:bodyPr/>
          <a:lstStyle/>
          <a:p>
            <a:endParaRPr lang="es-ES" dirty="0"/>
          </a:p>
        </p:txBody>
      </p:sp>
      <p:sp>
        <p:nvSpPr>
          <p:cNvPr id="24" name="Marcador de texto 17">
            <a:extLst>
              <a:ext uri="{FF2B5EF4-FFF2-40B4-BE49-F238E27FC236}">
                <a16:creationId xmlns:a16="http://schemas.microsoft.com/office/drawing/2014/main" id="{A24DE945-2CE3-4EC7-A127-55E426E25340}"/>
              </a:ext>
            </a:extLst>
          </p:cNvPr>
          <p:cNvSpPr>
            <a:spLocks noGrp="1"/>
          </p:cNvSpPr>
          <p:nvPr>
            <p:ph type="body" sz="quarter" idx="23" hasCustomPrompt="1"/>
          </p:nvPr>
        </p:nvSpPr>
        <p:spPr>
          <a:xfrm>
            <a:off x="3703460" y="4784969"/>
            <a:ext cx="7054849" cy="1344898"/>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a:t>Te </a:t>
            </a:r>
            <a:r>
              <a:rPr lang="es-ES" dirty="0" err="1"/>
              <a:t>cusdaep</a:t>
            </a:r>
            <a:r>
              <a:rPr lang="es-ES" dirty="0"/>
              <a:t> </a:t>
            </a:r>
            <a:r>
              <a:rPr lang="es-ES" dirty="0" err="1"/>
              <a:t>taquuam</a:t>
            </a:r>
            <a:r>
              <a:rPr lang="es-ES" dirty="0"/>
              <a:t>, </a:t>
            </a:r>
            <a:r>
              <a:rPr lang="es-ES" dirty="0" err="1"/>
              <a:t>taquam</a:t>
            </a:r>
            <a:r>
              <a:rPr lang="es-ES" dirty="0"/>
              <a:t>, </a:t>
            </a:r>
            <a:r>
              <a:rPr lang="es-ES" dirty="0" err="1"/>
              <a:t>ea</a:t>
            </a:r>
            <a:r>
              <a:rPr lang="es-ES" dirty="0"/>
              <a:t> </a:t>
            </a:r>
            <a:r>
              <a:rPr lang="es-ES" dirty="0" err="1"/>
              <a:t>dolorisPoribus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5" name="Marcador de texto 8">
            <a:extLst>
              <a:ext uri="{FF2B5EF4-FFF2-40B4-BE49-F238E27FC236}">
                <a16:creationId xmlns:a16="http://schemas.microsoft.com/office/drawing/2014/main" id="{3D775503-C7C8-4604-9DD9-74B7D04AFCCC}"/>
              </a:ext>
            </a:extLst>
          </p:cNvPr>
          <p:cNvSpPr>
            <a:spLocks noGrp="1"/>
          </p:cNvSpPr>
          <p:nvPr>
            <p:ph type="body" sz="quarter" idx="19" hasCustomPrompt="1"/>
          </p:nvPr>
        </p:nvSpPr>
        <p:spPr>
          <a:xfrm>
            <a:off x="3714751"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26" name="Marcador de texto 8">
            <a:extLst>
              <a:ext uri="{FF2B5EF4-FFF2-40B4-BE49-F238E27FC236}">
                <a16:creationId xmlns:a16="http://schemas.microsoft.com/office/drawing/2014/main" id="{FEF82472-BA77-4424-9633-6F836819F35A}"/>
              </a:ext>
            </a:extLst>
          </p:cNvPr>
          <p:cNvSpPr>
            <a:spLocks noGrp="1"/>
          </p:cNvSpPr>
          <p:nvPr>
            <p:ph type="body" sz="quarter" idx="24" hasCustomPrompt="1"/>
          </p:nvPr>
        </p:nvSpPr>
        <p:spPr>
          <a:xfrm>
            <a:off x="5922753"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1" name="Marcador de texto 8">
            <a:extLst>
              <a:ext uri="{FF2B5EF4-FFF2-40B4-BE49-F238E27FC236}">
                <a16:creationId xmlns:a16="http://schemas.microsoft.com/office/drawing/2014/main" id="{2C25FDCB-8A18-4353-AD68-DE9C42E85306}"/>
              </a:ext>
            </a:extLst>
          </p:cNvPr>
          <p:cNvSpPr>
            <a:spLocks noGrp="1"/>
          </p:cNvSpPr>
          <p:nvPr>
            <p:ph type="body" sz="quarter" idx="25" hasCustomPrompt="1"/>
          </p:nvPr>
        </p:nvSpPr>
        <p:spPr>
          <a:xfrm>
            <a:off x="8130755"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2" name="CuadroTexto 31">
            <a:extLst>
              <a:ext uri="{FF2B5EF4-FFF2-40B4-BE49-F238E27FC236}">
                <a16:creationId xmlns:a16="http://schemas.microsoft.com/office/drawing/2014/main" id="{9F4B4B96-4DE9-41D6-8451-E609EA42CEB1}"/>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4" name="Rectángulo 33">
            <a:extLst>
              <a:ext uri="{FF2B5EF4-FFF2-40B4-BE49-F238E27FC236}">
                <a16:creationId xmlns:a16="http://schemas.microsoft.com/office/drawing/2014/main" id="{477BE39B-2C02-47CD-9D3F-4E61D751F409}"/>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Marcador de posición de imagen 7">
            <a:extLst>
              <a:ext uri="{FF2B5EF4-FFF2-40B4-BE49-F238E27FC236}">
                <a16:creationId xmlns:a16="http://schemas.microsoft.com/office/drawing/2014/main" id="{8AC1F603-16D4-4B7E-9BC4-BCCDDDAB5BC9}"/>
              </a:ext>
            </a:extLst>
          </p:cNvPr>
          <p:cNvSpPr>
            <a:spLocks noGrp="1"/>
          </p:cNvSpPr>
          <p:nvPr>
            <p:ph type="pic" sz="quarter" idx="26"/>
          </p:nvPr>
        </p:nvSpPr>
        <p:spPr>
          <a:xfrm>
            <a:off x="10510838" y="1714500"/>
            <a:ext cx="2400300" cy="2400300"/>
          </a:xfrm>
          <a:solidFill>
            <a:schemeClr val="bg1">
              <a:lumMod val="95000"/>
            </a:schemeClr>
          </a:solidFill>
          <a:ln w="12700">
            <a:solidFill>
              <a:srgbClr val="FF3228"/>
            </a:solidFill>
          </a:ln>
        </p:spPr>
        <p:txBody>
          <a:bodyPr/>
          <a:lstStyle/>
          <a:p>
            <a:endParaRPr lang="es-ES" dirty="0"/>
          </a:p>
        </p:txBody>
      </p:sp>
      <p:pic>
        <p:nvPicPr>
          <p:cNvPr id="21" name="Gráfico 20">
            <a:extLst>
              <a:ext uri="{FF2B5EF4-FFF2-40B4-BE49-F238E27FC236}">
                <a16:creationId xmlns:a16="http://schemas.microsoft.com/office/drawing/2014/main" id="{A0DCA150-0A3B-41D3-8E22-943C3ACECB04}"/>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374998286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o + Imagen 06">
    <p:spTree>
      <p:nvGrpSpPr>
        <p:cNvPr id="1" name=""/>
        <p:cNvGrpSpPr/>
        <p:nvPr/>
      </p:nvGrpSpPr>
      <p:grpSpPr>
        <a:xfrm>
          <a:off x="0" y="0"/>
          <a:ext cx="0" cy="0"/>
          <a:chOff x="0" y="0"/>
          <a:chExt cx="0" cy="0"/>
        </a:xfrm>
      </p:grpSpPr>
      <p:pic>
        <p:nvPicPr>
          <p:cNvPr id="14" name="Imagen 13">
            <a:extLst>
              <a:ext uri="{FF2B5EF4-FFF2-40B4-BE49-F238E27FC236}">
                <a16:creationId xmlns:a16="http://schemas.microsoft.com/office/drawing/2014/main" id="{C736E012-FDE3-42BC-B1F9-A1FC3B60AE5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42F2A480-3D7B-4147-AD69-DDD775FA970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13" name="Marcador de posición de imagen 7">
            <a:extLst>
              <a:ext uri="{FF2B5EF4-FFF2-40B4-BE49-F238E27FC236}">
                <a16:creationId xmlns:a16="http://schemas.microsoft.com/office/drawing/2014/main" id="{EBC33655-F9A5-4750-B5DC-FF30B140D5E2}"/>
              </a:ext>
            </a:extLst>
          </p:cNvPr>
          <p:cNvSpPr>
            <a:spLocks noGrp="1"/>
          </p:cNvSpPr>
          <p:nvPr>
            <p:ph type="pic" sz="quarter" idx="17"/>
          </p:nvPr>
        </p:nvSpPr>
        <p:spPr>
          <a:xfrm>
            <a:off x="906463" y="1714500"/>
            <a:ext cx="2400300" cy="2400300"/>
          </a:xfrm>
          <a:solidFill>
            <a:schemeClr val="bg1">
              <a:lumMod val="95000"/>
            </a:schemeClr>
          </a:solidFill>
          <a:ln w="12700">
            <a:solidFill>
              <a:srgbClr val="FF3228"/>
            </a:solidFill>
          </a:ln>
        </p:spPr>
        <p:txBody>
          <a:bodyPr/>
          <a:lstStyle/>
          <a:p>
            <a:endParaRPr lang="es-ES" dirty="0"/>
          </a:p>
        </p:txBody>
      </p:sp>
      <p:sp>
        <p:nvSpPr>
          <p:cNvPr id="17" name="Marcador de texto 17">
            <a:extLst>
              <a:ext uri="{FF2B5EF4-FFF2-40B4-BE49-F238E27FC236}">
                <a16:creationId xmlns:a16="http://schemas.microsoft.com/office/drawing/2014/main" id="{84C5C295-7660-4294-86D6-F055C7864050}"/>
              </a:ext>
            </a:extLst>
          </p:cNvPr>
          <p:cNvSpPr>
            <a:spLocks noGrp="1"/>
          </p:cNvSpPr>
          <p:nvPr>
            <p:ph type="body" sz="quarter" idx="14" hasCustomPrompt="1"/>
          </p:nvPr>
        </p:nvSpPr>
        <p:spPr>
          <a:xfrm>
            <a:off x="3587607" y="4298452"/>
            <a:ext cx="7170703" cy="554251"/>
          </a:xfrm>
        </p:spPr>
        <p:txBody>
          <a:bodyPr>
            <a:normAutofit/>
          </a:bodyPr>
          <a:lstStyle>
            <a:lvl1pPr marL="0" indent="0">
              <a:lnSpc>
                <a:spcPct val="90000"/>
              </a:lnSpc>
              <a:buNone/>
              <a:defRPr lang="es-ES" sz="289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lmus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posición de imagen 7">
            <a:extLst>
              <a:ext uri="{FF2B5EF4-FFF2-40B4-BE49-F238E27FC236}">
                <a16:creationId xmlns:a16="http://schemas.microsoft.com/office/drawing/2014/main" id="{98F82C54-E041-4961-B68A-84A13C1FB2D8}"/>
              </a:ext>
            </a:extLst>
          </p:cNvPr>
          <p:cNvSpPr>
            <a:spLocks noGrp="1"/>
          </p:cNvSpPr>
          <p:nvPr>
            <p:ph type="pic" sz="quarter" idx="20"/>
          </p:nvPr>
        </p:nvSpPr>
        <p:spPr>
          <a:xfrm>
            <a:off x="3309938" y="1714500"/>
            <a:ext cx="2400300" cy="2400300"/>
          </a:xfrm>
          <a:solidFill>
            <a:schemeClr val="bg1">
              <a:lumMod val="95000"/>
            </a:schemeClr>
          </a:solidFill>
          <a:ln w="12700">
            <a:solidFill>
              <a:srgbClr val="FF3228"/>
            </a:solidFill>
          </a:ln>
        </p:spPr>
        <p:txBody>
          <a:bodyPr/>
          <a:lstStyle/>
          <a:p>
            <a:endParaRPr lang="es-ES" dirty="0"/>
          </a:p>
        </p:txBody>
      </p:sp>
      <p:sp>
        <p:nvSpPr>
          <p:cNvPr id="19" name="Marcador de posición de imagen 7">
            <a:extLst>
              <a:ext uri="{FF2B5EF4-FFF2-40B4-BE49-F238E27FC236}">
                <a16:creationId xmlns:a16="http://schemas.microsoft.com/office/drawing/2014/main" id="{498F53C0-25B8-4416-BB17-5CFFE7E97B0C}"/>
              </a:ext>
            </a:extLst>
          </p:cNvPr>
          <p:cNvSpPr>
            <a:spLocks noGrp="1"/>
          </p:cNvSpPr>
          <p:nvPr>
            <p:ph type="pic" sz="quarter" idx="21"/>
          </p:nvPr>
        </p:nvSpPr>
        <p:spPr>
          <a:xfrm>
            <a:off x="5710238" y="1714500"/>
            <a:ext cx="2400300" cy="2400300"/>
          </a:xfrm>
          <a:solidFill>
            <a:schemeClr val="bg1">
              <a:lumMod val="95000"/>
            </a:schemeClr>
          </a:solidFill>
          <a:ln w="12700">
            <a:solidFill>
              <a:srgbClr val="FF3228"/>
            </a:solidFill>
          </a:ln>
        </p:spPr>
        <p:txBody>
          <a:bodyPr/>
          <a:lstStyle/>
          <a:p>
            <a:endParaRPr lang="es-ES" dirty="0"/>
          </a:p>
        </p:txBody>
      </p:sp>
      <p:sp>
        <p:nvSpPr>
          <p:cNvPr id="22" name="Marcador de posición de imagen 7">
            <a:extLst>
              <a:ext uri="{FF2B5EF4-FFF2-40B4-BE49-F238E27FC236}">
                <a16:creationId xmlns:a16="http://schemas.microsoft.com/office/drawing/2014/main" id="{E4299396-37C3-47E4-B635-8BE73AC26544}"/>
              </a:ext>
            </a:extLst>
          </p:cNvPr>
          <p:cNvSpPr>
            <a:spLocks noGrp="1"/>
          </p:cNvSpPr>
          <p:nvPr>
            <p:ph type="pic" sz="quarter" idx="22"/>
          </p:nvPr>
        </p:nvSpPr>
        <p:spPr>
          <a:xfrm>
            <a:off x="8110538" y="1714500"/>
            <a:ext cx="2400300" cy="2400300"/>
          </a:xfrm>
          <a:solidFill>
            <a:schemeClr val="bg1">
              <a:lumMod val="95000"/>
            </a:schemeClr>
          </a:solidFill>
          <a:ln w="12700">
            <a:solidFill>
              <a:srgbClr val="FF3228"/>
            </a:solidFill>
          </a:ln>
        </p:spPr>
        <p:txBody>
          <a:bodyPr/>
          <a:lstStyle/>
          <a:p>
            <a:endParaRPr lang="es-ES" dirty="0"/>
          </a:p>
        </p:txBody>
      </p:sp>
      <p:sp>
        <p:nvSpPr>
          <p:cNvPr id="24" name="Marcador de texto 17">
            <a:extLst>
              <a:ext uri="{FF2B5EF4-FFF2-40B4-BE49-F238E27FC236}">
                <a16:creationId xmlns:a16="http://schemas.microsoft.com/office/drawing/2014/main" id="{A24DE945-2CE3-4EC7-A127-55E426E25340}"/>
              </a:ext>
            </a:extLst>
          </p:cNvPr>
          <p:cNvSpPr>
            <a:spLocks noGrp="1"/>
          </p:cNvSpPr>
          <p:nvPr>
            <p:ph type="body" sz="quarter" idx="23" hasCustomPrompt="1"/>
          </p:nvPr>
        </p:nvSpPr>
        <p:spPr>
          <a:xfrm>
            <a:off x="3703460" y="4784969"/>
            <a:ext cx="7054849" cy="1344898"/>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a:t>Te </a:t>
            </a:r>
            <a:r>
              <a:rPr lang="es-ES" dirty="0" err="1"/>
              <a:t>cusdaep</a:t>
            </a:r>
            <a:r>
              <a:rPr lang="es-ES" dirty="0"/>
              <a:t> </a:t>
            </a:r>
            <a:r>
              <a:rPr lang="es-ES" dirty="0" err="1"/>
              <a:t>taquuam</a:t>
            </a:r>
            <a:r>
              <a:rPr lang="es-ES" dirty="0"/>
              <a:t>, </a:t>
            </a:r>
            <a:r>
              <a:rPr lang="es-ES" dirty="0" err="1"/>
              <a:t>taquam</a:t>
            </a:r>
            <a:r>
              <a:rPr lang="es-ES" dirty="0"/>
              <a:t>, </a:t>
            </a:r>
            <a:r>
              <a:rPr lang="es-ES" dirty="0" err="1"/>
              <a:t>ea</a:t>
            </a:r>
            <a:r>
              <a:rPr lang="es-ES" dirty="0"/>
              <a:t> </a:t>
            </a:r>
            <a:r>
              <a:rPr lang="es-ES" dirty="0" err="1"/>
              <a:t>dolorisPoribus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5" name="Marcador de texto 8">
            <a:extLst>
              <a:ext uri="{FF2B5EF4-FFF2-40B4-BE49-F238E27FC236}">
                <a16:creationId xmlns:a16="http://schemas.microsoft.com/office/drawing/2014/main" id="{3D775503-C7C8-4604-9DD9-74B7D04AFCCC}"/>
              </a:ext>
            </a:extLst>
          </p:cNvPr>
          <p:cNvSpPr>
            <a:spLocks noGrp="1"/>
          </p:cNvSpPr>
          <p:nvPr>
            <p:ph type="body" sz="quarter" idx="19" hasCustomPrompt="1"/>
          </p:nvPr>
        </p:nvSpPr>
        <p:spPr>
          <a:xfrm>
            <a:off x="3714751"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26" name="Marcador de texto 8">
            <a:extLst>
              <a:ext uri="{FF2B5EF4-FFF2-40B4-BE49-F238E27FC236}">
                <a16:creationId xmlns:a16="http://schemas.microsoft.com/office/drawing/2014/main" id="{FEF82472-BA77-4424-9633-6F836819F35A}"/>
              </a:ext>
            </a:extLst>
          </p:cNvPr>
          <p:cNvSpPr>
            <a:spLocks noGrp="1"/>
          </p:cNvSpPr>
          <p:nvPr>
            <p:ph type="body" sz="quarter" idx="24" hasCustomPrompt="1"/>
          </p:nvPr>
        </p:nvSpPr>
        <p:spPr>
          <a:xfrm>
            <a:off x="5922753"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1" name="Marcador de texto 8">
            <a:extLst>
              <a:ext uri="{FF2B5EF4-FFF2-40B4-BE49-F238E27FC236}">
                <a16:creationId xmlns:a16="http://schemas.microsoft.com/office/drawing/2014/main" id="{2C25FDCB-8A18-4353-AD68-DE9C42E85306}"/>
              </a:ext>
            </a:extLst>
          </p:cNvPr>
          <p:cNvSpPr>
            <a:spLocks noGrp="1"/>
          </p:cNvSpPr>
          <p:nvPr>
            <p:ph type="body" sz="quarter" idx="25" hasCustomPrompt="1"/>
          </p:nvPr>
        </p:nvSpPr>
        <p:spPr>
          <a:xfrm>
            <a:off x="8130755"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2" name="CuadroTexto 31">
            <a:extLst>
              <a:ext uri="{FF2B5EF4-FFF2-40B4-BE49-F238E27FC236}">
                <a16:creationId xmlns:a16="http://schemas.microsoft.com/office/drawing/2014/main" id="{9F4B4B96-4DE9-41D6-8451-E609EA42CEB1}"/>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4" name="Rectángulo 33">
            <a:extLst>
              <a:ext uri="{FF2B5EF4-FFF2-40B4-BE49-F238E27FC236}">
                <a16:creationId xmlns:a16="http://schemas.microsoft.com/office/drawing/2014/main" id="{477BE39B-2C02-47CD-9D3F-4E61D751F409}"/>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Marcador de posición de imagen 7">
            <a:extLst>
              <a:ext uri="{FF2B5EF4-FFF2-40B4-BE49-F238E27FC236}">
                <a16:creationId xmlns:a16="http://schemas.microsoft.com/office/drawing/2014/main" id="{8AC1F603-16D4-4B7E-9BC4-BCCDDDAB5BC9}"/>
              </a:ext>
            </a:extLst>
          </p:cNvPr>
          <p:cNvSpPr>
            <a:spLocks noGrp="1"/>
          </p:cNvSpPr>
          <p:nvPr>
            <p:ph type="pic" sz="quarter" idx="26"/>
          </p:nvPr>
        </p:nvSpPr>
        <p:spPr>
          <a:xfrm>
            <a:off x="10510838" y="1714500"/>
            <a:ext cx="2400300" cy="2400300"/>
          </a:xfrm>
          <a:solidFill>
            <a:schemeClr val="bg1">
              <a:lumMod val="95000"/>
            </a:schemeClr>
          </a:solidFill>
          <a:ln w="12700">
            <a:solidFill>
              <a:srgbClr val="FF3228"/>
            </a:solidFill>
          </a:ln>
        </p:spPr>
        <p:txBody>
          <a:bodyPr/>
          <a:lstStyle/>
          <a:p>
            <a:endParaRPr lang="es-ES" dirty="0"/>
          </a:p>
        </p:txBody>
      </p:sp>
      <p:sp>
        <p:nvSpPr>
          <p:cNvPr id="20" name="Marcador de posición de imagen 7">
            <a:extLst>
              <a:ext uri="{FF2B5EF4-FFF2-40B4-BE49-F238E27FC236}">
                <a16:creationId xmlns:a16="http://schemas.microsoft.com/office/drawing/2014/main" id="{67D034BC-BB8D-49E7-947F-922C5A5DACEE}"/>
              </a:ext>
            </a:extLst>
          </p:cNvPr>
          <p:cNvSpPr>
            <a:spLocks noGrp="1"/>
          </p:cNvSpPr>
          <p:nvPr>
            <p:ph type="pic" sz="quarter" idx="27"/>
          </p:nvPr>
        </p:nvSpPr>
        <p:spPr>
          <a:xfrm>
            <a:off x="906463" y="4114800"/>
            <a:ext cx="2400300" cy="2400300"/>
          </a:xfrm>
          <a:solidFill>
            <a:schemeClr val="bg1">
              <a:lumMod val="95000"/>
            </a:schemeClr>
          </a:solidFill>
          <a:ln w="12700">
            <a:solidFill>
              <a:srgbClr val="FF3228"/>
            </a:solidFill>
          </a:ln>
        </p:spPr>
        <p:txBody>
          <a:bodyPr/>
          <a:lstStyle/>
          <a:p>
            <a:endParaRPr lang="es-ES" dirty="0"/>
          </a:p>
        </p:txBody>
      </p:sp>
      <p:pic>
        <p:nvPicPr>
          <p:cNvPr id="23" name="Gráfico 22">
            <a:extLst>
              <a:ext uri="{FF2B5EF4-FFF2-40B4-BE49-F238E27FC236}">
                <a16:creationId xmlns:a16="http://schemas.microsoft.com/office/drawing/2014/main" id="{C809E736-77B4-449E-910C-BC628E508A45}"/>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49140029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exto + Imagen 07">
    <p:spTree>
      <p:nvGrpSpPr>
        <p:cNvPr id="1" name=""/>
        <p:cNvGrpSpPr/>
        <p:nvPr/>
      </p:nvGrpSpPr>
      <p:grpSpPr>
        <a:xfrm>
          <a:off x="0" y="0"/>
          <a:ext cx="0" cy="0"/>
          <a:chOff x="0" y="0"/>
          <a:chExt cx="0" cy="0"/>
        </a:xfrm>
      </p:grpSpPr>
      <p:pic>
        <p:nvPicPr>
          <p:cNvPr id="14" name="Imagen 13">
            <a:extLst>
              <a:ext uri="{FF2B5EF4-FFF2-40B4-BE49-F238E27FC236}">
                <a16:creationId xmlns:a16="http://schemas.microsoft.com/office/drawing/2014/main" id="{C736E012-FDE3-42BC-B1F9-A1FC3B60AE5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42F2A480-3D7B-4147-AD69-DDD775FA970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13" name="Marcador de posición de imagen 7">
            <a:extLst>
              <a:ext uri="{FF2B5EF4-FFF2-40B4-BE49-F238E27FC236}">
                <a16:creationId xmlns:a16="http://schemas.microsoft.com/office/drawing/2014/main" id="{EBC33655-F9A5-4750-B5DC-FF30B140D5E2}"/>
              </a:ext>
            </a:extLst>
          </p:cNvPr>
          <p:cNvSpPr>
            <a:spLocks noGrp="1"/>
          </p:cNvSpPr>
          <p:nvPr>
            <p:ph type="pic" sz="quarter" idx="17"/>
          </p:nvPr>
        </p:nvSpPr>
        <p:spPr>
          <a:xfrm>
            <a:off x="1716087" y="1714500"/>
            <a:ext cx="2400300" cy="2400300"/>
          </a:xfrm>
          <a:solidFill>
            <a:schemeClr val="bg1">
              <a:lumMod val="95000"/>
            </a:schemeClr>
          </a:solidFill>
          <a:ln w="12700">
            <a:solidFill>
              <a:srgbClr val="FF3228"/>
            </a:solidFill>
          </a:ln>
        </p:spPr>
        <p:txBody>
          <a:bodyPr/>
          <a:lstStyle/>
          <a:p>
            <a:endParaRPr lang="es-ES" dirty="0"/>
          </a:p>
        </p:txBody>
      </p:sp>
      <p:sp>
        <p:nvSpPr>
          <p:cNvPr id="17" name="Marcador de texto 17">
            <a:extLst>
              <a:ext uri="{FF2B5EF4-FFF2-40B4-BE49-F238E27FC236}">
                <a16:creationId xmlns:a16="http://schemas.microsoft.com/office/drawing/2014/main" id="{84C5C295-7660-4294-86D6-F055C7864050}"/>
              </a:ext>
            </a:extLst>
          </p:cNvPr>
          <p:cNvSpPr>
            <a:spLocks noGrp="1"/>
          </p:cNvSpPr>
          <p:nvPr>
            <p:ph type="body" sz="quarter" idx="14" hasCustomPrompt="1"/>
          </p:nvPr>
        </p:nvSpPr>
        <p:spPr>
          <a:xfrm>
            <a:off x="3587607" y="4298452"/>
            <a:ext cx="7170703" cy="554251"/>
          </a:xfrm>
        </p:spPr>
        <p:txBody>
          <a:bodyPr>
            <a:normAutofit/>
          </a:bodyPr>
          <a:lstStyle>
            <a:lvl1pPr marL="0" indent="0">
              <a:lnSpc>
                <a:spcPct val="90000"/>
              </a:lnSpc>
              <a:buNone/>
              <a:defRPr lang="es-ES" sz="289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lmus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posición de imagen 7">
            <a:extLst>
              <a:ext uri="{FF2B5EF4-FFF2-40B4-BE49-F238E27FC236}">
                <a16:creationId xmlns:a16="http://schemas.microsoft.com/office/drawing/2014/main" id="{98F82C54-E041-4961-B68A-84A13C1FB2D8}"/>
              </a:ext>
            </a:extLst>
          </p:cNvPr>
          <p:cNvSpPr>
            <a:spLocks noGrp="1"/>
          </p:cNvSpPr>
          <p:nvPr>
            <p:ph type="pic" sz="quarter" idx="20"/>
          </p:nvPr>
        </p:nvSpPr>
        <p:spPr>
          <a:xfrm>
            <a:off x="4119562" y="1714500"/>
            <a:ext cx="2400300" cy="2400300"/>
          </a:xfrm>
          <a:solidFill>
            <a:schemeClr val="bg1">
              <a:lumMod val="95000"/>
            </a:schemeClr>
          </a:solidFill>
          <a:ln w="12700">
            <a:solidFill>
              <a:srgbClr val="FF3228"/>
            </a:solidFill>
          </a:ln>
        </p:spPr>
        <p:txBody>
          <a:bodyPr/>
          <a:lstStyle/>
          <a:p>
            <a:endParaRPr lang="es-ES" dirty="0"/>
          </a:p>
        </p:txBody>
      </p:sp>
      <p:sp>
        <p:nvSpPr>
          <p:cNvPr id="19" name="Marcador de posición de imagen 7">
            <a:extLst>
              <a:ext uri="{FF2B5EF4-FFF2-40B4-BE49-F238E27FC236}">
                <a16:creationId xmlns:a16="http://schemas.microsoft.com/office/drawing/2014/main" id="{498F53C0-25B8-4416-BB17-5CFFE7E97B0C}"/>
              </a:ext>
            </a:extLst>
          </p:cNvPr>
          <p:cNvSpPr>
            <a:spLocks noGrp="1"/>
          </p:cNvSpPr>
          <p:nvPr>
            <p:ph type="pic" sz="quarter" idx="21"/>
          </p:nvPr>
        </p:nvSpPr>
        <p:spPr>
          <a:xfrm>
            <a:off x="6519862" y="1714500"/>
            <a:ext cx="2400300" cy="2400300"/>
          </a:xfrm>
          <a:solidFill>
            <a:schemeClr val="bg1">
              <a:lumMod val="95000"/>
            </a:schemeClr>
          </a:solidFill>
          <a:ln w="12700">
            <a:solidFill>
              <a:srgbClr val="FF3228"/>
            </a:solidFill>
          </a:ln>
        </p:spPr>
        <p:txBody>
          <a:bodyPr/>
          <a:lstStyle/>
          <a:p>
            <a:endParaRPr lang="es-ES" dirty="0"/>
          </a:p>
        </p:txBody>
      </p:sp>
      <p:sp>
        <p:nvSpPr>
          <p:cNvPr id="22" name="Marcador de posición de imagen 7">
            <a:extLst>
              <a:ext uri="{FF2B5EF4-FFF2-40B4-BE49-F238E27FC236}">
                <a16:creationId xmlns:a16="http://schemas.microsoft.com/office/drawing/2014/main" id="{E4299396-37C3-47E4-B635-8BE73AC26544}"/>
              </a:ext>
            </a:extLst>
          </p:cNvPr>
          <p:cNvSpPr>
            <a:spLocks noGrp="1"/>
          </p:cNvSpPr>
          <p:nvPr>
            <p:ph type="pic" sz="quarter" idx="22"/>
          </p:nvPr>
        </p:nvSpPr>
        <p:spPr>
          <a:xfrm>
            <a:off x="8920162" y="1714500"/>
            <a:ext cx="2400300" cy="2400300"/>
          </a:xfrm>
          <a:solidFill>
            <a:schemeClr val="bg1">
              <a:lumMod val="95000"/>
            </a:schemeClr>
          </a:solidFill>
          <a:ln w="12700">
            <a:solidFill>
              <a:srgbClr val="FF3228"/>
            </a:solidFill>
          </a:ln>
        </p:spPr>
        <p:txBody>
          <a:bodyPr/>
          <a:lstStyle/>
          <a:p>
            <a:endParaRPr lang="es-ES" dirty="0"/>
          </a:p>
        </p:txBody>
      </p:sp>
      <p:sp>
        <p:nvSpPr>
          <p:cNvPr id="24" name="Marcador de texto 17">
            <a:extLst>
              <a:ext uri="{FF2B5EF4-FFF2-40B4-BE49-F238E27FC236}">
                <a16:creationId xmlns:a16="http://schemas.microsoft.com/office/drawing/2014/main" id="{A24DE945-2CE3-4EC7-A127-55E426E25340}"/>
              </a:ext>
            </a:extLst>
          </p:cNvPr>
          <p:cNvSpPr>
            <a:spLocks noGrp="1"/>
          </p:cNvSpPr>
          <p:nvPr>
            <p:ph type="body" sz="quarter" idx="23" hasCustomPrompt="1"/>
          </p:nvPr>
        </p:nvSpPr>
        <p:spPr>
          <a:xfrm>
            <a:off x="3703460" y="4784969"/>
            <a:ext cx="7054849" cy="1344898"/>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a:t>Te </a:t>
            </a:r>
            <a:r>
              <a:rPr lang="es-ES" dirty="0" err="1"/>
              <a:t>cusdaep</a:t>
            </a:r>
            <a:r>
              <a:rPr lang="es-ES" dirty="0"/>
              <a:t> </a:t>
            </a:r>
            <a:r>
              <a:rPr lang="es-ES" dirty="0" err="1"/>
              <a:t>taquuam</a:t>
            </a:r>
            <a:r>
              <a:rPr lang="es-ES" dirty="0"/>
              <a:t>, </a:t>
            </a:r>
            <a:r>
              <a:rPr lang="es-ES" dirty="0" err="1"/>
              <a:t>taquam</a:t>
            </a:r>
            <a:r>
              <a:rPr lang="es-ES" dirty="0"/>
              <a:t>, </a:t>
            </a:r>
            <a:r>
              <a:rPr lang="es-ES" dirty="0" err="1"/>
              <a:t>ea</a:t>
            </a:r>
            <a:r>
              <a:rPr lang="es-ES" dirty="0"/>
              <a:t> </a:t>
            </a:r>
            <a:r>
              <a:rPr lang="es-ES" dirty="0" err="1"/>
              <a:t>dolorisPoribus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5" name="Marcador de texto 8">
            <a:extLst>
              <a:ext uri="{FF2B5EF4-FFF2-40B4-BE49-F238E27FC236}">
                <a16:creationId xmlns:a16="http://schemas.microsoft.com/office/drawing/2014/main" id="{3D775503-C7C8-4604-9DD9-74B7D04AFCCC}"/>
              </a:ext>
            </a:extLst>
          </p:cNvPr>
          <p:cNvSpPr>
            <a:spLocks noGrp="1"/>
          </p:cNvSpPr>
          <p:nvPr>
            <p:ph type="body" sz="quarter" idx="19" hasCustomPrompt="1"/>
          </p:nvPr>
        </p:nvSpPr>
        <p:spPr>
          <a:xfrm>
            <a:off x="3714751"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26" name="Marcador de texto 8">
            <a:extLst>
              <a:ext uri="{FF2B5EF4-FFF2-40B4-BE49-F238E27FC236}">
                <a16:creationId xmlns:a16="http://schemas.microsoft.com/office/drawing/2014/main" id="{FEF82472-BA77-4424-9633-6F836819F35A}"/>
              </a:ext>
            </a:extLst>
          </p:cNvPr>
          <p:cNvSpPr>
            <a:spLocks noGrp="1"/>
          </p:cNvSpPr>
          <p:nvPr>
            <p:ph type="body" sz="quarter" idx="24" hasCustomPrompt="1"/>
          </p:nvPr>
        </p:nvSpPr>
        <p:spPr>
          <a:xfrm>
            <a:off x="5922753"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1" name="Marcador de texto 8">
            <a:extLst>
              <a:ext uri="{FF2B5EF4-FFF2-40B4-BE49-F238E27FC236}">
                <a16:creationId xmlns:a16="http://schemas.microsoft.com/office/drawing/2014/main" id="{2C25FDCB-8A18-4353-AD68-DE9C42E85306}"/>
              </a:ext>
            </a:extLst>
          </p:cNvPr>
          <p:cNvSpPr>
            <a:spLocks noGrp="1"/>
          </p:cNvSpPr>
          <p:nvPr>
            <p:ph type="body" sz="quarter" idx="25" hasCustomPrompt="1"/>
          </p:nvPr>
        </p:nvSpPr>
        <p:spPr>
          <a:xfrm>
            <a:off x="8130755"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2" name="CuadroTexto 31">
            <a:extLst>
              <a:ext uri="{FF2B5EF4-FFF2-40B4-BE49-F238E27FC236}">
                <a16:creationId xmlns:a16="http://schemas.microsoft.com/office/drawing/2014/main" id="{9F4B4B96-4DE9-41D6-8451-E609EA42CEB1}"/>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4" name="Rectángulo 33">
            <a:extLst>
              <a:ext uri="{FF2B5EF4-FFF2-40B4-BE49-F238E27FC236}">
                <a16:creationId xmlns:a16="http://schemas.microsoft.com/office/drawing/2014/main" id="{477BE39B-2C02-47CD-9D3F-4E61D751F409}"/>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Marcador de posición de imagen 7">
            <a:extLst>
              <a:ext uri="{FF2B5EF4-FFF2-40B4-BE49-F238E27FC236}">
                <a16:creationId xmlns:a16="http://schemas.microsoft.com/office/drawing/2014/main" id="{8AC1F603-16D4-4B7E-9BC4-BCCDDDAB5BC9}"/>
              </a:ext>
            </a:extLst>
          </p:cNvPr>
          <p:cNvSpPr>
            <a:spLocks noGrp="1"/>
          </p:cNvSpPr>
          <p:nvPr>
            <p:ph type="pic" sz="quarter" idx="26"/>
          </p:nvPr>
        </p:nvSpPr>
        <p:spPr>
          <a:xfrm>
            <a:off x="11320462" y="1714500"/>
            <a:ext cx="2400300" cy="2400300"/>
          </a:xfrm>
          <a:solidFill>
            <a:schemeClr val="bg1">
              <a:lumMod val="95000"/>
            </a:schemeClr>
          </a:solidFill>
          <a:ln w="12700">
            <a:solidFill>
              <a:srgbClr val="FF3228"/>
            </a:solidFill>
          </a:ln>
        </p:spPr>
        <p:txBody>
          <a:bodyPr/>
          <a:lstStyle/>
          <a:p>
            <a:endParaRPr lang="es-ES" dirty="0"/>
          </a:p>
        </p:txBody>
      </p:sp>
      <p:sp>
        <p:nvSpPr>
          <p:cNvPr id="20" name="Marcador de posición de imagen 7">
            <a:extLst>
              <a:ext uri="{FF2B5EF4-FFF2-40B4-BE49-F238E27FC236}">
                <a16:creationId xmlns:a16="http://schemas.microsoft.com/office/drawing/2014/main" id="{67D034BC-BB8D-49E7-947F-922C5A5DACEE}"/>
              </a:ext>
            </a:extLst>
          </p:cNvPr>
          <p:cNvSpPr>
            <a:spLocks noGrp="1"/>
          </p:cNvSpPr>
          <p:nvPr>
            <p:ph type="pic" sz="quarter" idx="27"/>
          </p:nvPr>
        </p:nvSpPr>
        <p:spPr>
          <a:xfrm>
            <a:off x="906463" y="4114800"/>
            <a:ext cx="2400300" cy="2400300"/>
          </a:xfrm>
          <a:solidFill>
            <a:schemeClr val="bg1">
              <a:lumMod val="95000"/>
            </a:schemeClr>
          </a:solidFill>
          <a:ln w="12700">
            <a:solidFill>
              <a:srgbClr val="FF3228"/>
            </a:solidFill>
          </a:ln>
        </p:spPr>
        <p:txBody>
          <a:bodyPr/>
          <a:lstStyle/>
          <a:p>
            <a:endParaRPr lang="es-ES" dirty="0"/>
          </a:p>
        </p:txBody>
      </p:sp>
      <p:sp>
        <p:nvSpPr>
          <p:cNvPr id="21" name="Marcador de posición de imagen 7">
            <a:extLst>
              <a:ext uri="{FF2B5EF4-FFF2-40B4-BE49-F238E27FC236}">
                <a16:creationId xmlns:a16="http://schemas.microsoft.com/office/drawing/2014/main" id="{7FAEAF19-22D9-44E7-96B5-170204E4B50A}"/>
              </a:ext>
            </a:extLst>
          </p:cNvPr>
          <p:cNvSpPr>
            <a:spLocks noGrp="1"/>
          </p:cNvSpPr>
          <p:nvPr>
            <p:ph type="pic" sz="quarter" idx="28"/>
          </p:nvPr>
        </p:nvSpPr>
        <p:spPr>
          <a:xfrm>
            <a:off x="11320462" y="4114800"/>
            <a:ext cx="2400300" cy="2400300"/>
          </a:xfrm>
          <a:solidFill>
            <a:schemeClr val="bg1">
              <a:lumMod val="95000"/>
            </a:schemeClr>
          </a:solidFill>
          <a:ln w="12700">
            <a:solidFill>
              <a:srgbClr val="FF3228"/>
            </a:solidFill>
          </a:ln>
        </p:spPr>
        <p:txBody>
          <a:bodyPr/>
          <a:lstStyle/>
          <a:p>
            <a:endParaRPr lang="es-ES" dirty="0"/>
          </a:p>
        </p:txBody>
      </p:sp>
      <p:pic>
        <p:nvPicPr>
          <p:cNvPr id="27" name="Gráfico 26">
            <a:extLst>
              <a:ext uri="{FF2B5EF4-FFF2-40B4-BE49-F238E27FC236}">
                <a16:creationId xmlns:a16="http://schemas.microsoft.com/office/drawing/2014/main" id="{CCDE9E1A-3233-4FBC-8D0F-9343CD5143F2}"/>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247721425"/>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exto + Imagen 08">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925D4089-B258-44FC-955E-40718A0F125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8" name="CuadroTexto 7">
            <a:extLst>
              <a:ext uri="{FF2B5EF4-FFF2-40B4-BE49-F238E27FC236}">
                <a16:creationId xmlns:a16="http://schemas.microsoft.com/office/drawing/2014/main" id="{B404AC2F-F741-474A-AAAD-A7DB5C81ABB1}"/>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2" name="Marcador de texto 17">
            <a:extLst>
              <a:ext uri="{FF2B5EF4-FFF2-40B4-BE49-F238E27FC236}">
                <a16:creationId xmlns:a16="http://schemas.microsoft.com/office/drawing/2014/main" id="{34A037BA-7E00-432A-9890-BBCE257D6ACC}"/>
              </a:ext>
            </a:extLst>
          </p:cNvPr>
          <p:cNvSpPr>
            <a:spLocks noGrp="1"/>
          </p:cNvSpPr>
          <p:nvPr>
            <p:ph type="body" sz="quarter" idx="14" hasCustomPrompt="1"/>
          </p:nvPr>
        </p:nvSpPr>
        <p:spPr>
          <a:xfrm>
            <a:off x="1121265" y="1923482"/>
            <a:ext cx="4194175" cy="1973263"/>
          </a:xfrm>
        </p:spPr>
        <p:txBody>
          <a:bodyPr>
            <a:normAutofit/>
          </a:bodyPr>
          <a:lstStyle>
            <a:lvl1pPr marL="0" indent="0">
              <a:lnSpc>
                <a:spcPct val="90000"/>
              </a:lnSpc>
              <a:buNone/>
              <a:defRPr lang="es-ES" sz="430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dolor </a:t>
            </a:r>
            <a:r>
              <a:rPr lang="es-ES" dirty="0" err="1">
                <a:solidFill>
                  <a:schemeClr val="bg1"/>
                </a:solidFill>
              </a:rPr>
              <a:t>sit</a:t>
            </a:r>
            <a:endParaRPr lang="es-ES" dirty="0">
              <a:solidFill>
                <a:schemeClr val="bg1"/>
              </a:solidFill>
            </a:endParaRPr>
          </a:p>
        </p:txBody>
      </p:sp>
      <p:sp>
        <p:nvSpPr>
          <p:cNvPr id="13" name="Marcador de texto 17">
            <a:extLst>
              <a:ext uri="{FF2B5EF4-FFF2-40B4-BE49-F238E27FC236}">
                <a16:creationId xmlns:a16="http://schemas.microsoft.com/office/drawing/2014/main" id="{D5939F23-68EC-42A7-A3F4-31F0B1356364}"/>
              </a:ext>
            </a:extLst>
          </p:cNvPr>
          <p:cNvSpPr>
            <a:spLocks noGrp="1"/>
          </p:cNvSpPr>
          <p:nvPr>
            <p:ph type="body" sz="quarter" idx="15" hasCustomPrompt="1"/>
          </p:nvPr>
        </p:nvSpPr>
        <p:spPr>
          <a:xfrm>
            <a:off x="7315199" y="2174406"/>
            <a:ext cx="5681609" cy="494221"/>
          </a:xfrm>
        </p:spPr>
        <p:txBody>
          <a:bodyPr lIns="0">
            <a:normAutofit/>
          </a:bodyPr>
          <a:lstStyle>
            <a:lvl1pPr marL="0" indent="0">
              <a:lnSpc>
                <a:spcPts val="2800"/>
              </a:lnSpc>
              <a:buNone/>
              <a:defRPr sz="2400" b="1"/>
            </a:lvl1pPr>
          </a:lstStyle>
          <a:p>
            <a:pPr lvl="0"/>
            <a:r>
              <a:rPr lang="es-ES" dirty="0" err="1"/>
              <a:t>Aximinct</a:t>
            </a:r>
            <a:r>
              <a:rPr lang="es-ES" dirty="0"/>
              <a:t> </a:t>
            </a:r>
            <a:r>
              <a:rPr lang="es-ES" dirty="0" err="1"/>
              <a:t>emquibus</a:t>
            </a:r>
            <a:r>
              <a:rPr lang="es-ES" dirty="0"/>
              <a:t> et </a:t>
            </a:r>
            <a:r>
              <a:rPr lang="es-ES" dirty="0" err="1"/>
              <a:t>facium</a:t>
            </a:r>
            <a:r>
              <a:rPr lang="es-ES" dirty="0"/>
              <a:t> </a:t>
            </a:r>
            <a:r>
              <a:rPr lang="es-ES" dirty="0" err="1"/>
              <a:t>natur</a:t>
            </a:r>
            <a:endParaRPr lang="es-ES" dirty="0"/>
          </a:p>
        </p:txBody>
      </p:sp>
      <p:sp>
        <p:nvSpPr>
          <p:cNvPr id="14" name="Marcador de texto 17">
            <a:extLst>
              <a:ext uri="{FF2B5EF4-FFF2-40B4-BE49-F238E27FC236}">
                <a16:creationId xmlns:a16="http://schemas.microsoft.com/office/drawing/2014/main" id="{C4B278FF-4E7D-4239-B497-A558A37A4467}"/>
              </a:ext>
            </a:extLst>
          </p:cNvPr>
          <p:cNvSpPr>
            <a:spLocks noGrp="1"/>
          </p:cNvSpPr>
          <p:nvPr>
            <p:ph type="body" sz="quarter" idx="16" hasCustomPrompt="1"/>
          </p:nvPr>
        </p:nvSpPr>
        <p:spPr>
          <a:xfrm>
            <a:off x="7315200" y="2746447"/>
            <a:ext cx="6408738" cy="1833173"/>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a:t>
            </a:r>
            <a:endParaRPr lang="es-ES" dirty="0"/>
          </a:p>
        </p:txBody>
      </p:sp>
      <p:sp>
        <p:nvSpPr>
          <p:cNvPr id="16" name="Marcador de texto 17">
            <a:extLst>
              <a:ext uri="{FF2B5EF4-FFF2-40B4-BE49-F238E27FC236}">
                <a16:creationId xmlns:a16="http://schemas.microsoft.com/office/drawing/2014/main" id="{E00736CE-E999-4D2B-BC2F-789DF823B178}"/>
              </a:ext>
            </a:extLst>
          </p:cNvPr>
          <p:cNvSpPr>
            <a:spLocks noGrp="1"/>
          </p:cNvSpPr>
          <p:nvPr>
            <p:ph type="body" sz="quarter" idx="17" hasCustomPrompt="1"/>
          </p:nvPr>
        </p:nvSpPr>
        <p:spPr>
          <a:xfrm>
            <a:off x="7315200" y="4758127"/>
            <a:ext cx="6408738" cy="1833173"/>
          </a:xfrm>
        </p:spPr>
        <p:txBody>
          <a:bodyPr lIns="0">
            <a:noAutofit/>
          </a:bodyPr>
          <a:lstStyle>
            <a:lvl1pPr marL="358775" indent="-176213">
              <a:lnSpc>
                <a:spcPts val="1700"/>
              </a:lnSpc>
              <a:spcBef>
                <a:spcPts val="800"/>
              </a:spcBef>
              <a:buSzPct val="120000"/>
              <a:buFont typeface="Wingdings" panose="05000000000000000000" pitchFamily="2" charset="2"/>
              <a:buChar char="§"/>
              <a:defRPr sz="1440" b="0">
                <a:solidFill>
                  <a:srgbClr val="1E1E1E"/>
                </a:solidFill>
              </a:defRPr>
            </a:lvl1pPr>
          </a:lstStyle>
          <a:p>
            <a:pPr lvl="0"/>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p>
        </p:txBody>
      </p:sp>
      <p:sp>
        <p:nvSpPr>
          <p:cNvPr id="17" name="Marcador de posición de imagen 7">
            <a:extLst>
              <a:ext uri="{FF2B5EF4-FFF2-40B4-BE49-F238E27FC236}">
                <a16:creationId xmlns:a16="http://schemas.microsoft.com/office/drawing/2014/main" id="{6AB76B8A-2AD0-4548-9313-5716AE13D993}"/>
              </a:ext>
            </a:extLst>
          </p:cNvPr>
          <p:cNvSpPr>
            <a:spLocks noGrp="1"/>
          </p:cNvSpPr>
          <p:nvPr>
            <p:ph type="pic" sz="quarter" idx="13"/>
          </p:nvPr>
        </p:nvSpPr>
        <p:spPr>
          <a:xfrm>
            <a:off x="1712118" y="4108450"/>
            <a:ext cx="4798220" cy="2402682"/>
          </a:xfrm>
          <a:solidFill>
            <a:schemeClr val="bg1">
              <a:lumMod val="95000"/>
            </a:schemeClr>
          </a:solidFill>
          <a:ln w="12700">
            <a:solidFill>
              <a:srgbClr val="FF3228"/>
            </a:solidFill>
          </a:ln>
        </p:spPr>
        <p:txBody>
          <a:bodyPr/>
          <a:lstStyle/>
          <a:p>
            <a:endParaRPr lang="es-ES" dirty="0"/>
          </a:p>
        </p:txBody>
      </p:sp>
      <p:sp>
        <p:nvSpPr>
          <p:cNvPr id="7" name="Marcador de número de diapositiva 6">
            <a:extLst>
              <a:ext uri="{FF2B5EF4-FFF2-40B4-BE49-F238E27FC236}">
                <a16:creationId xmlns:a16="http://schemas.microsoft.com/office/drawing/2014/main" id="{B132D693-3033-44F9-A52D-F0B5E1F45DE5}"/>
              </a:ext>
            </a:extLst>
          </p:cNvPr>
          <p:cNvSpPr>
            <a:spLocks noGrp="1"/>
          </p:cNvSpPr>
          <p:nvPr>
            <p:ph type="sldNum" sz="quarter" idx="18"/>
          </p:nvPr>
        </p:nvSpPr>
        <p:spPr/>
        <p:txBody>
          <a:bodyPr/>
          <a:lstStyle/>
          <a:p>
            <a:fld id="{B005B2D1-880E-4846-A216-7D6770BA1332}" type="slidenum">
              <a:rPr lang="es-ES" smtClean="0"/>
              <a:pPr/>
              <a:t>‹Nº›</a:t>
            </a:fld>
            <a:endParaRPr lang="es-ES" dirty="0"/>
          </a:p>
        </p:txBody>
      </p:sp>
      <p:pic>
        <p:nvPicPr>
          <p:cNvPr id="19" name="Gráfico 18">
            <a:extLst>
              <a:ext uri="{FF2B5EF4-FFF2-40B4-BE49-F238E27FC236}">
                <a16:creationId xmlns:a16="http://schemas.microsoft.com/office/drawing/2014/main" id="{07CC5585-C3DF-4916-9254-C8E54F13CFAD}"/>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
        <p:nvSpPr>
          <p:cNvPr id="20" name="Rectángulo 19">
            <a:extLst>
              <a:ext uri="{FF2B5EF4-FFF2-40B4-BE49-F238E27FC236}">
                <a16:creationId xmlns:a16="http://schemas.microsoft.com/office/drawing/2014/main" id="{B22C28A2-32AB-417C-B087-61042DD0D4F6}"/>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4086240641"/>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exto + Imagen 09">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469007C6-D80E-40B1-B81B-15B51FA6D666}"/>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pic>
        <p:nvPicPr>
          <p:cNvPr id="4" name="Imagen 3">
            <a:extLst>
              <a:ext uri="{FF2B5EF4-FFF2-40B4-BE49-F238E27FC236}">
                <a16:creationId xmlns:a16="http://schemas.microsoft.com/office/drawing/2014/main" id="{C05C30AF-CB23-4780-A834-EF92E7E4CAE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5" name="Marcador de posición de imagen 7">
            <a:extLst>
              <a:ext uri="{FF2B5EF4-FFF2-40B4-BE49-F238E27FC236}">
                <a16:creationId xmlns:a16="http://schemas.microsoft.com/office/drawing/2014/main" id="{7093E43B-1BD7-4551-817A-FDBD3494BF4F}"/>
              </a:ext>
            </a:extLst>
          </p:cNvPr>
          <p:cNvSpPr>
            <a:spLocks noGrp="1"/>
          </p:cNvSpPr>
          <p:nvPr>
            <p:ph type="pic" sz="quarter" idx="13"/>
          </p:nvPr>
        </p:nvSpPr>
        <p:spPr>
          <a:xfrm>
            <a:off x="8115617" y="1717675"/>
            <a:ext cx="5600700" cy="5600700"/>
          </a:xfrm>
          <a:solidFill>
            <a:schemeClr val="bg1">
              <a:lumMod val="95000"/>
            </a:schemeClr>
          </a:solidFill>
          <a:ln w="6350">
            <a:solidFill>
              <a:srgbClr val="FF3228"/>
            </a:solidFill>
          </a:ln>
        </p:spPr>
        <p:txBody>
          <a:bodyPr/>
          <a:lstStyle/>
          <a:p>
            <a:endParaRPr lang="es-ES" dirty="0"/>
          </a:p>
        </p:txBody>
      </p:sp>
      <p:sp>
        <p:nvSpPr>
          <p:cNvPr id="6" name="Marcador de posición de imagen 7">
            <a:extLst>
              <a:ext uri="{FF2B5EF4-FFF2-40B4-BE49-F238E27FC236}">
                <a16:creationId xmlns:a16="http://schemas.microsoft.com/office/drawing/2014/main" id="{9032E74F-8093-4998-9665-CE7635E8D4BB}"/>
              </a:ext>
            </a:extLst>
          </p:cNvPr>
          <p:cNvSpPr>
            <a:spLocks noGrp="1"/>
          </p:cNvSpPr>
          <p:nvPr>
            <p:ph type="pic" sz="quarter" idx="17"/>
          </p:nvPr>
        </p:nvSpPr>
        <p:spPr>
          <a:xfrm>
            <a:off x="5707379" y="2514600"/>
            <a:ext cx="2400300" cy="3200400"/>
          </a:xfrm>
          <a:solidFill>
            <a:schemeClr val="bg1">
              <a:lumMod val="95000"/>
            </a:schemeClr>
          </a:solidFill>
          <a:ln w="6350">
            <a:solidFill>
              <a:srgbClr val="FF3228"/>
            </a:solidFill>
          </a:ln>
        </p:spPr>
        <p:txBody>
          <a:bodyPr/>
          <a:lstStyle/>
          <a:p>
            <a:endParaRPr lang="es-ES" dirty="0"/>
          </a:p>
        </p:txBody>
      </p:sp>
      <p:sp>
        <p:nvSpPr>
          <p:cNvPr id="7" name="CuadroTexto 6">
            <a:extLst>
              <a:ext uri="{FF2B5EF4-FFF2-40B4-BE49-F238E27FC236}">
                <a16:creationId xmlns:a16="http://schemas.microsoft.com/office/drawing/2014/main" id="{6C4C39D4-3B2B-4DAB-9583-7FE8D14A6D4C}"/>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9" name="Rectángulo 8">
            <a:extLst>
              <a:ext uri="{FF2B5EF4-FFF2-40B4-BE49-F238E27FC236}">
                <a16:creationId xmlns:a16="http://schemas.microsoft.com/office/drawing/2014/main" id="{9C5C2486-3335-460F-B07F-F035951CCDDD}"/>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0" name="Título 11">
            <a:extLst>
              <a:ext uri="{FF2B5EF4-FFF2-40B4-BE49-F238E27FC236}">
                <a16:creationId xmlns:a16="http://schemas.microsoft.com/office/drawing/2014/main" id="{F7984858-BC9D-450C-91C7-2F5EC3169F27}"/>
              </a:ext>
            </a:extLst>
          </p:cNvPr>
          <p:cNvSpPr>
            <a:spLocks noGrp="1"/>
          </p:cNvSpPr>
          <p:nvPr>
            <p:ph type="title" hasCustomPrompt="1"/>
          </p:nvPr>
        </p:nvSpPr>
        <p:spPr>
          <a:xfrm>
            <a:off x="906463" y="1200150"/>
            <a:ext cx="3995737" cy="1187450"/>
          </a:xfrm>
        </p:spPr>
        <p:txBody>
          <a:bodyPr lIns="0" anchor="t">
            <a:noAutofit/>
          </a:bodyPr>
          <a:lstStyle>
            <a:lvl1pPr>
              <a:defRPr sz="4300"/>
            </a:lvl1pPr>
          </a:lstStyle>
          <a:p>
            <a:r>
              <a:rPr lang="es-ES" dirty="0" err="1"/>
              <a:t>Lorem</a:t>
            </a:r>
            <a:r>
              <a:rPr lang="es-ES" dirty="0"/>
              <a:t> </a:t>
            </a:r>
            <a:r>
              <a:rPr lang="es-ES" dirty="0" err="1"/>
              <a:t>Ipsum</a:t>
            </a:r>
            <a:r>
              <a:rPr lang="es-ES" dirty="0"/>
              <a:t> dolor </a:t>
            </a:r>
            <a:r>
              <a:rPr lang="es-ES" dirty="0" err="1"/>
              <a:t>est</a:t>
            </a:r>
            <a:endParaRPr lang="es-ES" dirty="0"/>
          </a:p>
        </p:txBody>
      </p:sp>
      <p:sp>
        <p:nvSpPr>
          <p:cNvPr id="11" name="Marcador de texto 17">
            <a:extLst>
              <a:ext uri="{FF2B5EF4-FFF2-40B4-BE49-F238E27FC236}">
                <a16:creationId xmlns:a16="http://schemas.microsoft.com/office/drawing/2014/main" id="{8A0F77EF-0676-46A4-9337-9F2322D962C3}"/>
              </a:ext>
            </a:extLst>
          </p:cNvPr>
          <p:cNvSpPr>
            <a:spLocks noGrp="1"/>
          </p:cNvSpPr>
          <p:nvPr>
            <p:ph type="body" sz="quarter" idx="15" hasCustomPrompt="1"/>
          </p:nvPr>
        </p:nvSpPr>
        <p:spPr>
          <a:xfrm>
            <a:off x="906463" y="3010284"/>
            <a:ext cx="3995737" cy="494221"/>
          </a:xfrm>
        </p:spPr>
        <p:txBody>
          <a:bodyPr lIns="0">
            <a:normAutofit/>
          </a:bodyPr>
          <a:lstStyle>
            <a:lvl1pPr marL="0" indent="0">
              <a:lnSpc>
                <a:spcPts val="2800"/>
              </a:lnSpc>
              <a:buNone/>
              <a:defRPr sz="2100" b="1"/>
            </a:lvl1pPr>
          </a:lstStyle>
          <a:p>
            <a:pPr lvl="0"/>
            <a:r>
              <a:rPr lang="es-ES" dirty="0"/>
              <a:t>CAFYD</a:t>
            </a:r>
          </a:p>
        </p:txBody>
      </p:sp>
      <p:sp>
        <p:nvSpPr>
          <p:cNvPr id="12" name="Marcador de texto 17">
            <a:extLst>
              <a:ext uri="{FF2B5EF4-FFF2-40B4-BE49-F238E27FC236}">
                <a16:creationId xmlns:a16="http://schemas.microsoft.com/office/drawing/2014/main" id="{C2AE6F78-3D6D-4C25-AAF5-145B5A257873}"/>
              </a:ext>
            </a:extLst>
          </p:cNvPr>
          <p:cNvSpPr>
            <a:spLocks noGrp="1"/>
          </p:cNvSpPr>
          <p:nvPr>
            <p:ph type="body" sz="quarter" idx="18" hasCustomPrompt="1"/>
          </p:nvPr>
        </p:nvSpPr>
        <p:spPr>
          <a:xfrm>
            <a:off x="777833" y="3462657"/>
            <a:ext cx="4091756" cy="1833173"/>
          </a:xfrm>
        </p:spPr>
        <p:txBody>
          <a:bodyPr lIns="0">
            <a:noAutofit/>
          </a:bodyPr>
          <a:lstStyle>
            <a:lvl1pPr marL="358775" indent="-176213">
              <a:lnSpc>
                <a:spcPts val="1600"/>
              </a:lnSpc>
              <a:spcBef>
                <a:spcPts val="600"/>
              </a:spcBef>
              <a:buSzPct val="120000"/>
              <a:buFont typeface="Wingdings" panose="05000000000000000000" pitchFamily="2" charset="2"/>
              <a:buChar char="§"/>
              <a:defRPr sz="1800" b="0">
                <a:solidFill>
                  <a:srgbClr val="1E1E1E"/>
                </a:solidFill>
              </a:defRPr>
            </a:lvl1pPr>
          </a:lstStyle>
          <a:p>
            <a:pPr lvl="0"/>
            <a:r>
              <a:rPr lang="es-ES" dirty="0"/>
              <a:t>Actividad Física y Deporte</a:t>
            </a:r>
          </a:p>
          <a:p>
            <a:pPr lvl="0"/>
            <a:r>
              <a:rPr lang="es-ES" dirty="0"/>
              <a:t>Fisioterapia</a:t>
            </a:r>
          </a:p>
        </p:txBody>
      </p:sp>
      <p:sp>
        <p:nvSpPr>
          <p:cNvPr id="13" name="Marcador de texto 17">
            <a:extLst>
              <a:ext uri="{FF2B5EF4-FFF2-40B4-BE49-F238E27FC236}">
                <a16:creationId xmlns:a16="http://schemas.microsoft.com/office/drawing/2014/main" id="{DBE18D04-5273-4916-9829-330212273FB5}"/>
              </a:ext>
            </a:extLst>
          </p:cNvPr>
          <p:cNvSpPr>
            <a:spLocks noGrp="1"/>
          </p:cNvSpPr>
          <p:nvPr>
            <p:ph type="body" sz="quarter" idx="19" hasCustomPrompt="1"/>
          </p:nvPr>
        </p:nvSpPr>
        <p:spPr>
          <a:xfrm>
            <a:off x="777833" y="5031142"/>
            <a:ext cx="4091756" cy="1833173"/>
          </a:xfrm>
        </p:spPr>
        <p:txBody>
          <a:bodyPr lIns="0">
            <a:noAutofit/>
          </a:bodyPr>
          <a:lstStyle>
            <a:lvl1pPr marL="358775" indent="-176213">
              <a:lnSpc>
                <a:spcPts val="1600"/>
              </a:lnSpc>
              <a:spcBef>
                <a:spcPts val="600"/>
              </a:spcBef>
              <a:buSzPct val="120000"/>
              <a:buFont typeface="Wingdings" panose="05000000000000000000" pitchFamily="2" charset="2"/>
              <a:buChar char="§"/>
              <a:defRPr sz="1800" b="0">
                <a:solidFill>
                  <a:srgbClr val="1E1E1E"/>
                </a:solidFill>
              </a:defRPr>
            </a:lvl1pPr>
          </a:lstStyle>
          <a:p>
            <a:pPr lvl="0"/>
            <a:r>
              <a:rPr lang="es-ES" dirty="0"/>
              <a:t>Farmacia y Biotecnología</a:t>
            </a:r>
          </a:p>
          <a:p>
            <a:pPr lvl="0"/>
            <a:r>
              <a:rPr lang="es-ES" dirty="0"/>
              <a:t>Medicina</a:t>
            </a:r>
          </a:p>
          <a:p>
            <a:pPr lvl="0"/>
            <a:r>
              <a:rPr lang="es-ES" dirty="0"/>
              <a:t>Odontología</a:t>
            </a:r>
          </a:p>
          <a:p>
            <a:pPr lvl="0"/>
            <a:r>
              <a:rPr lang="es-ES" dirty="0"/>
              <a:t>Veterinaria</a:t>
            </a:r>
          </a:p>
          <a:p>
            <a:pPr lvl="0"/>
            <a:r>
              <a:rPr lang="es-ES" dirty="0"/>
              <a:t>Enfermería y Nutrición</a:t>
            </a:r>
          </a:p>
          <a:p>
            <a:pPr lvl="0"/>
            <a:r>
              <a:rPr lang="es-ES" dirty="0"/>
              <a:t>Psicología</a:t>
            </a:r>
          </a:p>
          <a:p>
            <a:pPr lvl="0"/>
            <a:r>
              <a:rPr lang="es-ES" dirty="0"/>
              <a:t>Medio Ambiente</a:t>
            </a:r>
          </a:p>
        </p:txBody>
      </p:sp>
      <p:sp>
        <p:nvSpPr>
          <p:cNvPr id="14" name="Marcador de texto 17">
            <a:extLst>
              <a:ext uri="{FF2B5EF4-FFF2-40B4-BE49-F238E27FC236}">
                <a16:creationId xmlns:a16="http://schemas.microsoft.com/office/drawing/2014/main" id="{87B63EE3-DE84-4C9B-B732-C8D4030CD939}"/>
              </a:ext>
            </a:extLst>
          </p:cNvPr>
          <p:cNvSpPr>
            <a:spLocks noGrp="1"/>
          </p:cNvSpPr>
          <p:nvPr>
            <p:ph type="body" sz="quarter" idx="20" hasCustomPrompt="1"/>
          </p:nvPr>
        </p:nvSpPr>
        <p:spPr>
          <a:xfrm>
            <a:off x="906463" y="4600421"/>
            <a:ext cx="3995737" cy="494221"/>
          </a:xfrm>
        </p:spPr>
        <p:txBody>
          <a:bodyPr lIns="0">
            <a:normAutofit/>
          </a:bodyPr>
          <a:lstStyle>
            <a:lvl1pPr marL="0" indent="0">
              <a:lnSpc>
                <a:spcPts val="2800"/>
              </a:lnSpc>
              <a:buNone/>
              <a:defRPr sz="2100" b="1"/>
            </a:lvl1pPr>
          </a:lstStyle>
          <a:p>
            <a:pPr lvl="0"/>
            <a:r>
              <a:rPr lang="es-ES" dirty="0"/>
              <a:t>CAFYD</a:t>
            </a:r>
          </a:p>
        </p:txBody>
      </p:sp>
      <p:pic>
        <p:nvPicPr>
          <p:cNvPr id="15" name="Gráfico 14">
            <a:extLst>
              <a:ext uri="{FF2B5EF4-FFF2-40B4-BE49-F238E27FC236}">
                <a16:creationId xmlns:a16="http://schemas.microsoft.com/office/drawing/2014/main" id="{4E02422F-8146-4B7E-AEC6-CD6782F4E567}"/>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1734871395"/>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exto + destacado">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AD098634-9C38-4F2F-90BC-838646C4741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12" name="Título 11">
            <a:extLst>
              <a:ext uri="{FF2B5EF4-FFF2-40B4-BE49-F238E27FC236}">
                <a16:creationId xmlns:a16="http://schemas.microsoft.com/office/drawing/2014/main" id="{6DF73CA9-D341-47C7-BA29-DE835B1DECAC}"/>
              </a:ext>
            </a:extLst>
          </p:cNvPr>
          <p:cNvSpPr>
            <a:spLocks noGrp="1"/>
          </p:cNvSpPr>
          <p:nvPr>
            <p:ph type="title" hasCustomPrompt="1"/>
          </p:nvPr>
        </p:nvSpPr>
        <p:spPr>
          <a:xfrm>
            <a:off x="906463" y="1200150"/>
            <a:ext cx="3995737" cy="1187450"/>
          </a:xfrm>
        </p:spPr>
        <p:txBody>
          <a:bodyPr lIns="0" anchor="t">
            <a:noAutofit/>
          </a:bodyPr>
          <a:lstStyle>
            <a:lvl1pPr>
              <a:defRPr sz="4300"/>
            </a:lvl1pPr>
          </a:lstStyle>
          <a:p>
            <a:r>
              <a:rPr lang="es-ES" dirty="0" err="1"/>
              <a:t>Lorem</a:t>
            </a:r>
            <a:r>
              <a:rPr lang="es-ES" dirty="0"/>
              <a:t> </a:t>
            </a:r>
            <a:r>
              <a:rPr lang="es-ES" dirty="0" err="1"/>
              <a:t>ipsum</a:t>
            </a:r>
            <a:r>
              <a:rPr lang="es-ES" dirty="0"/>
              <a:t> dolor </a:t>
            </a:r>
            <a:r>
              <a:rPr lang="es-ES" dirty="0" err="1"/>
              <a:t>sit</a:t>
            </a:r>
            <a:endParaRPr lang="es-ES" dirty="0"/>
          </a:p>
        </p:txBody>
      </p:sp>
      <p:sp>
        <p:nvSpPr>
          <p:cNvPr id="13" name="Marcador de texto 17">
            <a:extLst>
              <a:ext uri="{FF2B5EF4-FFF2-40B4-BE49-F238E27FC236}">
                <a16:creationId xmlns:a16="http://schemas.microsoft.com/office/drawing/2014/main" id="{86DD4D6E-018E-4D2C-B73F-7DC527248645}"/>
              </a:ext>
            </a:extLst>
          </p:cNvPr>
          <p:cNvSpPr>
            <a:spLocks noGrp="1"/>
          </p:cNvSpPr>
          <p:nvPr>
            <p:ph type="body" sz="quarter" idx="16" hasCustomPrompt="1"/>
          </p:nvPr>
        </p:nvSpPr>
        <p:spPr>
          <a:xfrm>
            <a:off x="906463" y="2658463"/>
            <a:ext cx="3221039" cy="3793137"/>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a:t>
            </a:r>
            <a:r>
              <a:rPr lang="es-ES" dirty="0" err="1"/>
              <a:t>qstrum</a:t>
            </a:r>
            <a:r>
              <a:rPr lang="es-ES" dirty="0"/>
              <a:t> quia </a:t>
            </a:r>
            <a:r>
              <a:rPr lang="es-ES" dirty="0" err="1"/>
              <a:t>estemq</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a:t>
            </a:r>
            <a:endParaRPr lang="es-ES" dirty="0"/>
          </a:p>
        </p:txBody>
      </p:sp>
      <p:sp>
        <p:nvSpPr>
          <p:cNvPr id="16" name="Marcador de texto 17">
            <a:extLst>
              <a:ext uri="{FF2B5EF4-FFF2-40B4-BE49-F238E27FC236}">
                <a16:creationId xmlns:a16="http://schemas.microsoft.com/office/drawing/2014/main" id="{0CC11F15-A51A-4969-A633-5CFBF74B0B08}"/>
              </a:ext>
            </a:extLst>
          </p:cNvPr>
          <p:cNvSpPr>
            <a:spLocks noGrp="1"/>
          </p:cNvSpPr>
          <p:nvPr>
            <p:ph type="body" sz="quarter" idx="19" hasCustomPrompt="1"/>
          </p:nvPr>
        </p:nvSpPr>
        <p:spPr>
          <a:xfrm>
            <a:off x="8112664" y="1773751"/>
            <a:ext cx="2424638" cy="2341049"/>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19" name="Marcador de texto 17">
            <a:extLst>
              <a:ext uri="{FF2B5EF4-FFF2-40B4-BE49-F238E27FC236}">
                <a16:creationId xmlns:a16="http://schemas.microsoft.com/office/drawing/2014/main" id="{3F4FA38A-F665-431F-A109-0B7C9881BCB8}"/>
              </a:ext>
            </a:extLst>
          </p:cNvPr>
          <p:cNvSpPr>
            <a:spLocks noGrp="1"/>
          </p:cNvSpPr>
          <p:nvPr>
            <p:ph type="body" sz="quarter" idx="20" hasCustomPrompt="1"/>
          </p:nvPr>
        </p:nvSpPr>
        <p:spPr>
          <a:xfrm>
            <a:off x="8112664" y="1481015"/>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21" name="Marcador de texto 17">
            <a:extLst>
              <a:ext uri="{FF2B5EF4-FFF2-40B4-BE49-F238E27FC236}">
                <a16:creationId xmlns:a16="http://schemas.microsoft.com/office/drawing/2014/main" id="{AA93BD72-42D1-4CF3-8EA4-00687AC8EA45}"/>
              </a:ext>
            </a:extLst>
          </p:cNvPr>
          <p:cNvSpPr>
            <a:spLocks noGrp="1"/>
          </p:cNvSpPr>
          <p:nvPr>
            <p:ph type="body" sz="quarter" idx="22" hasCustomPrompt="1"/>
          </p:nvPr>
        </p:nvSpPr>
        <p:spPr>
          <a:xfrm>
            <a:off x="7665157" y="5721537"/>
            <a:ext cx="5621865" cy="1180224"/>
          </a:xfrm>
        </p:spPr>
        <p:txBody>
          <a:bodyPr lIns="0">
            <a:noAutofit/>
          </a:bodyPr>
          <a:lstStyle>
            <a:lvl1pPr marL="0" indent="0">
              <a:lnSpc>
                <a:spcPts val="1700"/>
              </a:lnSpc>
              <a:spcBef>
                <a:spcPts val="900"/>
              </a:spcBef>
              <a:buNone/>
              <a:defRPr sz="1440" b="0">
                <a:solidFill>
                  <a:schemeClr val="bg1"/>
                </a:solidFill>
              </a:defRPr>
            </a:lvl1pPr>
          </a:lstStyle>
          <a:p>
            <a:pPr lvl="0"/>
            <a:r>
              <a:rPr lang="es-ES" dirty="0"/>
              <a:t>Ma </a:t>
            </a:r>
            <a:r>
              <a:rPr lang="es-ES" dirty="0" err="1"/>
              <a:t>vendest</a:t>
            </a:r>
            <a:r>
              <a:rPr lang="es-ES" dirty="0"/>
              <a:t> as qui </a:t>
            </a:r>
            <a:r>
              <a:rPr lang="es-ES" dirty="0" err="1"/>
              <a:t>beaPoribus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a:t>
            </a:r>
            <a:r>
              <a:rPr lang="es-ES" dirty="0" err="1"/>
              <a:t>qstrum</a:t>
            </a:r>
            <a:r>
              <a:rPr lang="es-ES" dirty="0"/>
              <a:t> q</a:t>
            </a:r>
          </a:p>
        </p:txBody>
      </p:sp>
      <p:sp>
        <p:nvSpPr>
          <p:cNvPr id="22" name="Marcador de texto 17">
            <a:extLst>
              <a:ext uri="{FF2B5EF4-FFF2-40B4-BE49-F238E27FC236}">
                <a16:creationId xmlns:a16="http://schemas.microsoft.com/office/drawing/2014/main" id="{E9C06FA8-3B73-43E3-9BC5-35A805BD2D9E}"/>
              </a:ext>
            </a:extLst>
          </p:cNvPr>
          <p:cNvSpPr>
            <a:spLocks noGrp="1"/>
          </p:cNvSpPr>
          <p:nvPr>
            <p:ph type="body" sz="quarter" idx="15" hasCustomPrompt="1"/>
          </p:nvPr>
        </p:nvSpPr>
        <p:spPr>
          <a:xfrm>
            <a:off x="7665157" y="5170947"/>
            <a:ext cx="5463821" cy="462209"/>
          </a:xfrm>
        </p:spPr>
        <p:txBody>
          <a:bodyPr lIns="0">
            <a:normAutofit/>
          </a:bodyPr>
          <a:lstStyle>
            <a:lvl1pPr marL="0" indent="0">
              <a:lnSpc>
                <a:spcPts val="2800"/>
              </a:lnSpc>
              <a:buNone/>
              <a:defRPr sz="2750" b="1">
                <a:solidFill>
                  <a:schemeClr val="bg1"/>
                </a:solidFill>
              </a:defRPr>
            </a:lvl1pPr>
          </a:lstStyle>
          <a:p>
            <a:pPr lvl="0"/>
            <a:r>
              <a:rPr lang="es-ES" dirty="0" err="1"/>
              <a:t>Lorem</a:t>
            </a:r>
            <a:r>
              <a:rPr lang="es-ES" dirty="0"/>
              <a:t> </a:t>
            </a:r>
            <a:r>
              <a:rPr lang="es-ES" dirty="0" err="1"/>
              <a:t>ipsum</a:t>
            </a:r>
            <a:r>
              <a:rPr lang="es-ES" dirty="0"/>
              <a:t> </a:t>
            </a:r>
            <a:r>
              <a:rPr lang="es-ES" dirty="0" err="1"/>
              <a:t>Imus</a:t>
            </a:r>
            <a:r>
              <a:rPr lang="es-ES" dirty="0"/>
              <a:t> </a:t>
            </a:r>
            <a:r>
              <a:rPr lang="es-ES" dirty="0" err="1"/>
              <a:t>deru</a:t>
            </a:r>
            <a:r>
              <a:rPr lang="es-ES" dirty="0"/>
              <a:t> </a:t>
            </a:r>
            <a:r>
              <a:rPr lang="es-ES" dirty="0" err="1"/>
              <a:t>llam</a:t>
            </a:r>
            <a:endParaRPr lang="es-ES" dirty="0"/>
          </a:p>
        </p:txBody>
      </p:sp>
      <p:sp>
        <p:nvSpPr>
          <p:cNvPr id="2" name="Marcador de número de diapositiva 1">
            <a:extLst>
              <a:ext uri="{FF2B5EF4-FFF2-40B4-BE49-F238E27FC236}">
                <a16:creationId xmlns:a16="http://schemas.microsoft.com/office/drawing/2014/main" id="{11B956B5-474C-4B72-A097-482CBA58CAFD}"/>
              </a:ext>
            </a:extLst>
          </p:cNvPr>
          <p:cNvSpPr>
            <a:spLocks noGrp="1"/>
          </p:cNvSpPr>
          <p:nvPr>
            <p:ph type="sldNum" sz="quarter" idx="23"/>
          </p:nvPr>
        </p:nvSpPr>
        <p:spPr/>
        <p:txBody>
          <a:bodyPr/>
          <a:lstStyle/>
          <a:p>
            <a:fld id="{B005B2D1-880E-4846-A216-7D6770BA1332}" type="slidenum">
              <a:rPr lang="es-ES" smtClean="0"/>
              <a:pPr/>
              <a:t>‹Nº›</a:t>
            </a:fld>
            <a:endParaRPr lang="es-ES" dirty="0"/>
          </a:p>
        </p:txBody>
      </p:sp>
      <p:sp>
        <p:nvSpPr>
          <p:cNvPr id="23" name="Marcador de texto 17">
            <a:extLst>
              <a:ext uri="{FF2B5EF4-FFF2-40B4-BE49-F238E27FC236}">
                <a16:creationId xmlns:a16="http://schemas.microsoft.com/office/drawing/2014/main" id="{56215996-BE86-478A-BB7D-A5A5B6715F06}"/>
              </a:ext>
            </a:extLst>
          </p:cNvPr>
          <p:cNvSpPr>
            <a:spLocks noGrp="1"/>
          </p:cNvSpPr>
          <p:nvPr>
            <p:ph type="body" sz="quarter" idx="24" hasCustomPrompt="1"/>
          </p:nvPr>
        </p:nvSpPr>
        <p:spPr>
          <a:xfrm>
            <a:off x="4913328" y="1773751"/>
            <a:ext cx="2424638" cy="2341049"/>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26" name="Marcador de texto 17">
            <a:extLst>
              <a:ext uri="{FF2B5EF4-FFF2-40B4-BE49-F238E27FC236}">
                <a16:creationId xmlns:a16="http://schemas.microsoft.com/office/drawing/2014/main" id="{D4355630-7B14-407D-8E28-171203EC858E}"/>
              </a:ext>
            </a:extLst>
          </p:cNvPr>
          <p:cNvSpPr>
            <a:spLocks noGrp="1"/>
          </p:cNvSpPr>
          <p:nvPr>
            <p:ph type="body" sz="quarter" idx="25" hasCustomPrompt="1"/>
          </p:nvPr>
        </p:nvSpPr>
        <p:spPr>
          <a:xfrm>
            <a:off x="4913328" y="1481015"/>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27" name="Marcador de texto 17">
            <a:extLst>
              <a:ext uri="{FF2B5EF4-FFF2-40B4-BE49-F238E27FC236}">
                <a16:creationId xmlns:a16="http://schemas.microsoft.com/office/drawing/2014/main" id="{8CB8B76B-0849-49C7-B74A-F2D429C5C057}"/>
              </a:ext>
            </a:extLst>
          </p:cNvPr>
          <p:cNvSpPr>
            <a:spLocks noGrp="1"/>
          </p:cNvSpPr>
          <p:nvPr>
            <p:ph type="body" sz="quarter" idx="26" hasCustomPrompt="1"/>
          </p:nvPr>
        </p:nvSpPr>
        <p:spPr>
          <a:xfrm>
            <a:off x="11312883" y="1773751"/>
            <a:ext cx="2424638" cy="2341049"/>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28" name="Marcador de texto 17">
            <a:extLst>
              <a:ext uri="{FF2B5EF4-FFF2-40B4-BE49-F238E27FC236}">
                <a16:creationId xmlns:a16="http://schemas.microsoft.com/office/drawing/2014/main" id="{833C39CC-E352-4BB2-BDE7-38665F7B02B3}"/>
              </a:ext>
            </a:extLst>
          </p:cNvPr>
          <p:cNvSpPr>
            <a:spLocks noGrp="1"/>
          </p:cNvSpPr>
          <p:nvPr>
            <p:ph type="body" sz="quarter" idx="27" hasCustomPrompt="1"/>
          </p:nvPr>
        </p:nvSpPr>
        <p:spPr>
          <a:xfrm>
            <a:off x="11312883" y="1481015"/>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29" name="CuadroTexto 28">
            <a:extLst>
              <a:ext uri="{FF2B5EF4-FFF2-40B4-BE49-F238E27FC236}">
                <a16:creationId xmlns:a16="http://schemas.microsoft.com/office/drawing/2014/main" id="{975477D0-A98F-4793-B73D-124C47737C0C}"/>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1" name="Rectángulo 30">
            <a:extLst>
              <a:ext uri="{FF2B5EF4-FFF2-40B4-BE49-F238E27FC236}">
                <a16:creationId xmlns:a16="http://schemas.microsoft.com/office/drawing/2014/main" id="{6F2A21CC-AD0D-45B5-879F-848E1DF89384}"/>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7" name="Gráfico 16">
            <a:extLst>
              <a:ext uri="{FF2B5EF4-FFF2-40B4-BE49-F238E27FC236}">
                <a16:creationId xmlns:a16="http://schemas.microsoft.com/office/drawing/2014/main" id="{B8F199B5-CC4B-4B07-BC0C-F2F694FE5ABB}"/>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524442" y="332974"/>
            <a:ext cx="420914" cy="385200"/>
          </a:xfrm>
          <a:prstGeom prst="rect">
            <a:avLst/>
          </a:prstGeom>
        </p:spPr>
      </p:pic>
    </p:spTree>
    <p:extLst>
      <p:ext uri="{BB962C8B-B14F-4D97-AF65-F5344CB8AC3E}">
        <p14:creationId xmlns:p14="http://schemas.microsoft.com/office/powerpoint/2010/main" val="1978142232"/>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exto + Imagen columnas 01">
    <p:spTree>
      <p:nvGrpSpPr>
        <p:cNvPr id="1" name=""/>
        <p:cNvGrpSpPr/>
        <p:nvPr/>
      </p:nvGrpSpPr>
      <p:grpSpPr>
        <a:xfrm>
          <a:off x="0" y="0"/>
          <a:ext cx="0" cy="0"/>
          <a:chOff x="0" y="0"/>
          <a:chExt cx="0" cy="0"/>
        </a:xfrm>
      </p:grpSpPr>
      <p:pic>
        <p:nvPicPr>
          <p:cNvPr id="26" name="Imagen 25">
            <a:extLst>
              <a:ext uri="{FF2B5EF4-FFF2-40B4-BE49-F238E27FC236}">
                <a16:creationId xmlns:a16="http://schemas.microsoft.com/office/drawing/2014/main" id="{FE33CE54-4ADA-4CAE-A118-8414E019D850}"/>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1" name="Marcador de texto 17">
            <a:extLst>
              <a:ext uri="{FF2B5EF4-FFF2-40B4-BE49-F238E27FC236}">
                <a16:creationId xmlns:a16="http://schemas.microsoft.com/office/drawing/2014/main" id="{A5BE6BA0-EF8C-4789-822C-BEE963EC7E2D}"/>
              </a:ext>
            </a:extLst>
          </p:cNvPr>
          <p:cNvSpPr>
            <a:spLocks noGrp="1"/>
          </p:cNvSpPr>
          <p:nvPr>
            <p:ph type="body" sz="quarter" idx="19" hasCustomPrompt="1"/>
          </p:nvPr>
        </p:nvSpPr>
        <p:spPr>
          <a:xfrm>
            <a:off x="906463" y="4712160"/>
            <a:ext cx="2424638" cy="2606215"/>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12" name="Marcador de texto 17">
            <a:extLst>
              <a:ext uri="{FF2B5EF4-FFF2-40B4-BE49-F238E27FC236}">
                <a16:creationId xmlns:a16="http://schemas.microsoft.com/office/drawing/2014/main" id="{DA10493C-84F1-4EEE-AC24-47D0D50A0782}"/>
              </a:ext>
            </a:extLst>
          </p:cNvPr>
          <p:cNvSpPr>
            <a:spLocks noGrp="1"/>
          </p:cNvSpPr>
          <p:nvPr>
            <p:ph type="body" sz="quarter" idx="20" hasCustomPrompt="1"/>
          </p:nvPr>
        </p:nvSpPr>
        <p:spPr>
          <a:xfrm>
            <a:off x="906463" y="4419424"/>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3" name="Marcador de texto 17">
            <a:extLst>
              <a:ext uri="{FF2B5EF4-FFF2-40B4-BE49-F238E27FC236}">
                <a16:creationId xmlns:a16="http://schemas.microsoft.com/office/drawing/2014/main" id="{541F3DA4-12C0-417B-8A35-5A21C5692D8E}"/>
              </a:ext>
            </a:extLst>
          </p:cNvPr>
          <p:cNvSpPr>
            <a:spLocks noGrp="1"/>
          </p:cNvSpPr>
          <p:nvPr>
            <p:ph type="body" sz="quarter" idx="21" hasCustomPrompt="1"/>
          </p:nvPr>
        </p:nvSpPr>
        <p:spPr>
          <a:xfrm>
            <a:off x="10512800" y="4712160"/>
            <a:ext cx="2424638" cy="2606215"/>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14" name="Marcador de texto 17">
            <a:extLst>
              <a:ext uri="{FF2B5EF4-FFF2-40B4-BE49-F238E27FC236}">
                <a16:creationId xmlns:a16="http://schemas.microsoft.com/office/drawing/2014/main" id="{549CA5E7-CE4D-4144-A33B-615B80E66B66}"/>
              </a:ext>
            </a:extLst>
          </p:cNvPr>
          <p:cNvSpPr>
            <a:spLocks noGrp="1"/>
          </p:cNvSpPr>
          <p:nvPr>
            <p:ph type="body" sz="quarter" idx="22" hasCustomPrompt="1"/>
          </p:nvPr>
        </p:nvSpPr>
        <p:spPr>
          <a:xfrm>
            <a:off x="10512800" y="4419424"/>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5" name="Marcador de texto 17">
            <a:extLst>
              <a:ext uri="{FF2B5EF4-FFF2-40B4-BE49-F238E27FC236}">
                <a16:creationId xmlns:a16="http://schemas.microsoft.com/office/drawing/2014/main" id="{B26F822F-19DB-485F-918E-9182FAEE9D46}"/>
              </a:ext>
            </a:extLst>
          </p:cNvPr>
          <p:cNvSpPr>
            <a:spLocks noGrp="1"/>
          </p:cNvSpPr>
          <p:nvPr>
            <p:ph type="body" sz="quarter" idx="23" hasCustomPrompt="1"/>
          </p:nvPr>
        </p:nvSpPr>
        <p:spPr>
          <a:xfrm>
            <a:off x="7315200" y="4712160"/>
            <a:ext cx="2424638" cy="2606215"/>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16" name="Marcador de texto 17">
            <a:extLst>
              <a:ext uri="{FF2B5EF4-FFF2-40B4-BE49-F238E27FC236}">
                <a16:creationId xmlns:a16="http://schemas.microsoft.com/office/drawing/2014/main" id="{5A77DDD7-7CA5-4183-81DC-FDEFA856F552}"/>
              </a:ext>
            </a:extLst>
          </p:cNvPr>
          <p:cNvSpPr>
            <a:spLocks noGrp="1"/>
          </p:cNvSpPr>
          <p:nvPr>
            <p:ph type="body" sz="quarter" idx="24" hasCustomPrompt="1"/>
          </p:nvPr>
        </p:nvSpPr>
        <p:spPr>
          <a:xfrm>
            <a:off x="7315200" y="4419424"/>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7" name="Marcador de texto 17">
            <a:extLst>
              <a:ext uri="{FF2B5EF4-FFF2-40B4-BE49-F238E27FC236}">
                <a16:creationId xmlns:a16="http://schemas.microsoft.com/office/drawing/2014/main" id="{BB59BBE8-7ADF-42A8-A88D-DE4785AC20AC}"/>
              </a:ext>
            </a:extLst>
          </p:cNvPr>
          <p:cNvSpPr>
            <a:spLocks noGrp="1"/>
          </p:cNvSpPr>
          <p:nvPr>
            <p:ph type="body" sz="quarter" idx="25" hasCustomPrompt="1"/>
          </p:nvPr>
        </p:nvSpPr>
        <p:spPr>
          <a:xfrm>
            <a:off x="4100557" y="4712160"/>
            <a:ext cx="2424638" cy="2606215"/>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18" name="Marcador de texto 17">
            <a:extLst>
              <a:ext uri="{FF2B5EF4-FFF2-40B4-BE49-F238E27FC236}">
                <a16:creationId xmlns:a16="http://schemas.microsoft.com/office/drawing/2014/main" id="{7B3079E3-2A2F-44FF-80EE-F62C9820AC0B}"/>
              </a:ext>
            </a:extLst>
          </p:cNvPr>
          <p:cNvSpPr>
            <a:spLocks noGrp="1"/>
          </p:cNvSpPr>
          <p:nvPr>
            <p:ph type="body" sz="quarter" idx="26" hasCustomPrompt="1"/>
          </p:nvPr>
        </p:nvSpPr>
        <p:spPr>
          <a:xfrm>
            <a:off x="4100557" y="4419424"/>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9" name="Marcador de posición de imagen 7">
            <a:extLst>
              <a:ext uri="{FF2B5EF4-FFF2-40B4-BE49-F238E27FC236}">
                <a16:creationId xmlns:a16="http://schemas.microsoft.com/office/drawing/2014/main" id="{3780FA98-8A2D-4AB0-BCB7-3AF138C66FF0}"/>
              </a:ext>
            </a:extLst>
          </p:cNvPr>
          <p:cNvSpPr>
            <a:spLocks noGrp="1"/>
          </p:cNvSpPr>
          <p:nvPr>
            <p:ph type="pic" sz="quarter" idx="13"/>
          </p:nvPr>
        </p:nvSpPr>
        <p:spPr>
          <a:xfrm>
            <a:off x="915351" y="1709736"/>
            <a:ext cx="2400300" cy="2400300"/>
          </a:xfrm>
          <a:solidFill>
            <a:schemeClr val="bg1">
              <a:lumMod val="95000"/>
            </a:schemeClr>
          </a:solidFill>
          <a:ln w="12700">
            <a:solidFill>
              <a:srgbClr val="FF3228"/>
            </a:solidFill>
          </a:ln>
        </p:spPr>
        <p:txBody>
          <a:bodyPr/>
          <a:lstStyle/>
          <a:p>
            <a:endParaRPr lang="es-ES" dirty="0"/>
          </a:p>
        </p:txBody>
      </p:sp>
      <p:sp>
        <p:nvSpPr>
          <p:cNvPr id="27" name="Marcador de posición de imagen 7">
            <a:extLst>
              <a:ext uri="{FF2B5EF4-FFF2-40B4-BE49-F238E27FC236}">
                <a16:creationId xmlns:a16="http://schemas.microsoft.com/office/drawing/2014/main" id="{FEE1D50D-9EF5-4E4F-80DA-C1B761447587}"/>
              </a:ext>
            </a:extLst>
          </p:cNvPr>
          <p:cNvSpPr>
            <a:spLocks noGrp="1"/>
          </p:cNvSpPr>
          <p:nvPr>
            <p:ph type="pic" sz="quarter" idx="27"/>
          </p:nvPr>
        </p:nvSpPr>
        <p:spPr>
          <a:xfrm>
            <a:off x="4113794" y="1709736"/>
            <a:ext cx="2400300" cy="2400300"/>
          </a:xfrm>
          <a:solidFill>
            <a:schemeClr val="bg1">
              <a:lumMod val="95000"/>
            </a:schemeClr>
          </a:solidFill>
          <a:ln w="12700">
            <a:solidFill>
              <a:srgbClr val="FF3228"/>
            </a:solidFill>
          </a:ln>
        </p:spPr>
        <p:txBody>
          <a:bodyPr/>
          <a:lstStyle/>
          <a:p>
            <a:endParaRPr lang="es-ES" dirty="0"/>
          </a:p>
        </p:txBody>
      </p:sp>
      <p:sp>
        <p:nvSpPr>
          <p:cNvPr id="28" name="Marcador de posición de imagen 7">
            <a:extLst>
              <a:ext uri="{FF2B5EF4-FFF2-40B4-BE49-F238E27FC236}">
                <a16:creationId xmlns:a16="http://schemas.microsoft.com/office/drawing/2014/main" id="{5CDBB068-7FD6-4104-9FBE-1725202273B5}"/>
              </a:ext>
            </a:extLst>
          </p:cNvPr>
          <p:cNvSpPr>
            <a:spLocks noGrp="1"/>
          </p:cNvSpPr>
          <p:nvPr>
            <p:ph type="pic" sz="quarter" idx="28"/>
          </p:nvPr>
        </p:nvSpPr>
        <p:spPr>
          <a:xfrm>
            <a:off x="7312237" y="1709736"/>
            <a:ext cx="2400300" cy="2400300"/>
          </a:xfrm>
          <a:solidFill>
            <a:schemeClr val="bg1">
              <a:lumMod val="95000"/>
            </a:schemeClr>
          </a:solidFill>
          <a:ln w="12700">
            <a:solidFill>
              <a:srgbClr val="FF3228"/>
            </a:solidFill>
          </a:ln>
        </p:spPr>
        <p:txBody>
          <a:bodyPr/>
          <a:lstStyle/>
          <a:p>
            <a:endParaRPr lang="es-ES" dirty="0"/>
          </a:p>
        </p:txBody>
      </p:sp>
      <p:sp>
        <p:nvSpPr>
          <p:cNvPr id="29" name="Marcador de posición de imagen 7">
            <a:extLst>
              <a:ext uri="{FF2B5EF4-FFF2-40B4-BE49-F238E27FC236}">
                <a16:creationId xmlns:a16="http://schemas.microsoft.com/office/drawing/2014/main" id="{3C9FEC0F-2668-4B32-85C4-26004524F8C9}"/>
              </a:ext>
            </a:extLst>
          </p:cNvPr>
          <p:cNvSpPr>
            <a:spLocks noGrp="1"/>
          </p:cNvSpPr>
          <p:nvPr>
            <p:ph type="pic" sz="quarter" idx="29"/>
          </p:nvPr>
        </p:nvSpPr>
        <p:spPr>
          <a:xfrm>
            <a:off x="10510680" y="1709736"/>
            <a:ext cx="2400300" cy="2400300"/>
          </a:xfrm>
          <a:solidFill>
            <a:schemeClr val="bg1">
              <a:lumMod val="95000"/>
            </a:schemeClr>
          </a:solidFill>
          <a:ln w="12700">
            <a:solidFill>
              <a:srgbClr val="FF3228"/>
            </a:solidFill>
          </a:ln>
        </p:spPr>
        <p:txBody>
          <a:bodyPr/>
          <a:lstStyle/>
          <a:p>
            <a:endParaRPr lang="es-ES" dirty="0"/>
          </a:p>
        </p:txBody>
      </p:sp>
      <p:sp>
        <p:nvSpPr>
          <p:cNvPr id="2" name="Marcador de número de diapositiva 1">
            <a:extLst>
              <a:ext uri="{FF2B5EF4-FFF2-40B4-BE49-F238E27FC236}">
                <a16:creationId xmlns:a16="http://schemas.microsoft.com/office/drawing/2014/main" id="{E710E39C-7B7A-43D3-8B05-6DA983FD1A78}"/>
              </a:ext>
            </a:extLst>
          </p:cNvPr>
          <p:cNvSpPr>
            <a:spLocks noGrp="1"/>
          </p:cNvSpPr>
          <p:nvPr>
            <p:ph type="sldNum" sz="quarter" idx="30"/>
          </p:nvPr>
        </p:nvSpPr>
        <p:spPr/>
        <p:txBody>
          <a:bodyPr/>
          <a:lstStyle/>
          <a:p>
            <a:fld id="{B005B2D1-880E-4846-A216-7D6770BA1332}" type="slidenum">
              <a:rPr lang="es-ES" smtClean="0"/>
              <a:pPr/>
              <a:t>‹Nº›</a:t>
            </a:fld>
            <a:endParaRPr lang="es-ES" dirty="0"/>
          </a:p>
        </p:txBody>
      </p:sp>
      <p:sp>
        <p:nvSpPr>
          <p:cNvPr id="30" name="CuadroTexto 29">
            <a:extLst>
              <a:ext uri="{FF2B5EF4-FFF2-40B4-BE49-F238E27FC236}">
                <a16:creationId xmlns:a16="http://schemas.microsoft.com/office/drawing/2014/main" id="{EFD41441-FCE1-4F3D-A0ED-1BF629F539E9}"/>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1" name="Rectángulo 30">
            <a:extLst>
              <a:ext uri="{FF2B5EF4-FFF2-40B4-BE49-F238E27FC236}">
                <a16:creationId xmlns:a16="http://schemas.microsoft.com/office/drawing/2014/main" id="{2143B8ED-23C6-4860-B284-E110999C427E}"/>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21" name="Gráfico 20">
            <a:extLst>
              <a:ext uri="{FF2B5EF4-FFF2-40B4-BE49-F238E27FC236}">
                <a16:creationId xmlns:a16="http://schemas.microsoft.com/office/drawing/2014/main" id="{65BC441D-1CA2-4DBF-BA8D-07C4683C6D10}"/>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1773362067"/>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exto + imagen columnas 02">
    <p:bg>
      <p:bgPr>
        <a:solidFill>
          <a:schemeClr val="bg1"/>
        </a:solidFill>
        <a:effectLst/>
      </p:bgPr>
    </p:bg>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C4749420-973A-4342-AEE0-ECC11A608014}"/>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7" name="Marcador de posición de imagen 7">
            <a:extLst>
              <a:ext uri="{FF2B5EF4-FFF2-40B4-BE49-F238E27FC236}">
                <a16:creationId xmlns:a16="http://schemas.microsoft.com/office/drawing/2014/main" id="{2B6BD71C-4096-4F82-8DB0-FF443C8725EC}"/>
              </a:ext>
            </a:extLst>
          </p:cNvPr>
          <p:cNvSpPr>
            <a:spLocks noGrp="1"/>
          </p:cNvSpPr>
          <p:nvPr>
            <p:ph type="pic" sz="quarter" idx="27"/>
          </p:nvPr>
        </p:nvSpPr>
        <p:spPr>
          <a:xfrm>
            <a:off x="3314744" y="1716881"/>
            <a:ext cx="2400300" cy="2400300"/>
          </a:xfrm>
          <a:solidFill>
            <a:schemeClr val="bg1">
              <a:lumMod val="95000"/>
            </a:schemeClr>
          </a:solidFill>
          <a:ln w="12700">
            <a:solidFill>
              <a:srgbClr val="FF3228"/>
            </a:solidFill>
          </a:ln>
        </p:spPr>
        <p:txBody>
          <a:bodyPr/>
          <a:lstStyle/>
          <a:p>
            <a:endParaRPr lang="es-ES" dirty="0"/>
          </a:p>
        </p:txBody>
      </p:sp>
      <p:sp>
        <p:nvSpPr>
          <p:cNvPr id="8" name="Marcador de posición de imagen 7">
            <a:extLst>
              <a:ext uri="{FF2B5EF4-FFF2-40B4-BE49-F238E27FC236}">
                <a16:creationId xmlns:a16="http://schemas.microsoft.com/office/drawing/2014/main" id="{483706D3-653E-403B-8883-D2CF39104E31}"/>
              </a:ext>
            </a:extLst>
          </p:cNvPr>
          <p:cNvSpPr>
            <a:spLocks noGrp="1"/>
          </p:cNvSpPr>
          <p:nvPr>
            <p:ph type="pic" sz="quarter" idx="28"/>
          </p:nvPr>
        </p:nvSpPr>
        <p:spPr>
          <a:xfrm>
            <a:off x="5715044" y="4112419"/>
            <a:ext cx="2400300" cy="2400300"/>
          </a:xfrm>
          <a:solidFill>
            <a:schemeClr val="bg1">
              <a:lumMod val="95000"/>
            </a:schemeClr>
          </a:solidFill>
          <a:ln w="12700">
            <a:solidFill>
              <a:srgbClr val="FF3228"/>
            </a:solidFill>
          </a:ln>
        </p:spPr>
        <p:txBody>
          <a:bodyPr/>
          <a:lstStyle/>
          <a:p>
            <a:endParaRPr lang="es-ES" dirty="0"/>
          </a:p>
        </p:txBody>
      </p:sp>
      <p:sp>
        <p:nvSpPr>
          <p:cNvPr id="9" name="Marcador de posición de imagen 7">
            <a:extLst>
              <a:ext uri="{FF2B5EF4-FFF2-40B4-BE49-F238E27FC236}">
                <a16:creationId xmlns:a16="http://schemas.microsoft.com/office/drawing/2014/main" id="{1B580BCD-8739-47BD-9BF7-6D610A0289D5}"/>
              </a:ext>
            </a:extLst>
          </p:cNvPr>
          <p:cNvSpPr>
            <a:spLocks noGrp="1"/>
          </p:cNvSpPr>
          <p:nvPr>
            <p:ph type="pic" sz="quarter" idx="29"/>
          </p:nvPr>
        </p:nvSpPr>
        <p:spPr>
          <a:xfrm>
            <a:off x="8115344" y="1712119"/>
            <a:ext cx="2400300" cy="2400300"/>
          </a:xfrm>
          <a:solidFill>
            <a:schemeClr val="bg1">
              <a:lumMod val="95000"/>
            </a:schemeClr>
          </a:solidFill>
          <a:ln w="12700">
            <a:solidFill>
              <a:srgbClr val="FF3228"/>
            </a:solidFill>
          </a:ln>
        </p:spPr>
        <p:txBody>
          <a:bodyPr/>
          <a:lstStyle/>
          <a:p>
            <a:endParaRPr lang="es-ES" dirty="0"/>
          </a:p>
        </p:txBody>
      </p:sp>
      <p:sp>
        <p:nvSpPr>
          <p:cNvPr id="10" name="Marcador de posición de imagen 7">
            <a:extLst>
              <a:ext uri="{FF2B5EF4-FFF2-40B4-BE49-F238E27FC236}">
                <a16:creationId xmlns:a16="http://schemas.microsoft.com/office/drawing/2014/main" id="{72D9053C-B7C1-4079-97C4-CD577398C91C}"/>
              </a:ext>
            </a:extLst>
          </p:cNvPr>
          <p:cNvSpPr>
            <a:spLocks noGrp="1"/>
          </p:cNvSpPr>
          <p:nvPr>
            <p:ph type="pic" sz="quarter" idx="30"/>
          </p:nvPr>
        </p:nvSpPr>
        <p:spPr>
          <a:xfrm>
            <a:off x="10515644" y="4112419"/>
            <a:ext cx="2400300" cy="2400300"/>
          </a:xfrm>
          <a:solidFill>
            <a:schemeClr val="bg1">
              <a:lumMod val="95000"/>
            </a:schemeClr>
          </a:solidFill>
          <a:ln w="12700">
            <a:solidFill>
              <a:srgbClr val="FF3228"/>
            </a:solidFill>
          </a:ln>
        </p:spPr>
        <p:txBody>
          <a:bodyPr/>
          <a:lstStyle/>
          <a:p>
            <a:endParaRPr lang="es-ES" dirty="0"/>
          </a:p>
        </p:txBody>
      </p:sp>
      <p:sp>
        <p:nvSpPr>
          <p:cNvPr id="11" name="Marcador de texto 17">
            <a:extLst>
              <a:ext uri="{FF2B5EF4-FFF2-40B4-BE49-F238E27FC236}">
                <a16:creationId xmlns:a16="http://schemas.microsoft.com/office/drawing/2014/main" id="{02BEB712-9524-436F-8DB0-E7213F8A66AB}"/>
              </a:ext>
            </a:extLst>
          </p:cNvPr>
          <p:cNvSpPr>
            <a:spLocks noGrp="1"/>
          </p:cNvSpPr>
          <p:nvPr>
            <p:ph type="body" sz="quarter" idx="19" hasCustomPrompt="1"/>
          </p:nvPr>
        </p:nvSpPr>
        <p:spPr>
          <a:xfrm>
            <a:off x="906463" y="2679612"/>
            <a:ext cx="2020445" cy="1047961"/>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Conempo</a:t>
            </a:r>
            <a:r>
              <a:rPr lang="es-ES" dirty="0"/>
              <a:t> </a:t>
            </a:r>
            <a:r>
              <a:rPr lang="es-ES" dirty="0" err="1"/>
              <a:t>ribusameniminincil</a:t>
            </a:r>
            <a:r>
              <a:rPr lang="es-ES" dirty="0"/>
              <a:t> </a:t>
            </a:r>
            <a:r>
              <a:rPr lang="es-ES" dirty="0" err="1"/>
              <a:t>molupta</a:t>
            </a:r>
            <a:r>
              <a:rPr lang="es-ES" dirty="0"/>
              <a:t> </a:t>
            </a:r>
            <a:r>
              <a:rPr lang="es-ES" dirty="0" err="1"/>
              <a:t>tia</a:t>
            </a:r>
            <a:r>
              <a:rPr lang="es-ES" dirty="0"/>
              <a:t>.</a:t>
            </a:r>
          </a:p>
        </p:txBody>
      </p:sp>
      <p:sp>
        <p:nvSpPr>
          <p:cNvPr id="17" name="Marcador de texto 17">
            <a:extLst>
              <a:ext uri="{FF2B5EF4-FFF2-40B4-BE49-F238E27FC236}">
                <a16:creationId xmlns:a16="http://schemas.microsoft.com/office/drawing/2014/main" id="{7826BE1C-13DA-464E-9EE4-E768156895E6}"/>
              </a:ext>
            </a:extLst>
          </p:cNvPr>
          <p:cNvSpPr>
            <a:spLocks noGrp="1"/>
          </p:cNvSpPr>
          <p:nvPr>
            <p:ph type="body" sz="quarter" idx="33" hasCustomPrompt="1"/>
          </p:nvPr>
        </p:nvSpPr>
        <p:spPr>
          <a:xfrm>
            <a:off x="6102880" y="2221542"/>
            <a:ext cx="1867076" cy="420059"/>
          </a:xfrm>
        </p:spPr>
        <p:txBody>
          <a:bodyPr lIns="0">
            <a:noAutofit/>
          </a:bodyPr>
          <a:lstStyle>
            <a:lvl1pPr marL="0" indent="0">
              <a:lnSpc>
                <a:spcPts val="2400"/>
              </a:lnSpc>
              <a:spcBef>
                <a:spcPts val="900"/>
              </a:spcBef>
              <a:buNone/>
              <a:defRPr sz="2200" b="1">
                <a:solidFill>
                  <a:srgbClr val="1E1E1E"/>
                </a:solidFill>
              </a:defRPr>
            </a:lvl1pPr>
          </a:lstStyle>
          <a:p>
            <a:pPr lvl="0"/>
            <a:r>
              <a:rPr lang="es-ES" dirty="0" err="1"/>
              <a:t>Lorem</a:t>
            </a:r>
            <a:endParaRPr lang="es-ES" dirty="0"/>
          </a:p>
        </p:txBody>
      </p:sp>
      <p:sp>
        <p:nvSpPr>
          <p:cNvPr id="18" name="Marcador de texto 17">
            <a:extLst>
              <a:ext uri="{FF2B5EF4-FFF2-40B4-BE49-F238E27FC236}">
                <a16:creationId xmlns:a16="http://schemas.microsoft.com/office/drawing/2014/main" id="{C2E72049-4AE4-4147-A3CB-8F026BC5AABD}"/>
              </a:ext>
            </a:extLst>
          </p:cNvPr>
          <p:cNvSpPr>
            <a:spLocks noGrp="1"/>
          </p:cNvSpPr>
          <p:nvPr>
            <p:ph type="body" sz="quarter" idx="34" hasCustomPrompt="1"/>
          </p:nvPr>
        </p:nvSpPr>
        <p:spPr>
          <a:xfrm>
            <a:off x="914444" y="2221543"/>
            <a:ext cx="2020445" cy="420058"/>
          </a:xfrm>
        </p:spPr>
        <p:txBody>
          <a:bodyPr lIns="0">
            <a:noAutofit/>
          </a:bodyPr>
          <a:lstStyle>
            <a:lvl1pPr marL="0" indent="0">
              <a:lnSpc>
                <a:spcPts val="2400"/>
              </a:lnSpc>
              <a:spcBef>
                <a:spcPts val="900"/>
              </a:spcBef>
              <a:buNone/>
              <a:defRPr sz="2200" b="1">
                <a:solidFill>
                  <a:srgbClr val="1E1E1E"/>
                </a:solidFill>
              </a:defRPr>
            </a:lvl1pPr>
          </a:lstStyle>
          <a:p>
            <a:pPr lvl="0"/>
            <a:r>
              <a:rPr lang="es-ES" dirty="0" err="1"/>
              <a:t>Lorem</a:t>
            </a:r>
            <a:endParaRPr lang="es-ES" dirty="0"/>
          </a:p>
        </p:txBody>
      </p:sp>
      <p:sp>
        <p:nvSpPr>
          <p:cNvPr id="19" name="Marcador de texto 17">
            <a:extLst>
              <a:ext uri="{FF2B5EF4-FFF2-40B4-BE49-F238E27FC236}">
                <a16:creationId xmlns:a16="http://schemas.microsoft.com/office/drawing/2014/main" id="{596D7099-6EBD-4045-A8C4-1A6A6EA87087}"/>
              </a:ext>
            </a:extLst>
          </p:cNvPr>
          <p:cNvSpPr>
            <a:spLocks noGrp="1"/>
          </p:cNvSpPr>
          <p:nvPr>
            <p:ph type="body" sz="quarter" idx="35" hasCustomPrompt="1"/>
          </p:nvPr>
        </p:nvSpPr>
        <p:spPr>
          <a:xfrm>
            <a:off x="3700820" y="4412536"/>
            <a:ext cx="1864602" cy="452975"/>
          </a:xfrm>
        </p:spPr>
        <p:txBody>
          <a:bodyPr lIns="0">
            <a:noAutofit/>
          </a:bodyPr>
          <a:lstStyle>
            <a:lvl1pPr marL="0" indent="0">
              <a:lnSpc>
                <a:spcPts val="2400"/>
              </a:lnSpc>
              <a:spcBef>
                <a:spcPts val="900"/>
              </a:spcBef>
              <a:buNone/>
              <a:defRPr sz="2200" b="1">
                <a:solidFill>
                  <a:srgbClr val="1E1E1E"/>
                </a:solidFill>
              </a:defRPr>
            </a:lvl1pPr>
          </a:lstStyle>
          <a:p>
            <a:pPr lvl="0"/>
            <a:r>
              <a:rPr lang="es-ES" dirty="0" err="1"/>
              <a:t>Lorem</a:t>
            </a:r>
            <a:endParaRPr lang="es-ES" dirty="0"/>
          </a:p>
        </p:txBody>
      </p:sp>
      <p:sp>
        <p:nvSpPr>
          <p:cNvPr id="20" name="Marcador de texto 17">
            <a:extLst>
              <a:ext uri="{FF2B5EF4-FFF2-40B4-BE49-F238E27FC236}">
                <a16:creationId xmlns:a16="http://schemas.microsoft.com/office/drawing/2014/main" id="{A28AD329-F597-40A3-B151-EB8880A9F01F}"/>
              </a:ext>
            </a:extLst>
          </p:cNvPr>
          <p:cNvSpPr>
            <a:spLocks noGrp="1"/>
          </p:cNvSpPr>
          <p:nvPr>
            <p:ph type="body" sz="quarter" idx="36" hasCustomPrompt="1"/>
          </p:nvPr>
        </p:nvSpPr>
        <p:spPr>
          <a:xfrm>
            <a:off x="8503180" y="4412536"/>
            <a:ext cx="1864602" cy="452975"/>
          </a:xfrm>
        </p:spPr>
        <p:txBody>
          <a:bodyPr lIns="0">
            <a:noAutofit/>
          </a:bodyPr>
          <a:lstStyle>
            <a:lvl1pPr marL="0" indent="0">
              <a:lnSpc>
                <a:spcPts val="2400"/>
              </a:lnSpc>
              <a:spcBef>
                <a:spcPts val="900"/>
              </a:spcBef>
              <a:buNone/>
              <a:defRPr sz="2200" b="1">
                <a:solidFill>
                  <a:srgbClr val="1E1E1E"/>
                </a:solidFill>
              </a:defRPr>
            </a:lvl1pPr>
          </a:lstStyle>
          <a:p>
            <a:pPr lvl="0"/>
            <a:r>
              <a:rPr lang="es-ES" dirty="0" err="1"/>
              <a:t>Lorem</a:t>
            </a:r>
            <a:endParaRPr lang="es-ES" dirty="0"/>
          </a:p>
        </p:txBody>
      </p:sp>
      <p:sp>
        <p:nvSpPr>
          <p:cNvPr id="21" name="Marcador de texto 17">
            <a:extLst>
              <a:ext uri="{FF2B5EF4-FFF2-40B4-BE49-F238E27FC236}">
                <a16:creationId xmlns:a16="http://schemas.microsoft.com/office/drawing/2014/main" id="{AD435A95-D6D1-4231-9A3E-4617CF482278}"/>
              </a:ext>
            </a:extLst>
          </p:cNvPr>
          <p:cNvSpPr>
            <a:spLocks noGrp="1"/>
          </p:cNvSpPr>
          <p:nvPr>
            <p:ph type="body" sz="quarter" idx="37" hasCustomPrompt="1"/>
          </p:nvPr>
        </p:nvSpPr>
        <p:spPr>
          <a:xfrm>
            <a:off x="3700820" y="4862724"/>
            <a:ext cx="1864602" cy="1047961"/>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Conempo</a:t>
            </a:r>
            <a:r>
              <a:rPr lang="es-ES" dirty="0"/>
              <a:t> </a:t>
            </a:r>
            <a:r>
              <a:rPr lang="es-ES" dirty="0" err="1"/>
              <a:t>ribusameniminincil</a:t>
            </a:r>
            <a:r>
              <a:rPr lang="es-ES" dirty="0"/>
              <a:t> </a:t>
            </a:r>
            <a:r>
              <a:rPr lang="es-ES" dirty="0" err="1"/>
              <a:t>molupta</a:t>
            </a:r>
            <a:r>
              <a:rPr lang="es-ES" dirty="0"/>
              <a:t> </a:t>
            </a:r>
            <a:r>
              <a:rPr lang="es-ES" dirty="0" err="1"/>
              <a:t>tia</a:t>
            </a:r>
            <a:r>
              <a:rPr lang="es-ES" dirty="0"/>
              <a:t>.</a:t>
            </a:r>
          </a:p>
        </p:txBody>
      </p:sp>
      <p:sp>
        <p:nvSpPr>
          <p:cNvPr id="22" name="Marcador de texto 17">
            <a:extLst>
              <a:ext uri="{FF2B5EF4-FFF2-40B4-BE49-F238E27FC236}">
                <a16:creationId xmlns:a16="http://schemas.microsoft.com/office/drawing/2014/main" id="{27878A41-CB95-400B-AFDB-0C609F3E30AE}"/>
              </a:ext>
            </a:extLst>
          </p:cNvPr>
          <p:cNvSpPr>
            <a:spLocks noGrp="1"/>
          </p:cNvSpPr>
          <p:nvPr>
            <p:ph type="body" sz="quarter" idx="38" hasCustomPrompt="1"/>
          </p:nvPr>
        </p:nvSpPr>
        <p:spPr>
          <a:xfrm>
            <a:off x="6105354" y="2670563"/>
            <a:ext cx="1864602" cy="1047961"/>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Conempo</a:t>
            </a:r>
            <a:r>
              <a:rPr lang="es-ES" dirty="0"/>
              <a:t> </a:t>
            </a:r>
            <a:r>
              <a:rPr lang="es-ES" dirty="0" err="1"/>
              <a:t>ribusameniminincil</a:t>
            </a:r>
            <a:r>
              <a:rPr lang="es-ES" dirty="0"/>
              <a:t> </a:t>
            </a:r>
            <a:r>
              <a:rPr lang="es-ES" dirty="0" err="1"/>
              <a:t>molupta</a:t>
            </a:r>
            <a:r>
              <a:rPr lang="es-ES" dirty="0"/>
              <a:t> </a:t>
            </a:r>
            <a:r>
              <a:rPr lang="es-ES" dirty="0" err="1"/>
              <a:t>tia</a:t>
            </a:r>
            <a:r>
              <a:rPr lang="es-ES" dirty="0"/>
              <a:t>.</a:t>
            </a:r>
          </a:p>
        </p:txBody>
      </p:sp>
      <p:sp>
        <p:nvSpPr>
          <p:cNvPr id="23" name="Marcador de texto 17">
            <a:extLst>
              <a:ext uri="{FF2B5EF4-FFF2-40B4-BE49-F238E27FC236}">
                <a16:creationId xmlns:a16="http://schemas.microsoft.com/office/drawing/2014/main" id="{DEA2B6A7-2652-47AE-9512-6EAE447D7884}"/>
              </a:ext>
            </a:extLst>
          </p:cNvPr>
          <p:cNvSpPr>
            <a:spLocks noGrp="1"/>
          </p:cNvSpPr>
          <p:nvPr>
            <p:ph type="body" sz="quarter" idx="39" hasCustomPrompt="1"/>
          </p:nvPr>
        </p:nvSpPr>
        <p:spPr>
          <a:xfrm>
            <a:off x="10927818" y="2992195"/>
            <a:ext cx="1864602" cy="903634"/>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Conempo</a:t>
            </a:r>
            <a:r>
              <a:rPr lang="es-ES" dirty="0"/>
              <a:t> </a:t>
            </a:r>
            <a:r>
              <a:rPr lang="es-ES" dirty="0" err="1"/>
              <a:t>ribusameniminincil</a:t>
            </a:r>
            <a:r>
              <a:rPr lang="es-ES" dirty="0"/>
              <a:t> </a:t>
            </a:r>
            <a:r>
              <a:rPr lang="es-ES" dirty="0" err="1"/>
              <a:t>molupta</a:t>
            </a:r>
            <a:r>
              <a:rPr lang="es-ES" dirty="0"/>
              <a:t> </a:t>
            </a:r>
            <a:r>
              <a:rPr lang="es-ES" dirty="0" err="1"/>
              <a:t>tia</a:t>
            </a:r>
            <a:r>
              <a:rPr lang="es-ES" dirty="0"/>
              <a:t>.</a:t>
            </a:r>
          </a:p>
        </p:txBody>
      </p:sp>
      <p:sp>
        <p:nvSpPr>
          <p:cNvPr id="24" name="Marcador de texto 17">
            <a:extLst>
              <a:ext uri="{FF2B5EF4-FFF2-40B4-BE49-F238E27FC236}">
                <a16:creationId xmlns:a16="http://schemas.microsoft.com/office/drawing/2014/main" id="{57D8A415-C600-4A55-BF6D-7DD69EBA7160}"/>
              </a:ext>
            </a:extLst>
          </p:cNvPr>
          <p:cNvSpPr>
            <a:spLocks noGrp="1"/>
          </p:cNvSpPr>
          <p:nvPr>
            <p:ph type="body" sz="quarter" idx="40" hasCustomPrompt="1"/>
          </p:nvPr>
        </p:nvSpPr>
        <p:spPr>
          <a:xfrm>
            <a:off x="8503180" y="4855864"/>
            <a:ext cx="1864602" cy="903634"/>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Conempo</a:t>
            </a:r>
            <a:r>
              <a:rPr lang="es-ES" dirty="0"/>
              <a:t> </a:t>
            </a:r>
            <a:r>
              <a:rPr lang="es-ES" dirty="0" err="1"/>
              <a:t>ribusameniminincil</a:t>
            </a:r>
            <a:r>
              <a:rPr lang="es-ES" dirty="0"/>
              <a:t> </a:t>
            </a:r>
            <a:r>
              <a:rPr lang="es-ES" dirty="0" err="1"/>
              <a:t>molupta</a:t>
            </a:r>
            <a:r>
              <a:rPr lang="es-ES" dirty="0"/>
              <a:t> </a:t>
            </a:r>
            <a:r>
              <a:rPr lang="es-ES" dirty="0" err="1"/>
              <a:t>tia</a:t>
            </a:r>
            <a:r>
              <a:rPr lang="es-ES" dirty="0"/>
              <a:t>.</a:t>
            </a:r>
          </a:p>
        </p:txBody>
      </p:sp>
      <p:sp>
        <p:nvSpPr>
          <p:cNvPr id="25" name="Marcador de posición de imagen 7">
            <a:extLst>
              <a:ext uri="{FF2B5EF4-FFF2-40B4-BE49-F238E27FC236}">
                <a16:creationId xmlns:a16="http://schemas.microsoft.com/office/drawing/2014/main" id="{BC0ED2C7-26B9-41CC-91AD-F983635A2AC7}"/>
              </a:ext>
            </a:extLst>
          </p:cNvPr>
          <p:cNvSpPr>
            <a:spLocks noGrp="1"/>
          </p:cNvSpPr>
          <p:nvPr>
            <p:ph type="pic" sz="quarter" idx="41"/>
          </p:nvPr>
        </p:nvSpPr>
        <p:spPr>
          <a:xfrm>
            <a:off x="914444" y="4112419"/>
            <a:ext cx="2400300" cy="2400300"/>
          </a:xfrm>
          <a:solidFill>
            <a:schemeClr val="bg1">
              <a:lumMod val="95000"/>
            </a:schemeClr>
          </a:solidFill>
          <a:ln w="12700">
            <a:solidFill>
              <a:srgbClr val="FF3228"/>
            </a:solidFill>
          </a:ln>
        </p:spPr>
        <p:txBody>
          <a:bodyPr/>
          <a:lstStyle/>
          <a:p>
            <a:endParaRPr lang="es-ES" dirty="0"/>
          </a:p>
        </p:txBody>
      </p:sp>
      <p:sp>
        <p:nvSpPr>
          <p:cNvPr id="27" name="Marcador de número de diapositiva 1">
            <a:extLst>
              <a:ext uri="{FF2B5EF4-FFF2-40B4-BE49-F238E27FC236}">
                <a16:creationId xmlns:a16="http://schemas.microsoft.com/office/drawing/2014/main" id="{55D377DC-1BD4-48F7-9F8B-253DBAC6D65D}"/>
              </a:ext>
            </a:extLst>
          </p:cNvPr>
          <p:cNvSpPr>
            <a:spLocks noGrp="1"/>
          </p:cNvSpPr>
          <p:nvPr>
            <p:ph type="sldNum" sz="quarter" idx="42"/>
          </p:nvPr>
        </p:nvSpPr>
        <p:spPr>
          <a:xfrm>
            <a:off x="7000489" y="7763089"/>
            <a:ext cx="629422" cy="395242"/>
          </a:xfrm>
        </p:spPr>
        <p:txBody>
          <a:bodyPr/>
          <a:lstStyle/>
          <a:p>
            <a:fld id="{B005B2D1-880E-4846-A216-7D6770BA1332}" type="slidenum">
              <a:rPr lang="es-ES" smtClean="0"/>
              <a:pPr/>
              <a:t>‹Nº›</a:t>
            </a:fld>
            <a:endParaRPr lang="es-ES" dirty="0"/>
          </a:p>
        </p:txBody>
      </p:sp>
      <p:sp>
        <p:nvSpPr>
          <p:cNvPr id="28" name="CuadroTexto 27">
            <a:extLst>
              <a:ext uri="{FF2B5EF4-FFF2-40B4-BE49-F238E27FC236}">
                <a16:creationId xmlns:a16="http://schemas.microsoft.com/office/drawing/2014/main" id="{1455CCC6-D7A2-4FF0-AC4D-19A4B2C0357D}"/>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9" name="Rectángulo 28">
            <a:extLst>
              <a:ext uri="{FF2B5EF4-FFF2-40B4-BE49-F238E27FC236}">
                <a16:creationId xmlns:a16="http://schemas.microsoft.com/office/drawing/2014/main" id="{23B0E2CF-7B5F-4FF7-B687-252D0678CFB3}"/>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0" name="Marcador de texto 17">
            <a:extLst>
              <a:ext uri="{FF2B5EF4-FFF2-40B4-BE49-F238E27FC236}">
                <a16:creationId xmlns:a16="http://schemas.microsoft.com/office/drawing/2014/main" id="{F163992A-DF44-4D05-8EDB-A335469ABEF3}"/>
              </a:ext>
            </a:extLst>
          </p:cNvPr>
          <p:cNvSpPr>
            <a:spLocks noGrp="1"/>
          </p:cNvSpPr>
          <p:nvPr>
            <p:ph type="body" sz="quarter" idx="43" hasCustomPrompt="1"/>
          </p:nvPr>
        </p:nvSpPr>
        <p:spPr>
          <a:xfrm>
            <a:off x="10927818" y="2221542"/>
            <a:ext cx="1867076" cy="420059"/>
          </a:xfrm>
        </p:spPr>
        <p:txBody>
          <a:bodyPr lIns="0">
            <a:noAutofit/>
          </a:bodyPr>
          <a:lstStyle>
            <a:lvl1pPr marL="0" indent="0">
              <a:lnSpc>
                <a:spcPts val="2400"/>
              </a:lnSpc>
              <a:spcBef>
                <a:spcPts val="900"/>
              </a:spcBef>
              <a:buNone/>
              <a:defRPr sz="2200" b="1">
                <a:solidFill>
                  <a:srgbClr val="1E1E1E"/>
                </a:solidFill>
              </a:defRPr>
            </a:lvl1pPr>
          </a:lstStyle>
          <a:p>
            <a:pPr lvl="0"/>
            <a:r>
              <a:rPr lang="es-ES" dirty="0" err="1"/>
              <a:t>Lorem</a:t>
            </a:r>
            <a:endParaRPr lang="es-ES" dirty="0"/>
          </a:p>
        </p:txBody>
      </p:sp>
      <p:pic>
        <p:nvPicPr>
          <p:cNvPr id="31" name="Gráfico 30">
            <a:extLst>
              <a:ext uri="{FF2B5EF4-FFF2-40B4-BE49-F238E27FC236}">
                <a16:creationId xmlns:a16="http://schemas.microsoft.com/office/drawing/2014/main" id="{C28FE2A7-9CDA-44EF-AE7C-DC54CC004898}"/>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390064733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Collage">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BE9038AD-4F25-484C-9C95-556EBB4B895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C28975C6-F89B-46A1-8ECE-1CE87E0387F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5" name="CuadroTexto 4">
            <a:extLst>
              <a:ext uri="{FF2B5EF4-FFF2-40B4-BE49-F238E27FC236}">
                <a16:creationId xmlns:a16="http://schemas.microsoft.com/office/drawing/2014/main" id="{0486D824-9395-4AA4-A4E6-32321C8C2AC5}"/>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6" name="Rectángulo 5">
            <a:extLst>
              <a:ext uri="{FF2B5EF4-FFF2-40B4-BE49-F238E27FC236}">
                <a16:creationId xmlns:a16="http://schemas.microsoft.com/office/drawing/2014/main" id="{77A419E7-3AC3-4FD2-8114-8904F031B63C}"/>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9" name="Marcador de posición de imagen 7">
            <a:extLst>
              <a:ext uri="{FF2B5EF4-FFF2-40B4-BE49-F238E27FC236}">
                <a16:creationId xmlns:a16="http://schemas.microsoft.com/office/drawing/2014/main" id="{AAE88CC5-4677-4714-84F3-21D91E0FC00F}"/>
              </a:ext>
            </a:extLst>
          </p:cNvPr>
          <p:cNvSpPr>
            <a:spLocks noGrp="1"/>
          </p:cNvSpPr>
          <p:nvPr>
            <p:ph type="pic" sz="quarter" idx="27"/>
          </p:nvPr>
        </p:nvSpPr>
        <p:spPr>
          <a:xfrm>
            <a:off x="10514947" y="4114800"/>
            <a:ext cx="2400300" cy="2400300"/>
          </a:xfrm>
          <a:solidFill>
            <a:schemeClr val="bg1">
              <a:lumMod val="95000"/>
            </a:schemeClr>
          </a:solidFill>
          <a:ln w="12700">
            <a:solidFill>
              <a:srgbClr val="FF3228"/>
            </a:solidFill>
          </a:ln>
        </p:spPr>
        <p:txBody>
          <a:bodyPr/>
          <a:lstStyle/>
          <a:p>
            <a:endParaRPr lang="es-ES" dirty="0"/>
          </a:p>
        </p:txBody>
      </p:sp>
      <p:sp>
        <p:nvSpPr>
          <p:cNvPr id="10" name="Marcador de posición de imagen 7">
            <a:extLst>
              <a:ext uri="{FF2B5EF4-FFF2-40B4-BE49-F238E27FC236}">
                <a16:creationId xmlns:a16="http://schemas.microsoft.com/office/drawing/2014/main" id="{2B61235B-D928-4119-BD1E-B6FF4B4CF92A}"/>
              </a:ext>
            </a:extLst>
          </p:cNvPr>
          <p:cNvSpPr>
            <a:spLocks noGrp="1"/>
          </p:cNvSpPr>
          <p:nvPr>
            <p:ph type="pic" sz="quarter" idx="28"/>
          </p:nvPr>
        </p:nvSpPr>
        <p:spPr>
          <a:xfrm>
            <a:off x="4113074" y="4114800"/>
            <a:ext cx="3202126" cy="2400300"/>
          </a:xfrm>
          <a:solidFill>
            <a:schemeClr val="bg1">
              <a:lumMod val="95000"/>
            </a:schemeClr>
          </a:solidFill>
          <a:ln w="12700">
            <a:solidFill>
              <a:srgbClr val="FF3228"/>
            </a:solidFill>
          </a:ln>
        </p:spPr>
        <p:txBody>
          <a:bodyPr/>
          <a:lstStyle/>
          <a:p>
            <a:endParaRPr lang="es-ES" dirty="0"/>
          </a:p>
        </p:txBody>
      </p:sp>
      <p:sp>
        <p:nvSpPr>
          <p:cNvPr id="11" name="Marcador de posición de imagen 7">
            <a:extLst>
              <a:ext uri="{FF2B5EF4-FFF2-40B4-BE49-F238E27FC236}">
                <a16:creationId xmlns:a16="http://schemas.microsoft.com/office/drawing/2014/main" id="{B8938292-5682-4E13-BED5-423F843591F7}"/>
              </a:ext>
            </a:extLst>
          </p:cNvPr>
          <p:cNvSpPr>
            <a:spLocks noGrp="1"/>
          </p:cNvSpPr>
          <p:nvPr>
            <p:ph type="pic" sz="quarter" idx="29"/>
          </p:nvPr>
        </p:nvSpPr>
        <p:spPr>
          <a:xfrm>
            <a:off x="4903975" y="1714500"/>
            <a:ext cx="3202126" cy="2400300"/>
          </a:xfrm>
          <a:solidFill>
            <a:schemeClr val="bg1">
              <a:lumMod val="95000"/>
            </a:schemeClr>
          </a:solidFill>
          <a:ln w="12700">
            <a:solidFill>
              <a:srgbClr val="FF3228"/>
            </a:solidFill>
          </a:ln>
        </p:spPr>
        <p:txBody>
          <a:bodyPr/>
          <a:lstStyle/>
          <a:p>
            <a:endParaRPr lang="es-ES" dirty="0"/>
          </a:p>
        </p:txBody>
      </p:sp>
      <p:sp>
        <p:nvSpPr>
          <p:cNvPr id="12" name="Marcador de posición de imagen 7">
            <a:extLst>
              <a:ext uri="{FF2B5EF4-FFF2-40B4-BE49-F238E27FC236}">
                <a16:creationId xmlns:a16="http://schemas.microsoft.com/office/drawing/2014/main" id="{28DCFB5F-D0E2-4D64-9DCE-B4916B44634B}"/>
              </a:ext>
            </a:extLst>
          </p:cNvPr>
          <p:cNvSpPr>
            <a:spLocks noGrp="1"/>
          </p:cNvSpPr>
          <p:nvPr>
            <p:ph type="pic" sz="quarter" idx="30"/>
          </p:nvPr>
        </p:nvSpPr>
        <p:spPr>
          <a:xfrm>
            <a:off x="7312821" y="4913312"/>
            <a:ext cx="3202126" cy="2400300"/>
          </a:xfrm>
          <a:solidFill>
            <a:schemeClr val="bg1">
              <a:lumMod val="95000"/>
            </a:schemeClr>
          </a:solidFill>
          <a:ln w="12700">
            <a:solidFill>
              <a:srgbClr val="FF3228"/>
            </a:solidFill>
          </a:ln>
        </p:spPr>
        <p:txBody>
          <a:bodyPr/>
          <a:lstStyle/>
          <a:p>
            <a:endParaRPr lang="es-ES" dirty="0"/>
          </a:p>
        </p:txBody>
      </p:sp>
      <p:sp>
        <p:nvSpPr>
          <p:cNvPr id="13" name="Marcador de posición de imagen 7">
            <a:extLst>
              <a:ext uri="{FF2B5EF4-FFF2-40B4-BE49-F238E27FC236}">
                <a16:creationId xmlns:a16="http://schemas.microsoft.com/office/drawing/2014/main" id="{8DA2106E-067F-447B-B878-CE7CA1C20467}"/>
              </a:ext>
            </a:extLst>
          </p:cNvPr>
          <p:cNvSpPr>
            <a:spLocks noGrp="1"/>
          </p:cNvSpPr>
          <p:nvPr>
            <p:ph type="pic" sz="quarter" idx="31"/>
          </p:nvPr>
        </p:nvSpPr>
        <p:spPr>
          <a:xfrm>
            <a:off x="10514947" y="1714500"/>
            <a:ext cx="3202126" cy="2400300"/>
          </a:xfrm>
          <a:solidFill>
            <a:schemeClr val="bg1">
              <a:lumMod val="95000"/>
            </a:schemeClr>
          </a:solidFill>
          <a:ln w="12700">
            <a:solidFill>
              <a:srgbClr val="FF3228"/>
            </a:solidFill>
          </a:ln>
        </p:spPr>
        <p:txBody>
          <a:bodyPr/>
          <a:lstStyle/>
          <a:p>
            <a:endParaRPr lang="es-ES" dirty="0"/>
          </a:p>
        </p:txBody>
      </p:sp>
      <p:sp>
        <p:nvSpPr>
          <p:cNvPr id="14" name="Marcador de posición de imagen 7">
            <a:extLst>
              <a:ext uri="{FF2B5EF4-FFF2-40B4-BE49-F238E27FC236}">
                <a16:creationId xmlns:a16="http://schemas.microsoft.com/office/drawing/2014/main" id="{33664C4B-3043-462E-8507-E1E80D9C8494}"/>
              </a:ext>
            </a:extLst>
          </p:cNvPr>
          <p:cNvSpPr>
            <a:spLocks noGrp="1"/>
          </p:cNvSpPr>
          <p:nvPr>
            <p:ph type="pic" sz="quarter" idx="32"/>
          </p:nvPr>
        </p:nvSpPr>
        <p:spPr>
          <a:xfrm>
            <a:off x="8106101" y="915988"/>
            <a:ext cx="2411600" cy="3997324"/>
          </a:xfrm>
          <a:solidFill>
            <a:schemeClr val="bg1">
              <a:lumMod val="95000"/>
            </a:schemeClr>
          </a:solidFill>
          <a:ln w="12700">
            <a:solidFill>
              <a:srgbClr val="FF3228"/>
            </a:solidFill>
          </a:ln>
        </p:spPr>
        <p:txBody>
          <a:bodyPr/>
          <a:lstStyle/>
          <a:p>
            <a:endParaRPr lang="es-ES" dirty="0"/>
          </a:p>
        </p:txBody>
      </p:sp>
      <p:sp>
        <p:nvSpPr>
          <p:cNvPr id="15" name="Marcador de posición de imagen 7">
            <a:extLst>
              <a:ext uri="{FF2B5EF4-FFF2-40B4-BE49-F238E27FC236}">
                <a16:creationId xmlns:a16="http://schemas.microsoft.com/office/drawing/2014/main" id="{343CE43E-28E9-477C-A5E5-C851AD230074}"/>
              </a:ext>
            </a:extLst>
          </p:cNvPr>
          <p:cNvSpPr>
            <a:spLocks noGrp="1"/>
          </p:cNvSpPr>
          <p:nvPr>
            <p:ph type="pic" sz="quarter" idx="33"/>
          </p:nvPr>
        </p:nvSpPr>
        <p:spPr>
          <a:xfrm>
            <a:off x="1702785" y="1714500"/>
            <a:ext cx="2411600" cy="3997324"/>
          </a:xfrm>
          <a:solidFill>
            <a:schemeClr val="bg1">
              <a:lumMod val="95000"/>
            </a:schemeClr>
          </a:solidFill>
          <a:ln w="12700">
            <a:solidFill>
              <a:srgbClr val="FF3228"/>
            </a:solidFill>
          </a:ln>
        </p:spPr>
        <p:txBody>
          <a:bodyPr/>
          <a:lstStyle/>
          <a:p>
            <a:endParaRPr lang="es-ES" dirty="0"/>
          </a:p>
        </p:txBody>
      </p:sp>
      <p:pic>
        <p:nvPicPr>
          <p:cNvPr id="16" name="Gráfico 15">
            <a:extLst>
              <a:ext uri="{FF2B5EF4-FFF2-40B4-BE49-F238E27FC236}">
                <a16:creationId xmlns:a16="http://schemas.microsoft.com/office/drawing/2014/main" id="{5B12E5B8-D748-4E62-BC7E-C6BC70F186CE}"/>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3728003659"/>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Imagen columnas">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03E83959-CC60-4784-8801-76D3F62B8AC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12" name="Marcador de texto 17">
            <a:extLst>
              <a:ext uri="{FF2B5EF4-FFF2-40B4-BE49-F238E27FC236}">
                <a16:creationId xmlns:a16="http://schemas.microsoft.com/office/drawing/2014/main" id="{DA10493C-84F1-4EEE-AC24-47D0D50A0782}"/>
              </a:ext>
            </a:extLst>
          </p:cNvPr>
          <p:cNvSpPr>
            <a:spLocks noGrp="1"/>
          </p:cNvSpPr>
          <p:nvPr>
            <p:ph type="body" sz="quarter" idx="20" hasCustomPrompt="1"/>
          </p:nvPr>
        </p:nvSpPr>
        <p:spPr>
          <a:xfrm>
            <a:off x="906463" y="6796000"/>
            <a:ext cx="2424638" cy="373062"/>
          </a:xfrm>
        </p:spPr>
        <p:txBody>
          <a:bodyPr lIns="0">
            <a:noAutofit/>
          </a:bodyPr>
          <a:lstStyle>
            <a:lvl1pPr marL="0" indent="0">
              <a:lnSpc>
                <a:spcPts val="1700"/>
              </a:lnSpc>
              <a:spcBef>
                <a:spcPts val="900"/>
              </a:spcBef>
              <a:buNone/>
              <a:defRPr sz="2200" b="1">
                <a:solidFill>
                  <a:srgbClr val="1E1E1E"/>
                </a:solidFill>
              </a:defRPr>
            </a:lvl1pPr>
          </a:lstStyle>
          <a:p>
            <a:pPr lvl="0"/>
            <a:r>
              <a:rPr lang="es-ES" dirty="0" err="1"/>
              <a:t>Lorem</a:t>
            </a:r>
            <a:endParaRPr lang="es-ES" dirty="0"/>
          </a:p>
        </p:txBody>
      </p:sp>
      <p:sp>
        <p:nvSpPr>
          <p:cNvPr id="19" name="Marcador de posición de imagen 7">
            <a:extLst>
              <a:ext uri="{FF2B5EF4-FFF2-40B4-BE49-F238E27FC236}">
                <a16:creationId xmlns:a16="http://schemas.microsoft.com/office/drawing/2014/main" id="{3780FA98-8A2D-4AB0-BCB7-3AF138C66FF0}"/>
              </a:ext>
            </a:extLst>
          </p:cNvPr>
          <p:cNvSpPr>
            <a:spLocks noGrp="1"/>
          </p:cNvSpPr>
          <p:nvPr>
            <p:ph type="pic" sz="quarter" idx="13"/>
          </p:nvPr>
        </p:nvSpPr>
        <p:spPr>
          <a:xfrm>
            <a:off x="915809" y="3311789"/>
            <a:ext cx="2400300" cy="3200400"/>
          </a:xfrm>
          <a:solidFill>
            <a:schemeClr val="bg1">
              <a:lumMod val="95000"/>
            </a:schemeClr>
          </a:solidFill>
          <a:ln w="12700">
            <a:solidFill>
              <a:srgbClr val="FF3228"/>
            </a:solidFill>
          </a:ln>
        </p:spPr>
        <p:txBody>
          <a:bodyPr/>
          <a:lstStyle/>
          <a:p>
            <a:endParaRPr lang="es-ES" dirty="0"/>
          </a:p>
        </p:txBody>
      </p:sp>
      <p:sp>
        <p:nvSpPr>
          <p:cNvPr id="27" name="Marcador de posición de imagen 7">
            <a:extLst>
              <a:ext uri="{FF2B5EF4-FFF2-40B4-BE49-F238E27FC236}">
                <a16:creationId xmlns:a16="http://schemas.microsoft.com/office/drawing/2014/main" id="{9B7EE6F7-5DD1-4328-A105-7EE021AF7520}"/>
              </a:ext>
            </a:extLst>
          </p:cNvPr>
          <p:cNvSpPr>
            <a:spLocks noGrp="1"/>
          </p:cNvSpPr>
          <p:nvPr>
            <p:ph type="pic" sz="quarter" idx="30"/>
          </p:nvPr>
        </p:nvSpPr>
        <p:spPr>
          <a:xfrm>
            <a:off x="4115253" y="3311789"/>
            <a:ext cx="2400300" cy="3200400"/>
          </a:xfrm>
          <a:solidFill>
            <a:schemeClr val="bg1">
              <a:lumMod val="95000"/>
            </a:schemeClr>
          </a:solidFill>
          <a:ln w="12700">
            <a:solidFill>
              <a:srgbClr val="FF3228"/>
            </a:solidFill>
          </a:ln>
        </p:spPr>
        <p:txBody>
          <a:bodyPr/>
          <a:lstStyle/>
          <a:p>
            <a:endParaRPr lang="es-ES" dirty="0"/>
          </a:p>
        </p:txBody>
      </p:sp>
      <p:sp>
        <p:nvSpPr>
          <p:cNvPr id="28" name="Marcador de texto 17">
            <a:extLst>
              <a:ext uri="{FF2B5EF4-FFF2-40B4-BE49-F238E27FC236}">
                <a16:creationId xmlns:a16="http://schemas.microsoft.com/office/drawing/2014/main" id="{4A82BA9A-73BC-4751-94CD-B4947A2EC9D8}"/>
              </a:ext>
            </a:extLst>
          </p:cNvPr>
          <p:cNvSpPr>
            <a:spLocks noGrp="1"/>
          </p:cNvSpPr>
          <p:nvPr>
            <p:ph type="body" sz="quarter" idx="31" hasCustomPrompt="1"/>
          </p:nvPr>
        </p:nvSpPr>
        <p:spPr>
          <a:xfrm>
            <a:off x="4110081" y="6796000"/>
            <a:ext cx="2424638" cy="373062"/>
          </a:xfrm>
        </p:spPr>
        <p:txBody>
          <a:bodyPr lIns="0">
            <a:noAutofit/>
          </a:bodyPr>
          <a:lstStyle>
            <a:lvl1pPr marL="0" indent="0">
              <a:lnSpc>
                <a:spcPts val="1700"/>
              </a:lnSpc>
              <a:spcBef>
                <a:spcPts val="900"/>
              </a:spcBef>
              <a:buNone/>
              <a:defRPr sz="2200" b="1">
                <a:solidFill>
                  <a:srgbClr val="1E1E1E"/>
                </a:solidFill>
              </a:defRPr>
            </a:lvl1pPr>
          </a:lstStyle>
          <a:p>
            <a:pPr lvl="0"/>
            <a:r>
              <a:rPr lang="es-ES" dirty="0" err="1"/>
              <a:t>Lorem</a:t>
            </a:r>
            <a:endParaRPr lang="es-ES" dirty="0"/>
          </a:p>
        </p:txBody>
      </p:sp>
      <p:sp>
        <p:nvSpPr>
          <p:cNvPr id="29" name="Marcador de texto 17">
            <a:extLst>
              <a:ext uri="{FF2B5EF4-FFF2-40B4-BE49-F238E27FC236}">
                <a16:creationId xmlns:a16="http://schemas.microsoft.com/office/drawing/2014/main" id="{33529615-CAB1-40F7-910D-B5988DA2A4FD}"/>
              </a:ext>
            </a:extLst>
          </p:cNvPr>
          <p:cNvSpPr>
            <a:spLocks noGrp="1"/>
          </p:cNvSpPr>
          <p:nvPr>
            <p:ph type="body" sz="quarter" idx="32" hasCustomPrompt="1"/>
          </p:nvPr>
        </p:nvSpPr>
        <p:spPr>
          <a:xfrm>
            <a:off x="7313699" y="6796000"/>
            <a:ext cx="2424638" cy="373062"/>
          </a:xfrm>
        </p:spPr>
        <p:txBody>
          <a:bodyPr lIns="0">
            <a:noAutofit/>
          </a:bodyPr>
          <a:lstStyle>
            <a:lvl1pPr marL="0" indent="0">
              <a:lnSpc>
                <a:spcPts val="1700"/>
              </a:lnSpc>
              <a:spcBef>
                <a:spcPts val="900"/>
              </a:spcBef>
              <a:buNone/>
              <a:defRPr sz="2200" b="1">
                <a:solidFill>
                  <a:srgbClr val="1E1E1E"/>
                </a:solidFill>
              </a:defRPr>
            </a:lvl1pPr>
          </a:lstStyle>
          <a:p>
            <a:pPr lvl="0"/>
            <a:r>
              <a:rPr lang="es-ES" dirty="0" err="1"/>
              <a:t>Lorem</a:t>
            </a:r>
            <a:endParaRPr lang="es-ES" dirty="0"/>
          </a:p>
        </p:txBody>
      </p:sp>
      <p:sp>
        <p:nvSpPr>
          <p:cNvPr id="30" name="Marcador de texto 17">
            <a:extLst>
              <a:ext uri="{FF2B5EF4-FFF2-40B4-BE49-F238E27FC236}">
                <a16:creationId xmlns:a16="http://schemas.microsoft.com/office/drawing/2014/main" id="{531B6A6B-EDF3-44B1-B8FD-71880D1D4A09}"/>
              </a:ext>
            </a:extLst>
          </p:cNvPr>
          <p:cNvSpPr>
            <a:spLocks noGrp="1"/>
          </p:cNvSpPr>
          <p:nvPr>
            <p:ph type="body" sz="quarter" idx="33" hasCustomPrompt="1"/>
          </p:nvPr>
        </p:nvSpPr>
        <p:spPr>
          <a:xfrm>
            <a:off x="10517317" y="6796000"/>
            <a:ext cx="2424638" cy="373062"/>
          </a:xfrm>
        </p:spPr>
        <p:txBody>
          <a:bodyPr lIns="0">
            <a:noAutofit/>
          </a:bodyPr>
          <a:lstStyle>
            <a:lvl1pPr marL="0" indent="0">
              <a:lnSpc>
                <a:spcPts val="1700"/>
              </a:lnSpc>
              <a:spcBef>
                <a:spcPts val="900"/>
              </a:spcBef>
              <a:buNone/>
              <a:defRPr sz="2200" b="1">
                <a:solidFill>
                  <a:srgbClr val="1E1E1E"/>
                </a:solidFill>
              </a:defRPr>
            </a:lvl1pPr>
          </a:lstStyle>
          <a:p>
            <a:pPr lvl="0"/>
            <a:r>
              <a:rPr lang="es-ES" dirty="0" err="1"/>
              <a:t>Lorem</a:t>
            </a:r>
            <a:endParaRPr lang="es-ES" dirty="0"/>
          </a:p>
        </p:txBody>
      </p:sp>
      <p:sp>
        <p:nvSpPr>
          <p:cNvPr id="31" name="Marcador de posición de imagen 7">
            <a:extLst>
              <a:ext uri="{FF2B5EF4-FFF2-40B4-BE49-F238E27FC236}">
                <a16:creationId xmlns:a16="http://schemas.microsoft.com/office/drawing/2014/main" id="{ECAD0CE9-C014-473B-B81E-D00278C0EDA4}"/>
              </a:ext>
            </a:extLst>
          </p:cNvPr>
          <p:cNvSpPr>
            <a:spLocks noGrp="1"/>
          </p:cNvSpPr>
          <p:nvPr>
            <p:ph type="pic" sz="quarter" idx="34"/>
          </p:nvPr>
        </p:nvSpPr>
        <p:spPr>
          <a:xfrm>
            <a:off x="10514142" y="3311789"/>
            <a:ext cx="2400300" cy="3200400"/>
          </a:xfrm>
          <a:solidFill>
            <a:schemeClr val="bg1">
              <a:lumMod val="95000"/>
            </a:schemeClr>
          </a:solidFill>
          <a:ln w="12700">
            <a:solidFill>
              <a:srgbClr val="FF3228"/>
            </a:solidFill>
          </a:ln>
        </p:spPr>
        <p:txBody>
          <a:bodyPr/>
          <a:lstStyle/>
          <a:p>
            <a:endParaRPr lang="es-ES" dirty="0"/>
          </a:p>
        </p:txBody>
      </p:sp>
      <p:sp>
        <p:nvSpPr>
          <p:cNvPr id="32" name="Marcador de posición de imagen 7">
            <a:extLst>
              <a:ext uri="{FF2B5EF4-FFF2-40B4-BE49-F238E27FC236}">
                <a16:creationId xmlns:a16="http://schemas.microsoft.com/office/drawing/2014/main" id="{72034AD0-67BB-4325-86C0-147FA927D81D}"/>
              </a:ext>
            </a:extLst>
          </p:cNvPr>
          <p:cNvSpPr>
            <a:spLocks noGrp="1"/>
          </p:cNvSpPr>
          <p:nvPr>
            <p:ph type="pic" sz="quarter" idx="35"/>
          </p:nvPr>
        </p:nvSpPr>
        <p:spPr>
          <a:xfrm>
            <a:off x="7314697" y="3311789"/>
            <a:ext cx="2400300" cy="3200400"/>
          </a:xfrm>
          <a:solidFill>
            <a:schemeClr val="bg1">
              <a:lumMod val="95000"/>
            </a:schemeClr>
          </a:solidFill>
          <a:ln w="12700">
            <a:solidFill>
              <a:srgbClr val="FF3228"/>
            </a:solidFill>
          </a:ln>
        </p:spPr>
        <p:txBody>
          <a:bodyPr/>
          <a:lstStyle/>
          <a:p>
            <a:endParaRPr lang="es-ES" dirty="0"/>
          </a:p>
        </p:txBody>
      </p:sp>
      <p:sp>
        <p:nvSpPr>
          <p:cNvPr id="33" name="Título 11">
            <a:extLst>
              <a:ext uri="{FF2B5EF4-FFF2-40B4-BE49-F238E27FC236}">
                <a16:creationId xmlns:a16="http://schemas.microsoft.com/office/drawing/2014/main" id="{D69F669D-28FA-4B0C-BB9C-7D685998EDE7}"/>
              </a:ext>
            </a:extLst>
          </p:cNvPr>
          <p:cNvSpPr>
            <a:spLocks noGrp="1"/>
          </p:cNvSpPr>
          <p:nvPr>
            <p:ph type="title" hasCustomPrompt="1"/>
          </p:nvPr>
        </p:nvSpPr>
        <p:spPr>
          <a:xfrm>
            <a:off x="906464" y="1694833"/>
            <a:ext cx="4240890" cy="625828"/>
          </a:xfrm>
        </p:spPr>
        <p:txBody>
          <a:bodyPr lIns="0">
            <a:noAutofit/>
          </a:bodyPr>
          <a:lstStyle>
            <a:lvl1pPr>
              <a:defRPr sz="4600"/>
            </a:lvl1pPr>
          </a:lstStyle>
          <a:p>
            <a:r>
              <a:rPr lang="es-ES" dirty="0" err="1"/>
              <a:t>Lorem</a:t>
            </a:r>
            <a:r>
              <a:rPr lang="es-ES" dirty="0"/>
              <a:t> </a:t>
            </a:r>
            <a:r>
              <a:rPr lang="es-ES" dirty="0" err="1"/>
              <a:t>ipsum</a:t>
            </a:r>
            <a:r>
              <a:rPr lang="es-ES" dirty="0"/>
              <a:t> dolor </a:t>
            </a:r>
            <a:r>
              <a:rPr lang="es-ES" dirty="0" err="1"/>
              <a:t>sit</a:t>
            </a:r>
            <a:endParaRPr lang="es-ES" dirty="0"/>
          </a:p>
        </p:txBody>
      </p:sp>
      <p:sp>
        <p:nvSpPr>
          <p:cNvPr id="16" name="Marcador de número de diapositiva 2">
            <a:extLst>
              <a:ext uri="{FF2B5EF4-FFF2-40B4-BE49-F238E27FC236}">
                <a16:creationId xmlns:a16="http://schemas.microsoft.com/office/drawing/2014/main" id="{E500FB5D-351F-4575-B7EF-810D1F51C889}"/>
              </a:ext>
            </a:extLst>
          </p:cNvPr>
          <p:cNvSpPr>
            <a:spLocks noGrp="1"/>
          </p:cNvSpPr>
          <p:nvPr>
            <p:ph type="sldNum" sz="quarter" idx="10"/>
          </p:nvPr>
        </p:nvSpPr>
        <p:spPr>
          <a:xfrm>
            <a:off x="7000489" y="7763089"/>
            <a:ext cx="629422" cy="395242"/>
          </a:xfrm>
        </p:spPr>
        <p:txBody>
          <a:bodyPr/>
          <a:lstStyle/>
          <a:p>
            <a:fld id="{B005B2D1-880E-4846-A216-7D6770BA1332}" type="slidenum">
              <a:rPr lang="es-ES" smtClean="0"/>
              <a:pPr/>
              <a:t>‹Nº›</a:t>
            </a:fld>
            <a:endParaRPr lang="es-ES" dirty="0"/>
          </a:p>
        </p:txBody>
      </p:sp>
      <p:sp>
        <p:nvSpPr>
          <p:cNvPr id="17" name="CuadroTexto 16">
            <a:extLst>
              <a:ext uri="{FF2B5EF4-FFF2-40B4-BE49-F238E27FC236}">
                <a16:creationId xmlns:a16="http://schemas.microsoft.com/office/drawing/2014/main" id="{613F3599-100D-4EDE-B625-2E2870DC607E}"/>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8" name="Rectángulo 17">
            <a:extLst>
              <a:ext uri="{FF2B5EF4-FFF2-40B4-BE49-F238E27FC236}">
                <a16:creationId xmlns:a16="http://schemas.microsoft.com/office/drawing/2014/main" id="{48FE9D57-2BEB-4433-B31D-D8E3AE3E3FAE}"/>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22" name="Gráfico 21">
            <a:extLst>
              <a:ext uri="{FF2B5EF4-FFF2-40B4-BE49-F238E27FC236}">
                <a16:creationId xmlns:a16="http://schemas.microsoft.com/office/drawing/2014/main" id="{42EB7D3F-F701-4629-95CA-4222EB228283}"/>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3616513542"/>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Mapa">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1EDAE9AC-0B11-4609-A9F3-836E7EDB8C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21" name="Título 11">
            <a:extLst>
              <a:ext uri="{FF2B5EF4-FFF2-40B4-BE49-F238E27FC236}">
                <a16:creationId xmlns:a16="http://schemas.microsoft.com/office/drawing/2014/main" id="{C35EAEC0-F4A2-4FAD-BDFC-45B79A41E2C5}"/>
              </a:ext>
            </a:extLst>
          </p:cNvPr>
          <p:cNvSpPr>
            <a:spLocks noGrp="1"/>
          </p:cNvSpPr>
          <p:nvPr>
            <p:ph type="title" hasCustomPrompt="1"/>
          </p:nvPr>
        </p:nvSpPr>
        <p:spPr>
          <a:xfrm>
            <a:off x="906463" y="1552503"/>
            <a:ext cx="4811360" cy="1017545"/>
          </a:xfrm>
        </p:spPr>
        <p:txBody>
          <a:bodyPr lIns="0" anchor="t">
            <a:noAutofit/>
          </a:bodyPr>
          <a:lstStyle>
            <a:lvl1pPr>
              <a:defRPr sz="3600"/>
            </a:lvl1pPr>
          </a:lstStyle>
          <a:p>
            <a:r>
              <a:rPr lang="es-ES" dirty="0" err="1"/>
              <a:t>Lorem</a:t>
            </a:r>
            <a:r>
              <a:rPr lang="es-ES" dirty="0"/>
              <a:t> </a:t>
            </a:r>
            <a:r>
              <a:rPr lang="es-ES" dirty="0" err="1"/>
              <a:t>Ipsum</a:t>
            </a:r>
            <a:r>
              <a:rPr lang="es-ES" dirty="0"/>
              <a:t>,</a:t>
            </a:r>
            <a:br>
              <a:rPr lang="es-ES" dirty="0"/>
            </a:br>
            <a:r>
              <a:rPr lang="es-ES" dirty="0"/>
              <a:t>dolor </a:t>
            </a:r>
            <a:r>
              <a:rPr lang="es-ES" dirty="0" err="1"/>
              <a:t>est</a:t>
            </a:r>
            <a:endParaRPr lang="es-ES" dirty="0"/>
          </a:p>
        </p:txBody>
      </p:sp>
      <p:sp>
        <p:nvSpPr>
          <p:cNvPr id="24" name="Marcador de texto 17">
            <a:extLst>
              <a:ext uri="{FF2B5EF4-FFF2-40B4-BE49-F238E27FC236}">
                <a16:creationId xmlns:a16="http://schemas.microsoft.com/office/drawing/2014/main" id="{52C19EA0-FEE8-45CC-9FD5-DFBD52A41016}"/>
              </a:ext>
            </a:extLst>
          </p:cNvPr>
          <p:cNvSpPr>
            <a:spLocks noGrp="1"/>
          </p:cNvSpPr>
          <p:nvPr>
            <p:ph type="body" sz="quarter" idx="25" hasCustomPrompt="1"/>
          </p:nvPr>
        </p:nvSpPr>
        <p:spPr>
          <a:xfrm>
            <a:off x="3216985" y="3695700"/>
            <a:ext cx="2424638" cy="493526"/>
          </a:xfrm>
        </p:spPr>
        <p:txBody>
          <a:bodyPr lIns="0">
            <a:noAutofit/>
          </a:bodyPr>
          <a:lstStyle>
            <a:lvl1pPr marL="171450" indent="-171450">
              <a:lnSpc>
                <a:spcPct val="100000"/>
              </a:lnSpc>
              <a:spcBef>
                <a:spcPts val="0"/>
              </a:spcBef>
              <a:buFont typeface="Wingdings" panose="05000000000000000000" pitchFamily="2" charset="2"/>
              <a:buChar char="§"/>
              <a:defRPr sz="1050" b="0">
                <a:solidFill>
                  <a:srgbClr val="7D7878"/>
                </a:solidFill>
              </a:defRPr>
            </a:lvl1pPr>
          </a:lstStyle>
          <a:p>
            <a:pPr lvl="0"/>
            <a:r>
              <a:rPr lang="es-ES" dirty="0"/>
              <a:t>Campus </a:t>
            </a:r>
            <a:r>
              <a:rPr lang="es-ES" dirty="0" err="1"/>
              <a:t>Villaciciosa</a:t>
            </a:r>
            <a:r>
              <a:rPr lang="es-ES" dirty="0"/>
              <a:t> de Odón</a:t>
            </a:r>
          </a:p>
          <a:p>
            <a:pPr lvl="0"/>
            <a:r>
              <a:rPr lang="es-ES" dirty="0"/>
              <a:t>Campus </a:t>
            </a:r>
            <a:r>
              <a:rPr lang="es-ES" dirty="0" err="1"/>
              <a:t>Lorem</a:t>
            </a:r>
            <a:r>
              <a:rPr lang="es-ES" dirty="0"/>
              <a:t> </a:t>
            </a:r>
            <a:r>
              <a:rPr lang="es-ES" dirty="0" err="1"/>
              <a:t>Ipsum</a:t>
            </a:r>
            <a:endParaRPr lang="es-ES" dirty="0"/>
          </a:p>
        </p:txBody>
      </p:sp>
      <p:sp>
        <p:nvSpPr>
          <p:cNvPr id="31" name="Marcador de texto 17">
            <a:extLst>
              <a:ext uri="{FF2B5EF4-FFF2-40B4-BE49-F238E27FC236}">
                <a16:creationId xmlns:a16="http://schemas.microsoft.com/office/drawing/2014/main" id="{E91D8595-2E68-4BF7-8A44-C2F3954E16CB}"/>
              </a:ext>
            </a:extLst>
          </p:cNvPr>
          <p:cNvSpPr>
            <a:spLocks noGrp="1"/>
          </p:cNvSpPr>
          <p:nvPr>
            <p:ph type="body" sz="quarter" idx="26" hasCustomPrompt="1"/>
          </p:nvPr>
        </p:nvSpPr>
        <p:spPr>
          <a:xfrm>
            <a:off x="2844669" y="3469818"/>
            <a:ext cx="2949354" cy="225882"/>
          </a:xfrm>
        </p:spPr>
        <p:txBody>
          <a:bodyPr lIns="0">
            <a:noAutofit/>
          </a:bodyPr>
          <a:lstStyle>
            <a:lvl1pPr marL="0" indent="0">
              <a:lnSpc>
                <a:spcPts val="1700"/>
              </a:lnSpc>
              <a:spcBef>
                <a:spcPts val="900"/>
              </a:spcBef>
              <a:buNone/>
              <a:defRPr sz="1400" b="1">
                <a:solidFill>
                  <a:srgbClr val="504B4B"/>
                </a:solidFill>
              </a:defRPr>
            </a:lvl1pPr>
          </a:lstStyle>
          <a:p>
            <a:pPr lvl="0"/>
            <a:r>
              <a:rPr lang="es-ES" dirty="0"/>
              <a:t>Universidad </a:t>
            </a:r>
            <a:r>
              <a:rPr lang="es-ES" dirty="0" err="1"/>
              <a:t>Euripea</a:t>
            </a:r>
            <a:r>
              <a:rPr lang="es-ES" dirty="0"/>
              <a:t> de Madrid</a:t>
            </a:r>
          </a:p>
        </p:txBody>
      </p:sp>
      <p:sp>
        <p:nvSpPr>
          <p:cNvPr id="2" name="Marcador de número de diapositiva 1">
            <a:extLst>
              <a:ext uri="{FF2B5EF4-FFF2-40B4-BE49-F238E27FC236}">
                <a16:creationId xmlns:a16="http://schemas.microsoft.com/office/drawing/2014/main" id="{0F56DA75-FAAD-482B-9A3D-89FD62DA8BC6}"/>
              </a:ext>
            </a:extLst>
          </p:cNvPr>
          <p:cNvSpPr>
            <a:spLocks noGrp="1"/>
          </p:cNvSpPr>
          <p:nvPr>
            <p:ph type="sldNum" sz="quarter" idx="27"/>
          </p:nvPr>
        </p:nvSpPr>
        <p:spPr/>
        <p:txBody>
          <a:bodyPr/>
          <a:lstStyle/>
          <a:p>
            <a:fld id="{B005B2D1-880E-4846-A216-7D6770BA1332}" type="slidenum">
              <a:rPr lang="es-ES" smtClean="0"/>
              <a:pPr/>
              <a:t>‹Nº›</a:t>
            </a:fld>
            <a:endParaRPr lang="es-ES" dirty="0"/>
          </a:p>
        </p:txBody>
      </p:sp>
      <p:sp>
        <p:nvSpPr>
          <p:cNvPr id="15" name="CuadroTexto 14">
            <a:extLst>
              <a:ext uri="{FF2B5EF4-FFF2-40B4-BE49-F238E27FC236}">
                <a16:creationId xmlns:a16="http://schemas.microsoft.com/office/drawing/2014/main" id="{043A20FD-3088-4C08-A896-40C73FCB5BA3}"/>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10" name="Gráfico 9">
            <a:extLst>
              <a:ext uri="{FF2B5EF4-FFF2-40B4-BE49-F238E27FC236}">
                <a16:creationId xmlns:a16="http://schemas.microsoft.com/office/drawing/2014/main" id="{629E4406-5AB3-40E1-AE60-3E9D5E3BE02C}"/>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11" name="Rectángulo 10">
            <a:extLst>
              <a:ext uri="{FF2B5EF4-FFF2-40B4-BE49-F238E27FC236}">
                <a16:creationId xmlns:a16="http://schemas.microsoft.com/office/drawing/2014/main" id="{1271302C-5883-42E5-890D-1DFC7529C145}"/>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3715221390"/>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Video 01">
    <p:spTree>
      <p:nvGrpSpPr>
        <p:cNvPr id="1" name=""/>
        <p:cNvGrpSpPr/>
        <p:nvPr/>
      </p:nvGrpSpPr>
      <p:grpSpPr>
        <a:xfrm>
          <a:off x="0" y="0"/>
          <a:ext cx="0" cy="0"/>
          <a:chOff x="0" y="0"/>
          <a:chExt cx="0" cy="0"/>
        </a:xfrm>
      </p:grpSpPr>
      <p:pic>
        <p:nvPicPr>
          <p:cNvPr id="22" name="Imagen 21">
            <a:extLst>
              <a:ext uri="{FF2B5EF4-FFF2-40B4-BE49-F238E27FC236}">
                <a16:creationId xmlns:a16="http://schemas.microsoft.com/office/drawing/2014/main" id="{AC068F99-764F-424E-8024-130EAA167B69}"/>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2" name="CuadroTexto 11">
            <a:extLst>
              <a:ext uri="{FF2B5EF4-FFF2-40B4-BE49-F238E27FC236}">
                <a16:creationId xmlns:a16="http://schemas.microsoft.com/office/drawing/2014/main" id="{EFB1D499-716A-4201-8286-436D35BCDF83}"/>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3" name="Marcador de texto 17">
            <a:extLst>
              <a:ext uri="{FF2B5EF4-FFF2-40B4-BE49-F238E27FC236}">
                <a16:creationId xmlns:a16="http://schemas.microsoft.com/office/drawing/2014/main" id="{A78FCA1D-CCE6-4157-8F93-C7B67280B1C3}"/>
              </a:ext>
            </a:extLst>
          </p:cNvPr>
          <p:cNvSpPr>
            <a:spLocks noGrp="1"/>
          </p:cNvSpPr>
          <p:nvPr>
            <p:ph type="body" sz="quarter" idx="15" hasCustomPrompt="1"/>
          </p:nvPr>
        </p:nvSpPr>
        <p:spPr>
          <a:xfrm>
            <a:off x="906463" y="2164756"/>
            <a:ext cx="3160712" cy="683816"/>
          </a:xfrm>
        </p:spPr>
        <p:txBody>
          <a:bodyPr lIns="0">
            <a:normAutofit/>
          </a:bodyPr>
          <a:lstStyle>
            <a:lvl1pPr marL="0" indent="0">
              <a:lnSpc>
                <a:spcPts val="2800"/>
              </a:lnSpc>
              <a:buNone/>
              <a:defRPr sz="2400" b="1"/>
            </a:lvl1pPr>
          </a:lstStyle>
          <a:p>
            <a:pPr lvl="0"/>
            <a:r>
              <a:rPr lang="es-ES" dirty="0" err="1"/>
              <a:t>Aximinct</a:t>
            </a:r>
            <a:r>
              <a:rPr lang="es-ES" dirty="0"/>
              <a:t> </a:t>
            </a:r>
            <a:r>
              <a:rPr lang="es-ES" dirty="0" err="1"/>
              <a:t>emquibus</a:t>
            </a:r>
            <a:r>
              <a:rPr lang="es-ES" dirty="0"/>
              <a:t> et </a:t>
            </a:r>
            <a:r>
              <a:rPr lang="es-ES" dirty="0" err="1"/>
              <a:t>facium</a:t>
            </a:r>
            <a:r>
              <a:rPr lang="es-ES" dirty="0"/>
              <a:t> </a:t>
            </a:r>
            <a:r>
              <a:rPr lang="es-ES" dirty="0" err="1"/>
              <a:t>natur</a:t>
            </a:r>
            <a:endParaRPr lang="es-ES" dirty="0"/>
          </a:p>
        </p:txBody>
      </p:sp>
      <p:sp>
        <p:nvSpPr>
          <p:cNvPr id="14" name="Marcador de texto 17">
            <a:extLst>
              <a:ext uri="{FF2B5EF4-FFF2-40B4-BE49-F238E27FC236}">
                <a16:creationId xmlns:a16="http://schemas.microsoft.com/office/drawing/2014/main" id="{C9B153C2-A5A2-4A37-B4C4-93BE5322D946}"/>
              </a:ext>
            </a:extLst>
          </p:cNvPr>
          <p:cNvSpPr>
            <a:spLocks noGrp="1"/>
          </p:cNvSpPr>
          <p:nvPr>
            <p:ph type="body" sz="quarter" idx="16" hasCustomPrompt="1"/>
          </p:nvPr>
        </p:nvSpPr>
        <p:spPr>
          <a:xfrm>
            <a:off x="906463" y="3082449"/>
            <a:ext cx="4043094" cy="2951858"/>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a:t>
            </a:r>
            <a:r>
              <a:rPr lang="es-ES" dirty="0"/>
              <a:t>.</a:t>
            </a:r>
          </a:p>
          <a:p>
            <a:pPr lvl="0"/>
            <a:r>
              <a:rPr lang="es-ES" dirty="0"/>
              <a:t> </a:t>
            </a:r>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a:t>
            </a:r>
          </a:p>
        </p:txBody>
      </p:sp>
      <p:sp>
        <p:nvSpPr>
          <p:cNvPr id="19" name="Marcador de medios 18">
            <a:extLst>
              <a:ext uri="{FF2B5EF4-FFF2-40B4-BE49-F238E27FC236}">
                <a16:creationId xmlns:a16="http://schemas.microsoft.com/office/drawing/2014/main" id="{169C610A-8CEB-49BD-A02C-33C7C6C6EFDD}"/>
              </a:ext>
            </a:extLst>
          </p:cNvPr>
          <p:cNvSpPr>
            <a:spLocks noGrp="1"/>
          </p:cNvSpPr>
          <p:nvPr>
            <p:ph type="media" sz="quarter" idx="17"/>
          </p:nvPr>
        </p:nvSpPr>
        <p:spPr>
          <a:xfrm>
            <a:off x="5708651" y="1709737"/>
            <a:ext cx="8001000" cy="4800600"/>
          </a:xfrm>
          <a:solidFill>
            <a:schemeClr val="bg1">
              <a:lumMod val="95000"/>
            </a:schemeClr>
          </a:solidFill>
          <a:ln w="12700">
            <a:solidFill>
              <a:srgbClr val="FF3228"/>
            </a:solidFill>
          </a:ln>
        </p:spPr>
        <p:txBody>
          <a:bodyPr vert="horz" lIns="91440" tIns="45720" rIns="91440" bIns="45720" rtlCol="0">
            <a:normAutofit/>
          </a:bodyPr>
          <a:lstStyle>
            <a:lvl1pPr>
              <a:defRPr lang="es-ES" dirty="0"/>
            </a:lvl1pPr>
          </a:lstStyle>
          <a:p>
            <a:pPr lvl="0"/>
            <a:endParaRPr lang="es-ES" dirty="0"/>
          </a:p>
        </p:txBody>
      </p:sp>
      <p:sp>
        <p:nvSpPr>
          <p:cNvPr id="4" name="Marcador de número de diapositiva 3">
            <a:extLst>
              <a:ext uri="{FF2B5EF4-FFF2-40B4-BE49-F238E27FC236}">
                <a16:creationId xmlns:a16="http://schemas.microsoft.com/office/drawing/2014/main" id="{D430ADB0-29E8-4183-AE20-D83159E4C07D}"/>
              </a:ext>
            </a:extLst>
          </p:cNvPr>
          <p:cNvSpPr>
            <a:spLocks noGrp="1"/>
          </p:cNvSpPr>
          <p:nvPr>
            <p:ph type="sldNum" sz="quarter" idx="18"/>
          </p:nvPr>
        </p:nvSpPr>
        <p:spPr/>
        <p:txBody>
          <a:bodyPr/>
          <a:lstStyle/>
          <a:p>
            <a:fld id="{B005B2D1-880E-4846-A216-7D6770BA1332}" type="slidenum">
              <a:rPr lang="es-ES" smtClean="0"/>
              <a:pPr/>
              <a:t>‹Nº›</a:t>
            </a:fld>
            <a:endParaRPr lang="es-ES" dirty="0"/>
          </a:p>
        </p:txBody>
      </p:sp>
      <p:sp>
        <p:nvSpPr>
          <p:cNvPr id="16" name="Rectángulo 15">
            <a:extLst>
              <a:ext uri="{FF2B5EF4-FFF2-40B4-BE49-F238E27FC236}">
                <a16:creationId xmlns:a16="http://schemas.microsoft.com/office/drawing/2014/main" id="{96E7B0EF-E60B-4C99-93CC-1F4F6D612EB6}"/>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0" name="Gráfico 9">
            <a:extLst>
              <a:ext uri="{FF2B5EF4-FFF2-40B4-BE49-F238E27FC236}">
                <a16:creationId xmlns:a16="http://schemas.microsoft.com/office/drawing/2014/main" id="{02E95C61-5472-48C9-8E90-F334A42CE123}"/>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2905113509"/>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Video 02">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1976856B-1B10-45A4-B212-5F51115827D6}"/>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2" name="CuadroTexto 11">
            <a:extLst>
              <a:ext uri="{FF2B5EF4-FFF2-40B4-BE49-F238E27FC236}">
                <a16:creationId xmlns:a16="http://schemas.microsoft.com/office/drawing/2014/main" id="{EFB1D499-716A-4201-8286-436D35BCDF83}"/>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3" name="Marcador de texto 17">
            <a:extLst>
              <a:ext uri="{FF2B5EF4-FFF2-40B4-BE49-F238E27FC236}">
                <a16:creationId xmlns:a16="http://schemas.microsoft.com/office/drawing/2014/main" id="{A78FCA1D-CCE6-4157-8F93-C7B67280B1C3}"/>
              </a:ext>
            </a:extLst>
          </p:cNvPr>
          <p:cNvSpPr>
            <a:spLocks noGrp="1"/>
          </p:cNvSpPr>
          <p:nvPr>
            <p:ph type="body" sz="quarter" idx="15" hasCustomPrompt="1"/>
          </p:nvPr>
        </p:nvSpPr>
        <p:spPr>
          <a:xfrm>
            <a:off x="11312845" y="2441186"/>
            <a:ext cx="2411093" cy="1216413"/>
          </a:xfrm>
        </p:spPr>
        <p:txBody>
          <a:bodyPr lIns="0">
            <a:normAutofit/>
          </a:bodyPr>
          <a:lstStyle>
            <a:lvl1pPr marL="0" indent="0">
              <a:lnSpc>
                <a:spcPts val="2800"/>
              </a:lnSpc>
              <a:buNone/>
              <a:defRPr sz="2400" b="1"/>
            </a:lvl1pPr>
          </a:lstStyle>
          <a:p>
            <a:pPr lvl="0"/>
            <a:r>
              <a:rPr lang="es-ES" dirty="0" err="1"/>
              <a:t>Aximinct</a:t>
            </a:r>
            <a:r>
              <a:rPr lang="es-ES" dirty="0"/>
              <a:t> </a:t>
            </a:r>
            <a:r>
              <a:rPr lang="es-ES" dirty="0" err="1"/>
              <a:t>emquibus</a:t>
            </a:r>
            <a:br>
              <a:rPr lang="es-ES" dirty="0"/>
            </a:br>
            <a:r>
              <a:rPr lang="es-ES" dirty="0"/>
              <a:t>et </a:t>
            </a:r>
            <a:r>
              <a:rPr lang="es-ES" dirty="0" err="1"/>
              <a:t>facium</a:t>
            </a:r>
            <a:r>
              <a:rPr lang="es-ES" dirty="0"/>
              <a:t> </a:t>
            </a:r>
            <a:r>
              <a:rPr lang="es-ES" dirty="0" err="1"/>
              <a:t>natur</a:t>
            </a:r>
            <a:endParaRPr lang="es-ES" dirty="0"/>
          </a:p>
        </p:txBody>
      </p:sp>
      <p:sp>
        <p:nvSpPr>
          <p:cNvPr id="14" name="Marcador de texto 17">
            <a:extLst>
              <a:ext uri="{FF2B5EF4-FFF2-40B4-BE49-F238E27FC236}">
                <a16:creationId xmlns:a16="http://schemas.microsoft.com/office/drawing/2014/main" id="{C9B153C2-A5A2-4A37-B4C4-93BE5322D946}"/>
              </a:ext>
            </a:extLst>
          </p:cNvPr>
          <p:cNvSpPr>
            <a:spLocks noGrp="1"/>
          </p:cNvSpPr>
          <p:nvPr>
            <p:ph type="body" sz="quarter" idx="16" hasCustomPrompt="1"/>
          </p:nvPr>
        </p:nvSpPr>
        <p:spPr>
          <a:xfrm>
            <a:off x="11312845" y="3745440"/>
            <a:ext cx="2377226" cy="2742319"/>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ex, </a:t>
            </a:r>
            <a:r>
              <a:rPr lang="es-ES" dirty="0" err="1"/>
              <a:t>ullabore</a:t>
            </a:r>
            <a:r>
              <a:rPr lang="es-ES" dirty="0"/>
              <a:t>..</a:t>
            </a:r>
          </a:p>
        </p:txBody>
      </p:sp>
      <p:sp>
        <p:nvSpPr>
          <p:cNvPr id="19" name="Marcador de medios 18">
            <a:extLst>
              <a:ext uri="{FF2B5EF4-FFF2-40B4-BE49-F238E27FC236}">
                <a16:creationId xmlns:a16="http://schemas.microsoft.com/office/drawing/2014/main" id="{169C610A-8CEB-49BD-A02C-33C7C6C6EFDD}"/>
              </a:ext>
            </a:extLst>
          </p:cNvPr>
          <p:cNvSpPr>
            <a:spLocks noGrp="1"/>
          </p:cNvSpPr>
          <p:nvPr>
            <p:ph type="media" sz="quarter" idx="17"/>
          </p:nvPr>
        </p:nvSpPr>
        <p:spPr>
          <a:xfrm>
            <a:off x="911226" y="1712912"/>
            <a:ext cx="9601200" cy="5600700"/>
          </a:xfrm>
          <a:solidFill>
            <a:schemeClr val="bg1">
              <a:lumMod val="95000"/>
            </a:schemeClr>
          </a:solidFill>
          <a:ln w="12700">
            <a:solidFill>
              <a:srgbClr val="FF3228"/>
            </a:solidFill>
          </a:ln>
        </p:spPr>
        <p:txBody>
          <a:bodyPr vert="horz" lIns="91440" tIns="45720" rIns="91440" bIns="45720" rtlCol="0">
            <a:normAutofit/>
          </a:bodyPr>
          <a:lstStyle>
            <a:lvl1pPr>
              <a:defRPr lang="es-ES" dirty="0"/>
            </a:lvl1pPr>
          </a:lstStyle>
          <a:p>
            <a:pPr lvl="0"/>
            <a:endParaRPr lang="es-ES" dirty="0"/>
          </a:p>
        </p:txBody>
      </p:sp>
      <p:sp>
        <p:nvSpPr>
          <p:cNvPr id="4" name="Marcador de número de diapositiva 3">
            <a:extLst>
              <a:ext uri="{FF2B5EF4-FFF2-40B4-BE49-F238E27FC236}">
                <a16:creationId xmlns:a16="http://schemas.microsoft.com/office/drawing/2014/main" id="{D430ADB0-29E8-4183-AE20-D83159E4C07D}"/>
              </a:ext>
            </a:extLst>
          </p:cNvPr>
          <p:cNvSpPr>
            <a:spLocks noGrp="1"/>
          </p:cNvSpPr>
          <p:nvPr>
            <p:ph type="sldNum" sz="quarter" idx="18"/>
          </p:nvPr>
        </p:nvSpPr>
        <p:spPr/>
        <p:txBody>
          <a:bodyPr/>
          <a:lstStyle/>
          <a:p>
            <a:fld id="{B005B2D1-880E-4846-A216-7D6770BA1332}" type="slidenum">
              <a:rPr lang="es-ES" smtClean="0"/>
              <a:pPr/>
              <a:t>‹Nº›</a:t>
            </a:fld>
            <a:endParaRPr lang="es-ES" dirty="0"/>
          </a:p>
        </p:txBody>
      </p:sp>
      <p:sp>
        <p:nvSpPr>
          <p:cNvPr id="16" name="Rectángulo 15">
            <a:extLst>
              <a:ext uri="{FF2B5EF4-FFF2-40B4-BE49-F238E27FC236}">
                <a16:creationId xmlns:a16="http://schemas.microsoft.com/office/drawing/2014/main" id="{96E7B0EF-E60B-4C99-93CC-1F4F6D612EB6}"/>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0" name="Gráfico 9">
            <a:extLst>
              <a:ext uri="{FF2B5EF4-FFF2-40B4-BE49-F238E27FC236}">
                <a16:creationId xmlns:a16="http://schemas.microsoft.com/office/drawing/2014/main" id="{31E16921-0A8F-4550-9360-FF9B9DC96C2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25087362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Destacado rojo 01">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16813DD7-5AAB-469F-A55F-E0B0879C147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4" name="Rectángulo 3">
            <a:extLst>
              <a:ext uri="{FF2B5EF4-FFF2-40B4-BE49-F238E27FC236}">
                <a16:creationId xmlns:a16="http://schemas.microsoft.com/office/drawing/2014/main" id="{30F9259F-958B-42DA-8086-83650D25877B}"/>
              </a:ext>
            </a:extLst>
          </p:cNvPr>
          <p:cNvSpPr/>
          <p:nvPr userDrawn="1"/>
        </p:nvSpPr>
        <p:spPr>
          <a:xfrm>
            <a:off x="9708797" y="3308350"/>
            <a:ext cx="800100" cy="800100"/>
          </a:xfrm>
          <a:prstGeom prst="rect">
            <a:avLst/>
          </a:prstGeom>
          <a:solidFill>
            <a:schemeClr val="bg1"/>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0" name="Rectángulo 19">
            <a:extLst>
              <a:ext uri="{FF2B5EF4-FFF2-40B4-BE49-F238E27FC236}">
                <a16:creationId xmlns:a16="http://schemas.microsoft.com/office/drawing/2014/main" id="{A12ED80D-9979-4A2A-A7AF-1A927F9FF1EE}"/>
              </a:ext>
            </a:extLst>
          </p:cNvPr>
          <p:cNvSpPr/>
          <p:nvPr userDrawn="1"/>
        </p:nvSpPr>
        <p:spPr>
          <a:xfrm>
            <a:off x="5717823" y="3308350"/>
            <a:ext cx="800100" cy="800100"/>
          </a:xfrm>
          <a:prstGeom prst="rect">
            <a:avLst/>
          </a:prstGeom>
          <a:solidFill>
            <a:schemeClr val="bg1"/>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1" name="Rectángulo 20">
            <a:extLst>
              <a:ext uri="{FF2B5EF4-FFF2-40B4-BE49-F238E27FC236}">
                <a16:creationId xmlns:a16="http://schemas.microsoft.com/office/drawing/2014/main" id="{84B03785-BFD2-44C5-BB4E-3B16BD97B804}"/>
              </a:ext>
            </a:extLst>
          </p:cNvPr>
          <p:cNvSpPr/>
          <p:nvPr userDrawn="1"/>
        </p:nvSpPr>
        <p:spPr>
          <a:xfrm>
            <a:off x="1712244" y="3308350"/>
            <a:ext cx="800100" cy="800100"/>
          </a:xfrm>
          <a:prstGeom prst="rect">
            <a:avLst/>
          </a:prstGeom>
          <a:solidFill>
            <a:schemeClr val="bg1"/>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ítulo 11">
            <a:extLst>
              <a:ext uri="{FF2B5EF4-FFF2-40B4-BE49-F238E27FC236}">
                <a16:creationId xmlns:a16="http://schemas.microsoft.com/office/drawing/2014/main" id="{E45EE8D0-3795-421B-8794-6F214183AE2D}"/>
              </a:ext>
            </a:extLst>
          </p:cNvPr>
          <p:cNvSpPr>
            <a:spLocks noGrp="1"/>
          </p:cNvSpPr>
          <p:nvPr>
            <p:ph type="title" hasCustomPrompt="1"/>
          </p:nvPr>
        </p:nvSpPr>
        <p:spPr>
          <a:xfrm>
            <a:off x="906463" y="1220611"/>
            <a:ext cx="7390870" cy="625828"/>
          </a:xfrm>
        </p:spPr>
        <p:txBody>
          <a:bodyPr lIns="0">
            <a:noAutofit/>
          </a:bodyPr>
          <a:lstStyle>
            <a:lvl1pPr>
              <a:defRPr sz="4300"/>
            </a:lvl1pPr>
          </a:lstStyle>
          <a:p>
            <a:r>
              <a:rPr lang="es-ES" dirty="0" err="1"/>
              <a:t>Lorem</a:t>
            </a:r>
            <a:r>
              <a:rPr lang="es-ES" dirty="0"/>
              <a:t> </a:t>
            </a:r>
            <a:r>
              <a:rPr lang="es-ES" dirty="0" err="1"/>
              <a:t>ipsum</a:t>
            </a:r>
            <a:r>
              <a:rPr lang="es-ES" dirty="0"/>
              <a:t> dolor </a:t>
            </a:r>
            <a:r>
              <a:rPr lang="es-ES" dirty="0" err="1"/>
              <a:t>sit</a:t>
            </a:r>
            <a:r>
              <a:rPr lang="es-ES" dirty="0"/>
              <a:t> </a:t>
            </a:r>
            <a:r>
              <a:rPr lang="es-ES" dirty="0" err="1"/>
              <a:t>ipsum</a:t>
            </a:r>
            <a:endParaRPr lang="es-ES" dirty="0"/>
          </a:p>
        </p:txBody>
      </p:sp>
      <p:sp>
        <p:nvSpPr>
          <p:cNvPr id="13" name="Marcador de texto 17">
            <a:extLst>
              <a:ext uri="{FF2B5EF4-FFF2-40B4-BE49-F238E27FC236}">
                <a16:creationId xmlns:a16="http://schemas.microsoft.com/office/drawing/2014/main" id="{7D66B800-7A66-4A48-A91A-7D0987C03448}"/>
              </a:ext>
            </a:extLst>
          </p:cNvPr>
          <p:cNvSpPr>
            <a:spLocks noGrp="1"/>
          </p:cNvSpPr>
          <p:nvPr>
            <p:ph type="body" sz="quarter" idx="22" hasCustomPrompt="1"/>
          </p:nvPr>
        </p:nvSpPr>
        <p:spPr>
          <a:xfrm>
            <a:off x="1704624" y="5100648"/>
            <a:ext cx="3262487" cy="1819441"/>
          </a:xfrm>
        </p:spPr>
        <p:txBody>
          <a:bodyPr lIns="0">
            <a:noAutofit/>
          </a:bodyPr>
          <a:lstStyle>
            <a:lvl1pPr marL="0" indent="0">
              <a:lnSpc>
                <a:spcPts val="1700"/>
              </a:lnSpc>
              <a:spcBef>
                <a:spcPts val="900"/>
              </a:spcBef>
              <a:buNone/>
              <a:defRPr sz="1440" b="0">
                <a:solidFill>
                  <a:schemeClr val="bg1"/>
                </a:solidFill>
              </a:defRPr>
            </a:lvl1pPr>
          </a:lstStyle>
          <a:p>
            <a:pPr lvl="0"/>
            <a:r>
              <a:rPr lang="es-ES" dirty="0"/>
              <a:t>Ma </a:t>
            </a:r>
            <a:r>
              <a:rPr lang="es-ES" dirty="0" err="1"/>
              <a:t>vendest</a:t>
            </a:r>
            <a:r>
              <a:rPr lang="es-ES" dirty="0"/>
              <a:t> as qui </a:t>
            </a:r>
            <a:r>
              <a:rPr lang="es-ES" dirty="0" err="1"/>
              <a:t>beaPoribus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quid </a:t>
            </a:r>
            <a:r>
              <a:rPr lang="es-ES" dirty="0" err="1"/>
              <a:t>ullestrum</a:t>
            </a:r>
            <a:r>
              <a:rPr lang="es-ES" dirty="0"/>
              <a:t> quia </a:t>
            </a:r>
            <a:r>
              <a:rPr lang="es-ES" dirty="0" err="1"/>
              <a:t>estemqu</a:t>
            </a:r>
            <a:r>
              <a:rPr lang="es-ES" dirty="0"/>
              <a:t>.</a:t>
            </a:r>
          </a:p>
          <a:p>
            <a:pPr lvl="0"/>
            <a:r>
              <a:rPr lang="es-ES" dirty="0" err="1"/>
              <a:t>Estemque</a:t>
            </a:r>
            <a:r>
              <a:rPr lang="es-ES" dirty="0"/>
              <a:t> </a:t>
            </a:r>
            <a:r>
              <a:rPr lang="es-ES" dirty="0" err="1"/>
              <a:t>Lorem</a:t>
            </a:r>
            <a:r>
              <a:rPr lang="es-ES" dirty="0"/>
              <a:t> </a:t>
            </a:r>
            <a:r>
              <a:rPr lang="es-ES" dirty="0" err="1"/>
              <a:t>ipsum</a:t>
            </a:r>
            <a:r>
              <a:rPr lang="es-ES" dirty="0"/>
              <a:t> </a:t>
            </a:r>
            <a:r>
              <a:rPr lang="es-ES" dirty="0" err="1"/>
              <a:t>milupta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quiadit</a:t>
            </a:r>
            <a:r>
              <a:rPr lang="es-ES" dirty="0"/>
              <a:t> </a:t>
            </a:r>
            <a:r>
              <a:rPr lang="es-ES" dirty="0" err="1"/>
              <a:t>samus</a:t>
            </a:r>
            <a:r>
              <a:rPr lang="es-ES" dirty="0"/>
              <a:t> </a:t>
            </a:r>
            <a:r>
              <a:rPr lang="es-ES" dirty="0" err="1"/>
              <a:t>amsa</a:t>
            </a:r>
            <a:r>
              <a:rPr lang="es-ES" dirty="0"/>
              <a:t> </a:t>
            </a:r>
            <a:r>
              <a:rPr lang="es-ES" dirty="0" err="1"/>
              <a:t>conse</a:t>
            </a:r>
            <a:r>
              <a:rPr lang="es-ES" dirty="0"/>
              <a:t> </a:t>
            </a:r>
            <a:r>
              <a:rPr lang="es-ES" dirty="0" err="1"/>
              <a:t>conet</a:t>
            </a:r>
            <a:r>
              <a:rPr lang="es-ES" dirty="0"/>
              <a:t> </a:t>
            </a:r>
            <a:r>
              <a:rPr lang="es-ES" dirty="0" err="1"/>
              <a:t>ullabor</a:t>
            </a:r>
            <a:r>
              <a:rPr lang="es-ES" dirty="0"/>
              <a:t>.</a:t>
            </a:r>
          </a:p>
        </p:txBody>
      </p:sp>
      <p:sp>
        <p:nvSpPr>
          <p:cNvPr id="14" name="Marcador de texto 17">
            <a:extLst>
              <a:ext uri="{FF2B5EF4-FFF2-40B4-BE49-F238E27FC236}">
                <a16:creationId xmlns:a16="http://schemas.microsoft.com/office/drawing/2014/main" id="{17103512-22F3-4B94-A25D-048AE848AB37}"/>
              </a:ext>
            </a:extLst>
          </p:cNvPr>
          <p:cNvSpPr>
            <a:spLocks noGrp="1"/>
          </p:cNvSpPr>
          <p:nvPr>
            <p:ph type="body" sz="quarter" idx="15" hasCustomPrompt="1"/>
          </p:nvPr>
        </p:nvSpPr>
        <p:spPr>
          <a:xfrm>
            <a:off x="1704624" y="4295110"/>
            <a:ext cx="2833509" cy="805538"/>
          </a:xfrm>
        </p:spPr>
        <p:txBody>
          <a:bodyPr lIns="0">
            <a:noAutofit/>
          </a:bodyPr>
          <a:lstStyle>
            <a:lvl1pPr marL="0" indent="0">
              <a:lnSpc>
                <a:spcPts val="2800"/>
              </a:lnSpc>
              <a:buNone/>
              <a:defRPr sz="2200" b="1">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5" name="Marcador de texto 17">
            <a:extLst>
              <a:ext uri="{FF2B5EF4-FFF2-40B4-BE49-F238E27FC236}">
                <a16:creationId xmlns:a16="http://schemas.microsoft.com/office/drawing/2014/main" id="{D38D5DB7-327A-41B5-90F2-CBC66EE13DBD}"/>
              </a:ext>
            </a:extLst>
          </p:cNvPr>
          <p:cNvSpPr>
            <a:spLocks noGrp="1"/>
          </p:cNvSpPr>
          <p:nvPr>
            <p:ph type="body" sz="quarter" idx="23" hasCustomPrompt="1"/>
          </p:nvPr>
        </p:nvSpPr>
        <p:spPr>
          <a:xfrm>
            <a:off x="5717823" y="5100648"/>
            <a:ext cx="3262487" cy="1819441"/>
          </a:xfrm>
        </p:spPr>
        <p:txBody>
          <a:bodyPr lIns="0">
            <a:noAutofit/>
          </a:bodyPr>
          <a:lstStyle>
            <a:lvl1pPr marL="0" indent="0">
              <a:lnSpc>
                <a:spcPts val="1700"/>
              </a:lnSpc>
              <a:spcBef>
                <a:spcPts val="900"/>
              </a:spcBef>
              <a:buNone/>
              <a:defRPr sz="1440" b="0">
                <a:solidFill>
                  <a:schemeClr val="bg1"/>
                </a:solidFill>
              </a:defRPr>
            </a:lvl1pPr>
          </a:lstStyle>
          <a:p>
            <a:pPr lvl="0"/>
            <a:r>
              <a:rPr lang="es-ES" dirty="0"/>
              <a:t>Ma </a:t>
            </a:r>
            <a:r>
              <a:rPr lang="es-ES" dirty="0" err="1"/>
              <a:t>vendest</a:t>
            </a:r>
            <a:r>
              <a:rPr lang="es-ES" dirty="0"/>
              <a:t> as qui </a:t>
            </a:r>
            <a:r>
              <a:rPr lang="es-ES" dirty="0" err="1"/>
              <a:t>beaPoribus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quid </a:t>
            </a:r>
            <a:r>
              <a:rPr lang="es-ES" dirty="0" err="1"/>
              <a:t>ullestrum</a:t>
            </a:r>
            <a:r>
              <a:rPr lang="es-ES" dirty="0"/>
              <a:t> quia </a:t>
            </a:r>
            <a:r>
              <a:rPr lang="es-ES" dirty="0" err="1"/>
              <a:t>estemqu</a:t>
            </a:r>
            <a:r>
              <a:rPr lang="es-ES" dirty="0"/>
              <a:t>.</a:t>
            </a:r>
          </a:p>
          <a:p>
            <a:pPr lvl="0"/>
            <a:r>
              <a:rPr lang="es-ES" dirty="0" err="1"/>
              <a:t>Estemque</a:t>
            </a:r>
            <a:r>
              <a:rPr lang="es-ES" dirty="0"/>
              <a:t> </a:t>
            </a:r>
            <a:r>
              <a:rPr lang="es-ES" dirty="0" err="1"/>
              <a:t>Lorem</a:t>
            </a:r>
            <a:r>
              <a:rPr lang="es-ES" dirty="0"/>
              <a:t> </a:t>
            </a:r>
            <a:r>
              <a:rPr lang="es-ES" dirty="0" err="1"/>
              <a:t>ipsum</a:t>
            </a:r>
            <a:r>
              <a:rPr lang="es-ES" dirty="0"/>
              <a:t> </a:t>
            </a:r>
            <a:r>
              <a:rPr lang="es-ES" dirty="0" err="1"/>
              <a:t>milupta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quiadit</a:t>
            </a:r>
            <a:r>
              <a:rPr lang="es-ES" dirty="0"/>
              <a:t> </a:t>
            </a:r>
            <a:r>
              <a:rPr lang="es-ES" dirty="0" err="1"/>
              <a:t>samus</a:t>
            </a:r>
            <a:r>
              <a:rPr lang="es-ES" dirty="0"/>
              <a:t> </a:t>
            </a:r>
            <a:r>
              <a:rPr lang="es-ES" dirty="0" err="1"/>
              <a:t>amsa</a:t>
            </a:r>
            <a:r>
              <a:rPr lang="es-ES" dirty="0"/>
              <a:t> </a:t>
            </a:r>
            <a:r>
              <a:rPr lang="es-ES" dirty="0" err="1"/>
              <a:t>conse</a:t>
            </a:r>
            <a:r>
              <a:rPr lang="es-ES" dirty="0"/>
              <a:t> </a:t>
            </a:r>
            <a:r>
              <a:rPr lang="es-ES" dirty="0" err="1"/>
              <a:t>conet</a:t>
            </a:r>
            <a:r>
              <a:rPr lang="es-ES" dirty="0"/>
              <a:t> </a:t>
            </a:r>
            <a:r>
              <a:rPr lang="es-ES" dirty="0" err="1"/>
              <a:t>ullabor</a:t>
            </a:r>
            <a:r>
              <a:rPr lang="es-ES" dirty="0"/>
              <a:t>.</a:t>
            </a:r>
          </a:p>
        </p:txBody>
      </p:sp>
      <p:sp>
        <p:nvSpPr>
          <p:cNvPr id="16" name="Marcador de texto 17">
            <a:extLst>
              <a:ext uri="{FF2B5EF4-FFF2-40B4-BE49-F238E27FC236}">
                <a16:creationId xmlns:a16="http://schemas.microsoft.com/office/drawing/2014/main" id="{135959A0-73A1-4A20-8540-8FF5678BCD75}"/>
              </a:ext>
            </a:extLst>
          </p:cNvPr>
          <p:cNvSpPr>
            <a:spLocks noGrp="1"/>
          </p:cNvSpPr>
          <p:nvPr>
            <p:ph type="body" sz="quarter" idx="24" hasCustomPrompt="1"/>
          </p:nvPr>
        </p:nvSpPr>
        <p:spPr>
          <a:xfrm>
            <a:off x="5717823" y="4295110"/>
            <a:ext cx="2833509" cy="805538"/>
          </a:xfrm>
        </p:spPr>
        <p:txBody>
          <a:bodyPr lIns="0">
            <a:noAutofit/>
          </a:bodyPr>
          <a:lstStyle>
            <a:lvl1pPr marL="0" indent="0">
              <a:lnSpc>
                <a:spcPts val="2800"/>
              </a:lnSpc>
              <a:buNone/>
              <a:defRPr sz="2200" b="1">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7" name="Marcador de texto 17">
            <a:extLst>
              <a:ext uri="{FF2B5EF4-FFF2-40B4-BE49-F238E27FC236}">
                <a16:creationId xmlns:a16="http://schemas.microsoft.com/office/drawing/2014/main" id="{0255EA5E-DA24-4DFD-B54F-784F7AF35D5B}"/>
              </a:ext>
            </a:extLst>
          </p:cNvPr>
          <p:cNvSpPr>
            <a:spLocks noGrp="1"/>
          </p:cNvSpPr>
          <p:nvPr>
            <p:ph type="body" sz="quarter" idx="25" hasCustomPrompt="1"/>
          </p:nvPr>
        </p:nvSpPr>
        <p:spPr>
          <a:xfrm>
            <a:off x="9731022" y="5100648"/>
            <a:ext cx="3262487" cy="1819441"/>
          </a:xfrm>
        </p:spPr>
        <p:txBody>
          <a:bodyPr lIns="0">
            <a:noAutofit/>
          </a:bodyPr>
          <a:lstStyle>
            <a:lvl1pPr marL="0" indent="0">
              <a:lnSpc>
                <a:spcPts val="1700"/>
              </a:lnSpc>
              <a:spcBef>
                <a:spcPts val="900"/>
              </a:spcBef>
              <a:buNone/>
              <a:defRPr sz="1440" b="0">
                <a:solidFill>
                  <a:schemeClr val="bg1"/>
                </a:solidFill>
              </a:defRPr>
            </a:lvl1pPr>
          </a:lstStyle>
          <a:p>
            <a:pPr lvl="0"/>
            <a:r>
              <a:rPr lang="es-ES" dirty="0"/>
              <a:t>Ma </a:t>
            </a:r>
            <a:r>
              <a:rPr lang="es-ES" dirty="0" err="1"/>
              <a:t>vendest</a:t>
            </a:r>
            <a:r>
              <a:rPr lang="es-ES" dirty="0"/>
              <a:t> as qui </a:t>
            </a:r>
            <a:r>
              <a:rPr lang="es-ES" dirty="0" err="1"/>
              <a:t>beaPoribus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quid </a:t>
            </a:r>
            <a:r>
              <a:rPr lang="es-ES" dirty="0" err="1"/>
              <a:t>ullestrum</a:t>
            </a:r>
            <a:r>
              <a:rPr lang="es-ES" dirty="0"/>
              <a:t> quia </a:t>
            </a:r>
            <a:r>
              <a:rPr lang="es-ES" dirty="0" err="1"/>
              <a:t>estemqu</a:t>
            </a:r>
            <a:r>
              <a:rPr lang="es-ES" dirty="0"/>
              <a:t>.</a:t>
            </a:r>
          </a:p>
          <a:p>
            <a:pPr lvl="0"/>
            <a:r>
              <a:rPr lang="es-ES" dirty="0" err="1"/>
              <a:t>Estemque</a:t>
            </a:r>
            <a:r>
              <a:rPr lang="es-ES" dirty="0"/>
              <a:t> </a:t>
            </a:r>
            <a:r>
              <a:rPr lang="es-ES" dirty="0" err="1"/>
              <a:t>Lorem</a:t>
            </a:r>
            <a:r>
              <a:rPr lang="es-ES" dirty="0"/>
              <a:t> </a:t>
            </a:r>
            <a:r>
              <a:rPr lang="es-ES" dirty="0" err="1"/>
              <a:t>ipsum</a:t>
            </a:r>
            <a:r>
              <a:rPr lang="es-ES" dirty="0"/>
              <a:t> </a:t>
            </a:r>
            <a:r>
              <a:rPr lang="es-ES" dirty="0" err="1"/>
              <a:t>milupta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quiadit</a:t>
            </a:r>
            <a:r>
              <a:rPr lang="es-ES" dirty="0"/>
              <a:t> </a:t>
            </a:r>
            <a:r>
              <a:rPr lang="es-ES" dirty="0" err="1"/>
              <a:t>samus</a:t>
            </a:r>
            <a:r>
              <a:rPr lang="es-ES" dirty="0"/>
              <a:t> </a:t>
            </a:r>
            <a:r>
              <a:rPr lang="es-ES" dirty="0" err="1"/>
              <a:t>amsa</a:t>
            </a:r>
            <a:r>
              <a:rPr lang="es-ES" dirty="0"/>
              <a:t> </a:t>
            </a:r>
            <a:r>
              <a:rPr lang="es-ES" dirty="0" err="1"/>
              <a:t>conse</a:t>
            </a:r>
            <a:r>
              <a:rPr lang="es-ES" dirty="0"/>
              <a:t> </a:t>
            </a:r>
            <a:r>
              <a:rPr lang="es-ES" dirty="0" err="1"/>
              <a:t>conet</a:t>
            </a:r>
            <a:r>
              <a:rPr lang="es-ES" dirty="0"/>
              <a:t> </a:t>
            </a:r>
            <a:r>
              <a:rPr lang="es-ES" dirty="0" err="1"/>
              <a:t>ullabor</a:t>
            </a:r>
            <a:r>
              <a:rPr lang="es-ES" dirty="0"/>
              <a:t>.</a:t>
            </a:r>
          </a:p>
        </p:txBody>
      </p:sp>
      <p:sp>
        <p:nvSpPr>
          <p:cNvPr id="18" name="Marcador de texto 17">
            <a:extLst>
              <a:ext uri="{FF2B5EF4-FFF2-40B4-BE49-F238E27FC236}">
                <a16:creationId xmlns:a16="http://schemas.microsoft.com/office/drawing/2014/main" id="{6E9F5C62-B4A7-41AD-B76A-EE9A620CFDBA}"/>
              </a:ext>
            </a:extLst>
          </p:cNvPr>
          <p:cNvSpPr>
            <a:spLocks noGrp="1"/>
          </p:cNvSpPr>
          <p:nvPr>
            <p:ph type="body" sz="quarter" idx="26" hasCustomPrompt="1"/>
          </p:nvPr>
        </p:nvSpPr>
        <p:spPr>
          <a:xfrm>
            <a:off x="9731022" y="4295110"/>
            <a:ext cx="2833509" cy="805538"/>
          </a:xfrm>
        </p:spPr>
        <p:txBody>
          <a:bodyPr lIns="0">
            <a:noAutofit/>
          </a:bodyPr>
          <a:lstStyle>
            <a:lvl1pPr marL="0" indent="0">
              <a:lnSpc>
                <a:spcPts val="2800"/>
              </a:lnSpc>
              <a:buNone/>
              <a:defRPr sz="2200" b="1">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24" name="CuadroTexto 23">
            <a:extLst>
              <a:ext uri="{FF2B5EF4-FFF2-40B4-BE49-F238E27FC236}">
                <a16:creationId xmlns:a16="http://schemas.microsoft.com/office/drawing/2014/main" id="{FA4665B7-FA7B-481D-B03C-01821A72BCB7}"/>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8" name="Marcador de número de diapositiva 1">
            <a:extLst>
              <a:ext uri="{FF2B5EF4-FFF2-40B4-BE49-F238E27FC236}">
                <a16:creationId xmlns:a16="http://schemas.microsoft.com/office/drawing/2014/main" id="{8D50867C-CB97-40D7-9852-5217F1B68BFA}"/>
              </a:ext>
            </a:extLst>
          </p:cNvPr>
          <p:cNvSpPr>
            <a:spLocks noGrp="1"/>
          </p:cNvSpPr>
          <p:nvPr>
            <p:ph type="sldNum" sz="quarter" idx="30"/>
          </p:nvPr>
        </p:nvSpPr>
        <p:spPr>
          <a:xfrm>
            <a:off x="7000489" y="7763089"/>
            <a:ext cx="629422" cy="395242"/>
          </a:xfrm>
        </p:spPr>
        <p:txBody>
          <a:bodyPr/>
          <a:lstStyle/>
          <a:p>
            <a:fld id="{B005B2D1-880E-4846-A216-7D6770BA1332}" type="slidenum">
              <a:rPr lang="es-ES" smtClean="0"/>
              <a:pPr/>
              <a:t>‹Nº›</a:t>
            </a:fld>
            <a:endParaRPr lang="es-ES" dirty="0"/>
          </a:p>
        </p:txBody>
      </p:sp>
      <p:sp>
        <p:nvSpPr>
          <p:cNvPr id="29" name="Rectángulo 28">
            <a:extLst>
              <a:ext uri="{FF2B5EF4-FFF2-40B4-BE49-F238E27FC236}">
                <a16:creationId xmlns:a16="http://schemas.microsoft.com/office/drawing/2014/main" id="{639C77E3-4418-4CF8-8DB6-6EAEF652764C}"/>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9" name="Gráfico 18">
            <a:extLst>
              <a:ext uri="{FF2B5EF4-FFF2-40B4-BE49-F238E27FC236}">
                <a16:creationId xmlns:a16="http://schemas.microsoft.com/office/drawing/2014/main" id="{35B930F3-1326-4124-9326-5D4EF0AF7D55}"/>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852853910"/>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Destacado rojo  02">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1E0E9459-B8E5-4C8D-B2B6-4F0E78FC7B0E}"/>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2" name="Título 11">
            <a:extLst>
              <a:ext uri="{FF2B5EF4-FFF2-40B4-BE49-F238E27FC236}">
                <a16:creationId xmlns:a16="http://schemas.microsoft.com/office/drawing/2014/main" id="{E45EE8D0-3795-421B-8794-6F214183AE2D}"/>
              </a:ext>
            </a:extLst>
          </p:cNvPr>
          <p:cNvSpPr>
            <a:spLocks noGrp="1"/>
          </p:cNvSpPr>
          <p:nvPr>
            <p:ph type="title" hasCustomPrompt="1"/>
          </p:nvPr>
        </p:nvSpPr>
        <p:spPr>
          <a:xfrm>
            <a:off x="906463" y="2321558"/>
            <a:ext cx="4811360" cy="1017545"/>
          </a:xfrm>
        </p:spPr>
        <p:txBody>
          <a:bodyPr lIns="0">
            <a:noAutofit/>
          </a:bodyPr>
          <a:lstStyle>
            <a:lvl1pPr>
              <a:defRPr sz="4300"/>
            </a:lvl1pPr>
          </a:lstStyle>
          <a:p>
            <a:r>
              <a:rPr lang="es-ES" dirty="0" err="1"/>
              <a:t>Lorem</a:t>
            </a:r>
            <a:r>
              <a:rPr lang="es-ES" dirty="0"/>
              <a:t> </a:t>
            </a:r>
            <a:r>
              <a:rPr lang="es-ES" dirty="0" err="1"/>
              <a:t>ipsum</a:t>
            </a:r>
            <a:r>
              <a:rPr lang="es-ES" dirty="0"/>
              <a:t> dolor </a:t>
            </a:r>
            <a:r>
              <a:rPr lang="es-ES" dirty="0" err="1"/>
              <a:t>sit</a:t>
            </a:r>
            <a:r>
              <a:rPr lang="es-ES" dirty="0"/>
              <a:t> </a:t>
            </a:r>
            <a:r>
              <a:rPr lang="es-ES" dirty="0" err="1"/>
              <a:t>ipsum</a:t>
            </a:r>
            <a:endParaRPr lang="es-ES" dirty="0"/>
          </a:p>
        </p:txBody>
      </p:sp>
      <p:sp>
        <p:nvSpPr>
          <p:cNvPr id="19" name="Marcador de texto 17">
            <a:extLst>
              <a:ext uri="{FF2B5EF4-FFF2-40B4-BE49-F238E27FC236}">
                <a16:creationId xmlns:a16="http://schemas.microsoft.com/office/drawing/2014/main" id="{35A5DA2D-4E6F-40F0-8594-B41F695D394D}"/>
              </a:ext>
            </a:extLst>
          </p:cNvPr>
          <p:cNvSpPr>
            <a:spLocks noGrp="1"/>
          </p:cNvSpPr>
          <p:nvPr>
            <p:ph type="body" sz="quarter" idx="28" hasCustomPrompt="1"/>
          </p:nvPr>
        </p:nvSpPr>
        <p:spPr>
          <a:xfrm>
            <a:off x="7746685" y="2734672"/>
            <a:ext cx="2322846" cy="1098511"/>
          </a:xfrm>
        </p:spPr>
        <p:txBody>
          <a:bodyPr lIns="0">
            <a:noAutofit/>
          </a:bodyPr>
          <a:lstStyle>
            <a:lvl1pPr marL="0" indent="0" algn="ctr">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20" name="Marcador de texto 17">
            <a:extLst>
              <a:ext uri="{FF2B5EF4-FFF2-40B4-BE49-F238E27FC236}">
                <a16:creationId xmlns:a16="http://schemas.microsoft.com/office/drawing/2014/main" id="{6F9A1F28-DDBB-46FB-AD57-A8D447F0945F}"/>
              </a:ext>
            </a:extLst>
          </p:cNvPr>
          <p:cNvSpPr>
            <a:spLocks noGrp="1"/>
          </p:cNvSpPr>
          <p:nvPr>
            <p:ph type="body" sz="quarter" idx="29" hasCustomPrompt="1"/>
          </p:nvPr>
        </p:nvSpPr>
        <p:spPr>
          <a:xfrm>
            <a:off x="7746686" y="2251915"/>
            <a:ext cx="2322845" cy="462209"/>
          </a:xfrm>
        </p:spPr>
        <p:txBody>
          <a:bodyPr lIns="0">
            <a:normAutofit/>
          </a:bodyPr>
          <a:lstStyle>
            <a:lvl1pPr marL="0" indent="0" algn="ctr">
              <a:lnSpc>
                <a:spcPts val="2800"/>
              </a:lnSpc>
              <a:buNone/>
              <a:defRPr sz="2800" b="1">
                <a:solidFill>
                  <a:schemeClr val="bg1"/>
                </a:solidFill>
              </a:defRPr>
            </a:lvl1pPr>
          </a:lstStyle>
          <a:p>
            <a:pPr lvl="0"/>
            <a:r>
              <a:rPr lang="es-ES" dirty="0" err="1"/>
              <a:t>Lorem</a:t>
            </a:r>
            <a:r>
              <a:rPr lang="es-ES" dirty="0"/>
              <a:t> </a:t>
            </a:r>
            <a:r>
              <a:rPr lang="es-ES" dirty="0" err="1"/>
              <a:t>ipsum</a:t>
            </a:r>
            <a:endParaRPr lang="es-ES" dirty="0"/>
          </a:p>
        </p:txBody>
      </p:sp>
      <p:sp>
        <p:nvSpPr>
          <p:cNvPr id="21" name="Marcador de texto 17">
            <a:extLst>
              <a:ext uri="{FF2B5EF4-FFF2-40B4-BE49-F238E27FC236}">
                <a16:creationId xmlns:a16="http://schemas.microsoft.com/office/drawing/2014/main" id="{B3CCE7E5-483B-4D05-A9C8-5D66C5A57396}"/>
              </a:ext>
            </a:extLst>
          </p:cNvPr>
          <p:cNvSpPr>
            <a:spLocks noGrp="1"/>
          </p:cNvSpPr>
          <p:nvPr>
            <p:ph type="body" sz="quarter" idx="16" hasCustomPrompt="1"/>
          </p:nvPr>
        </p:nvSpPr>
        <p:spPr>
          <a:xfrm>
            <a:off x="906463" y="3616193"/>
            <a:ext cx="5699820" cy="341133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a:t>
            </a:r>
          </a:p>
          <a:p>
            <a:pPr lvl="0"/>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a:t>
            </a:r>
            <a:r>
              <a:rPr lang="es-ES" dirty="0"/>
              <a:t>.</a:t>
            </a:r>
          </a:p>
          <a:p>
            <a:pPr marL="0" marR="0" lvl="0" indent="0" algn="l" defTabSz="1097280" rtl="0" eaLnBrk="1" fontAlgn="auto" latinLnBrk="0" hangingPunct="1">
              <a:lnSpc>
                <a:spcPts val="1700"/>
              </a:lnSpc>
              <a:spcBef>
                <a:spcPts val="900"/>
              </a:spcBef>
              <a:spcAft>
                <a:spcPts val="0"/>
              </a:spcAft>
              <a:buClr>
                <a:srgbClr val="FF3228"/>
              </a:buClr>
              <a:buSzTx/>
              <a:buFont typeface="Wingdings" panose="05000000000000000000" pitchFamily="2" charset="2"/>
              <a:buNone/>
              <a:tabLst/>
              <a:defRPr/>
            </a:pPr>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a:t>
            </a:r>
            <a:r>
              <a:rPr lang="es-ES" dirty="0"/>
              <a:t> </a:t>
            </a:r>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a:t>
            </a:r>
          </a:p>
        </p:txBody>
      </p:sp>
      <p:sp>
        <p:nvSpPr>
          <p:cNvPr id="23" name="Marcador de texto 17">
            <a:extLst>
              <a:ext uri="{FF2B5EF4-FFF2-40B4-BE49-F238E27FC236}">
                <a16:creationId xmlns:a16="http://schemas.microsoft.com/office/drawing/2014/main" id="{640C55DC-E61D-45D3-A700-DB5918588A99}"/>
              </a:ext>
            </a:extLst>
          </p:cNvPr>
          <p:cNvSpPr>
            <a:spLocks noGrp="1"/>
          </p:cNvSpPr>
          <p:nvPr>
            <p:ph type="body" sz="quarter" idx="30" hasCustomPrompt="1"/>
          </p:nvPr>
        </p:nvSpPr>
        <p:spPr>
          <a:xfrm>
            <a:off x="10947549" y="2734672"/>
            <a:ext cx="2322846" cy="1098511"/>
          </a:xfrm>
        </p:spPr>
        <p:txBody>
          <a:bodyPr lIns="0">
            <a:noAutofit/>
          </a:bodyPr>
          <a:lstStyle>
            <a:lvl1pPr marL="0" indent="0" algn="ctr">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24" name="Marcador de texto 17">
            <a:extLst>
              <a:ext uri="{FF2B5EF4-FFF2-40B4-BE49-F238E27FC236}">
                <a16:creationId xmlns:a16="http://schemas.microsoft.com/office/drawing/2014/main" id="{24A76FCA-CB34-4B58-8F61-D8981ED6F85C}"/>
              </a:ext>
            </a:extLst>
          </p:cNvPr>
          <p:cNvSpPr>
            <a:spLocks noGrp="1"/>
          </p:cNvSpPr>
          <p:nvPr>
            <p:ph type="body" sz="quarter" idx="31" hasCustomPrompt="1"/>
          </p:nvPr>
        </p:nvSpPr>
        <p:spPr>
          <a:xfrm>
            <a:off x="10947550" y="2251915"/>
            <a:ext cx="2322845" cy="462209"/>
          </a:xfrm>
        </p:spPr>
        <p:txBody>
          <a:bodyPr lIns="0">
            <a:normAutofit/>
          </a:bodyPr>
          <a:lstStyle>
            <a:lvl1pPr marL="0" indent="0" algn="ctr">
              <a:lnSpc>
                <a:spcPts val="2800"/>
              </a:lnSpc>
              <a:buNone/>
              <a:defRPr sz="2800" b="1">
                <a:solidFill>
                  <a:schemeClr val="bg1"/>
                </a:solidFill>
              </a:defRPr>
            </a:lvl1pPr>
          </a:lstStyle>
          <a:p>
            <a:pPr lvl="0"/>
            <a:r>
              <a:rPr lang="es-ES" dirty="0" err="1"/>
              <a:t>Lorem</a:t>
            </a:r>
            <a:r>
              <a:rPr lang="es-ES" dirty="0"/>
              <a:t> </a:t>
            </a:r>
            <a:r>
              <a:rPr lang="es-ES" dirty="0" err="1"/>
              <a:t>ipsum</a:t>
            </a:r>
            <a:endParaRPr lang="es-ES" dirty="0"/>
          </a:p>
        </p:txBody>
      </p:sp>
      <p:sp>
        <p:nvSpPr>
          <p:cNvPr id="28" name="Marcador de texto 17">
            <a:extLst>
              <a:ext uri="{FF2B5EF4-FFF2-40B4-BE49-F238E27FC236}">
                <a16:creationId xmlns:a16="http://schemas.microsoft.com/office/drawing/2014/main" id="{952B7A81-FFDE-4C63-97B3-995F4AC8BA8A}"/>
              </a:ext>
            </a:extLst>
          </p:cNvPr>
          <p:cNvSpPr>
            <a:spLocks noGrp="1"/>
          </p:cNvSpPr>
          <p:nvPr>
            <p:ph type="body" sz="quarter" idx="32" hasCustomPrompt="1"/>
          </p:nvPr>
        </p:nvSpPr>
        <p:spPr>
          <a:xfrm>
            <a:off x="7746685" y="6039330"/>
            <a:ext cx="2322846" cy="1098511"/>
          </a:xfrm>
        </p:spPr>
        <p:txBody>
          <a:bodyPr lIns="0">
            <a:noAutofit/>
          </a:bodyPr>
          <a:lstStyle>
            <a:lvl1pPr marL="0" indent="0" algn="ctr">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29" name="Marcador de texto 17">
            <a:extLst>
              <a:ext uri="{FF2B5EF4-FFF2-40B4-BE49-F238E27FC236}">
                <a16:creationId xmlns:a16="http://schemas.microsoft.com/office/drawing/2014/main" id="{65652406-D231-444A-977F-5CA411D79B74}"/>
              </a:ext>
            </a:extLst>
          </p:cNvPr>
          <p:cNvSpPr>
            <a:spLocks noGrp="1"/>
          </p:cNvSpPr>
          <p:nvPr>
            <p:ph type="body" sz="quarter" idx="33" hasCustomPrompt="1"/>
          </p:nvPr>
        </p:nvSpPr>
        <p:spPr>
          <a:xfrm>
            <a:off x="7746686" y="5556573"/>
            <a:ext cx="2322845" cy="462209"/>
          </a:xfrm>
        </p:spPr>
        <p:txBody>
          <a:bodyPr lIns="0">
            <a:normAutofit/>
          </a:bodyPr>
          <a:lstStyle>
            <a:lvl1pPr marL="0" indent="0" algn="ctr">
              <a:lnSpc>
                <a:spcPts val="2800"/>
              </a:lnSpc>
              <a:buNone/>
              <a:defRPr sz="2800" b="1">
                <a:solidFill>
                  <a:schemeClr val="bg1"/>
                </a:solidFill>
              </a:defRPr>
            </a:lvl1pPr>
          </a:lstStyle>
          <a:p>
            <a:pPr lvl="0"/>
            <a:r>
              <a:rPr lang="es-ES" dirty="0" err="1"/>
              <a:t>Lorem</a:t>
            </a:r>
            <a:r>
              <a:rPr lang="es-ES" dirty="0"/>
              <a:t> </a:t>
            </a:r>
            <a:r>
              <a:rPr lang="es-ES" dirty="0" err="1"/>
              <a:t>ipsum</a:t>
            </a:r>
            <a:endParaRPr lang="es-ES" dirty="0"/>
          </a:p>
        </p:txBody>
      </p:sp>
      <p:sp>
        <p:nvSpPr>
          <p:cNvPr id="30" name="Marcador de texto 17">
            <a:extLst>
              <a:ext uri="{FF2B5EF4-FFF2-40B4-BE49-F238E27FC236}">
                <a16:creationId xmlns:a16="http://schemas.microsoft.com/office/drawing/2014/main" id="{E4D2A615-C2E7-4A9B-A1AA-BB9CE7C687CB}"/>
              </a:ext>
            </a:extLst>
          </p:cNvPr>
          <p:cNvSpPr>
            <a:spLocks noGrp="1"/>
          </p:cNvSpPr>
          <p:nvPr>
            <p:ph type="body" sz="quarter" idx="34" hasCustomPrompt="1"/>
          </p:nvPr>
        </p:nvSpPr>
        <p:spPr>
          <a:xfrm>
            <a:off x="10947549" y="6039330"/>
            <a:ext cx="2322846" cy="1098511"/>
          </a:xfrm>
        </p:spPr>
        <p:txBody>
          <a:bodyPr lIns="0">
            <a:noAutofit/>
          </a:bodyPr>
          <a:lstStyle>
            <a:lvl1pPr marL="0" indent="0" algn="ctr">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31" name="Marcador de texto 17">
            <a:extLst>
              <a:ext uri="{FF2B5EF4-FFF2-40B4-BE49-F238E27FC236}">
                <a16:creationId xmlns:a16="http://schemas.microsoft.com/office/drawing/2014/main" id="{672FC0A1-441D-4DF9-82A5-463E836C04E9}"/>
              </a:ext>
            </a:extLst>
          </p:cNvPr>
          <p:cNvSpPr>
            <a:spLocks noGrp="1"/>
          </p:cNvSpPr>
          <p:nvPr>
            <p:ph type="body" sz="quarter" idx="35" hasCustomPrompt="1"/>
          </p:nvPr>
        </p:nvSpPr>
        <p:spPr>
          <a:xfrm>
            <a:off x="10947550" y="5556573"/>
            <a:ext cx="2322845" cy="462209"/>
          </a:xfrm>
        </p:spPr>
        <p:txBody>
          <a:bodyPr lIns="0">
            <a:normAutofit/>
          </a:bodyPr>
          <a:lstStyle>
            <a:lvl1pPr marL="0" indent="0" algn="ctr">
              <a:lnSpc>
                <a:spcPts val="2800"/>
              </a:lnSpc>
              <a:buNone/>
              <a:defRPr sz="2800" b="1">
                <a:solidFill>
                  <a:schemeClr val="bg1"/>
                </a:solidFill>
              </a:defRPr>
            </a:lvl1pPr>
          </a:lstStyle>
          <a:p>
            <a:pPr lvl="0"/>
            <a:r>
              <a:rPr lang="es-ES" dirty="0" err="1"/>
              <a:t>Lorem</a:t>
            </a:r>
            <a:r>
              <a:rPr lang="es-ES" dirty="0"/>
              <a:t> </a:t>
            </a:r>
            <a:r>
              <a:rPr lang="es-ES" dirty="0" err="1"/>
              <a:t>ipsum</a:t>
            </a:r>
            <a:endParaRPr lang="es-ES" dirty="0"/>
          </a:p>
        </p:txBody>
      </p:sp>
      <p:sp>
        <p:nvSpPr>
          <p:cNvPr id="22" name="CuadroTexto 21">
            <a:extLst>
              <a:ext uri="{FF2B5EF4-FFF2-40B4-BE49-F238E27FC236}">
                <a16:creationId xmlns:a16="http://schemas.microsoft.com/office/drawing/2014/main" id="{644EF380-0C7D-45AD-A55E-F881B7F6A929}"/>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6" name="Marcador de número de diapositiva 1">
            <a:extLst>
              <a:ext uri="{FF2B5EF4-FFF2-40B4-BE49-F238E27FC236}">
                <a16:creationId xmlns:a16="http://schemas.microsoft.com/office/drawing/2014/main" id="{557DF84F-68CD-4ED4-AF98-9ED42A626691}"/>
              </a:ext>
            </a:extLst>
          </p:cNvPr>
          <p:cNvSpPr>
            <a:spLocks noGrp="1"/>
          </p:cNvSpPr>
          <p:nvPr>
            <p:ph type="sldNum" sz="quarter" idx="39"/>
          </p:nvPr>
        </p:nvSpPr>
        <p:spPr>
          <a:xfrm>
            <a:off x="7000489" y="7763089"/>
            <a:ext cx="629422" cy="395242"/>
          </a:xfrm>
        </p:spPr>
        <p:txBody>
          <a:bodyPr/>
          <a:lstStyle/>
          <a:p>
            <a:fld id="{B005B2D1-880E-4846-A216-7D6770BA1332}" type="slidenum">
              <a:rPr lang="es-ES" smtClean="0"/>
              <a:pPr/>
              <a:t>‹Nº›</a:t>
            </a:fld>
            <a:endParaRPr lang="es-ES" dirty="0"/>
          </a:p>
        </p:txBody>
      </p:sp>
      <p:sp>
        <p:nvSpPr>
          <p:cNvPr id="27" name="Rectángulo 26">
            <a:extLst>
              <a:ext uri="{FF2B5EF4-FFF2-40B4-BE49-F238E27FC236}">
                <a16:creationId xmlns:a16="http://schemas.microsoft.com/office/drawing/2014/main" id="{54620D0E-5FB3-4449-B3FB-098759747B01}"/>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 name="Rectángulo 1">
            <a:extLst>
              <a:ext uri="{FF2B5EF4-FFF2-40B4-BE49-F238E27FC236}">
                <a16:creationId xmlns:a16="http://schemas.microsoft.com/office/drawing/2014/main" id="{8AD7ECDB-3C05-4359-9990-A2DC139303D4}"/>
              </a:ext>
            </a:extLst>
          </p:cNvPr>
          <p:cNvSpPr/>
          <p:nvPr userDrawn="1"/>
        </p:nvSpPr>
        <p:spPr>
          <a:xfrm>
            <a:off x="762000" y="704851"/>
            <a:ext cx="1917700" cy="11004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8" name="Gráfico 17">
            <a:extLst>
              <a:ext uri="{FF2B5EF4-FFF2-40B4-BE49-F238E27FC236}">
                <a16:creationId xmlns:a16="http://schemas.microsoft.com/office/drawing/2014/main" id="{13820B1A-6554-4612-97C5-B3400B6E69B8}"/>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2106874694"/>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Destacado colores">
    <p:spTree>
      <p:nvGrpSpPr>
        <p:cNvPr id="1" name=""/>
        <p:cNvGrpSpPr/>
        <p:nvPr/>
      </p:nvGrpSpPr>
      <p:grpSpPr>
        <a:xfrm>
          <a:off x="0" y="0"/>
          <a:ext cx="0" cy="0"/>
          <a:chOff x="0" y="0"/>
          <a:chExt cx="0" cy="0"/>
        </a:xfrm>
      </p:grpSpPr>
      <p:pic>
        <p:nvPicPr>
          <p:cNvPr id="9" name="Imagen 8">
            <a:extLst>
              <a:ext uri="{FF2B5EF4-FFF2-40B4-BE49-F238E27FC236}">
                <a16:creationId xmlns:a16="http://schemas.microsoft.com/office/drawing/2014/main" id="{26986D22-5C54-45CD-801F-AFB0BE290054}"/>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9" name="Marcador de texto 17">
            <a:extLst>
              <a:ext uri="{FF2B5EF4-FFF2-40B4-BE49-F238E27FC236}">
                <a16:creationId xmlns:a16="http://schemas.microsoft.com/office/drawing/2014/main" id="{35A5DA2D-4E6F-40F0-8594-B41F695D394D}"/>
              </a:ext>
            </a:extLst>
          </p:cNvPr>
          <p:cNvSpPr>
            <a:spLocks noGrp="1"/>
          </p:cNvSpPr>
          <p:nvPr>
            <p:ph type="body" sz="quarter" idx="28" hasCustomPrompt="1"/>
          </p:nvPr>
        </p:nvSpPr>
        <p:spPr>
          <a:xfrm>
            <a:off x="7787781" y="2259914"/>
            <a:ext cx="2322846" cy="1511625"/>
          </a:xfrm>
        </p:spPr>
        <p:txBody>
          <a:bodyPr lIns="0">
            <a:noAutofit/>
          </a:bodyPr>
          <a:lstStyle>
            <a:lvl1pPr marL="0" indent="0" algn="l">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21" name="Marcador de texto 17">
            <a:extLst>
              <a:ext uri="{FF2B5EF4-FFF2-40B4-BE49-F238E27FC236}">
                <a16:creationId xmlns:a16="http://schemas.microsoft.com/office/drawing/2014/main" id="{B3CCE7E5-483B-4D05-A9C8-5D66C5A57396}"/>
              </a:ext>
            </a:extLst>
          </p:cNvPr>
          <p:cNvSpPr>
            <a:spLocks noGrp="1"/>
          </p:cNvSpPr>
          <p:nvPr>
            <p:ph type="body" sz="quarter" idx="16" hasCustomPrompt="1"/>
          </p:nvPr>
        </p:nvSpPr>
        <p:spPr>
          <a:xfrm>
            <a:off x="906463" y="3616193"/>
            <a:ext cx="5699820" cy="341133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a:t>
            </a:r>
          </a:p>
          <a:p>
            <a:pPr lvl="0"/>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a:t>
            </a:r>
            <a:r>
              <a:rPr lang="es-ES" dirty="0"/>
              <a:t>.</a:t>
            </a:r>
          </a:p>
          <a:p>
            <a:pPr marL="0" marR="0" lvl="0" indent="0" algn="l" defTabSz="1097280" rtl="0" eaLnBrk="1" fontAlgn="auto" latinLnBrk="0" hangingPunct="1">
              <a:lnSpc>
                <a:spcPts val="1700"/>
              </a:lnSpc>
              <a:spcBef>
                <a:spcPts val="900"/>
              </a:spcBef>
              <a:spcAft>
                <a:spcPts val="0"/>
              </a:spcAft>
              <a:buClr>
                <a:srgbClr val="FF3228"/>
              </a:buClr>
              <a:buSzTx/>
              <a:buFont typeface="Wingdings" panose="05000000000000000000" pitchFamily="2" charset="2"/>
              <a:buNone/>
              <a:tabLst/>
              <a:defRPr/>
            </a:pPr>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a:t>
            </a:r>
            <a:r>
              <a:rPr lang="es-ES" dirty="0"/>
              <a:t> </a:t>
            </a:r>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a:t>
            </a:r>
          </a:p>
        </p:txBody>
      </p:sp>
      <p:sp>
        <p:nvSpPr>
          <p:cNvPr id="22" name="Marcador de texto 17">
            <a:extLst>
              <a:ext uri="{FF2B5EF4-FFF2-40B4-BE49-F238E27FC236}">
                <a16:creationId xmlns:a16="http://schemas.microsoft.com/office/drawing/2014/main" id="{114F4AE1-74F7-4029-901C-5429DFBF3F8C}"/>
              </a:ext>
            </a:extLst>
          </p:cNvPr>
          <p:cNvSpPr>
            <a:spLocks noGrp="1"/>
          </p:cNvSpPr>
          <p:nvPr>
            <p:ph type="body" sz="quarter" idx="35" hasCustomPrompt="1"/>
          </p:nvPr>
        </p:nvSpPr>
        <p:spPr>
          <a:xfrm>
            <a:off x="7787781" y="1948037"/>
            <a:ext cx="2322846" cy="311877"/>
          </a:xfrm>
        </p:spPr>
        <p:txBody>
          <a:bodyPr lIns="0">
            <a:noAutofit/>
          </a:bodyPr>
          <a:lstStyle>
            <a:lvl1pPr marL="0" indent="0" algn="l">
              <a:lnSpc>
                <a:spcPts val="1700"/>
              </a:lnSpc>
              <a:spcBef>
                <a:spcPts val="900"/>
              </a:spcBef>
              <a:buNone/>
              <a:defRPr sz="1440" b="1">
                <a:solidFill>
                  <a:schemeClr val="bg1"/>
                </a:solidFill>
              </a:defRPr>
            </a:lvl1pPr>
          </a:lstStyle>
          <a:p>
            <a:pPr lvl="0"/>
            <a:r>
              <a:rPr lang="es-ES" dirty="0" err="1"/>
              <a:t>Lorem</a:t>
            </a:r>
            <a:r>
              <a:rPr lang="es-ES" dirty="0"/>
              <a:t> </a:t>
            </a:r>
            <a:r>
              <a:rPr lang="es-ES" dirty="0" err="1"/>
              <a:t>ipsum</a:t>
            </a:r>
            <a:endParaRPr lang="es-ES" dirty="0"/>
          </a:p>
        </p:txBody>
      </p:sp>
      <p:sp>
        <p:nvSpPr>
          <p:cNvPr id="26" name="Marcador de texto 17">
            <a:extLst>
              <a:ext uri="{FF2B5EF4-FFF2-40B4-BE49-F238E27FC236}">
                <a16:creationId xmlns:a16="http://schemas.microsoft.com/office/drawing/2014/main" id="{2BD66F45-9FAC-43B8-83DB-5241323618B8}"/>
              </a:ext>
            </a:extLst>
          </p:cNvPr>
          <p:cNvSpPr>
            <a:spLocks noGrp="1"/>
          </p:cNvSpPr>
          <p:nvPr>
            <p:ph type="body" sz="quarter" idx="36" hasCustomPrompt="1"/>
          </p:nvPr>
        </p:nvSpPr>
        <p:spPr>
          <a:xfrm>
            <a:off x="10991071" y="2259914"/>
            <a:ext cx="2322846" cy="1511625"/>
          </a:xfrm>
        </p:spPr>
        <p:txBody>
          <a:bodyPr lIns="0">
            <a:noAutofit/>
          </a:bodyPr>
          <a:lstStyle>
            <a:lvl1pPr marL="0" indent="0" algn="l">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35" name="Marcador de texto 17">
            <a:extLst>
              <a:ext uri="{FF2B5EF4-FFF2-40B4-BE49-F238E27FC236}">
                <a16:creationId xmlns:a16="http://schemas.microsoft.com/office/drawing/2014/main" id="{1713EFFF-367D-483D-B0D0-22B12F478437}"/>
              </a:ext>
            </a:extLst>
          </p:cNvPr>
          <p:cNvSpPr>
            <a:spLocks noGrp="1"/>
          </p:cNvSpPr>
          <p:nvPr>
            <p:ph type="body" sz="quarter" idx="38" hasCustomPrompt="1"/>
          </p:nvPr>
        </p:nvSpPr>
        <p:spPr>
          <a:xfrm>
            <a:off x="10991071" y="1948037"/>
            <a:ext cx="2322846" cy="311877"/>
          </a:xfrm>
        </p:spPr>
        <p:txBody>
          <a:bodyPr lIns="0">
            <a:noAutofit/>
          </a:bodyPr>
          <a:lstStyle>
            <a:lvl1pPr marL="0" indent="0" algn="l">
              <a:lnSpc>
                <a:spcPts val="1700"/>
              </a:lnSpc>
              <a:spcBef>
                <a:spcPts val="900"/>
              </a:spcBef>
              <a:buNone/>
              <a:defRPr sz="1440" b="1">
                <a:solidFill>
                  <a:schemeClr val="bg1"/>
                </a:solidFill>
              </a:defRPr>
            </a:lvl1pPr>
          </a:lstStyle>
          <a:p>
            <a:pPr lvl="0"/>
            <a:r>
              <a:rPr lang="es-ES" dirty="0" err="1"/>
              <a:t>Lorem</a:t>
            </a:r>
            <a:r>
              <a:rPr lang="es-ES" dirty="0"/>
              <a:t> </a:t>
            </a:r>
            <a:r>
              <a:rPr lang="es-ES" dirty="0" err="1"/>
              <a:t>ipsum</a:t>
            </a:r>
            <a:endParaRPr lang="es-ES" dirty="0"/>
          </a:p>
        </p:txBody>
      </p:sp>
      <p:sp>
        <p:nvSpPr>
          <p:cNvPr id="36" name="Marcador de texto 17">
            <a:extLst>
              <a:ext uri="{FF2B5EF4-FFF2-40B4-BE49-F238E27FC236}">
                <a16:creationId xmlns:a16="http://schemas.microsoft.com/office/drawing/2014/main" id="{F071EB78-1826-4A44-AEF0-39004E6D4A0B}"/>
              </a:ext>
            </a:extLst>
          </p:cNvPr>
          <p:cNvSpPr>
            <a:spLocks noGrp="1"/>
          </p:cNvSpPr>
          <p:nvPr>
            <p:ph type="body" sz="quarter" idx="39" hasCustomPrompt="1"/>
          </p:nvPr>
        </p:nvSpPr>
        <p:spPr>
          <a:xfrm>
            <a:off x="7787781" y="5475053"/>
            <a:ext cx="2322846" cy="1511625"/>
          </a:xfrm>
        </p:spPr>
        <p:txBody>
          <a:bodyPr lIns="0">
            <a:noAutofit/>
          </a:bodyPr>
          <a:lstStyle>
            <a:lvl1pPr marL="0" indent="0" algn="l">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38" name="Marcador de texto 17">
            <a:extLst>
              <a:ext uri="{FF2B5EF4-FFF2-40B4-BE49-F238E27FC236}">
                <a16:creationId xmlns:a16="http://schemas.microsoft.com/office/drawing/2014/main" id="{3DE0E9A8-85D2-4F48-8695-20F26F121594}"/>
              </a:ext>
            </a:extLst>
          </p:cNvPr>
          <p:cNvSpPr>
            <a:spLocks noGrp="1"/>
          </p:cNvSpPr>
          <p:nvPr>
            <p:ph type="body" sz="quarter" idx="41" hasCustomPrompt="1"/>
          </p:nvPr>
        </p:nvSpPr>
        <p:spPr>
          <a:xfrm>
            <a:off x="7787781" y="5163176"/>
            <a:ext cx="2322846" cy="311877"/>
          </a:xfrm>
        </p:spPr>
        <p:txBody>
          <a:bodyPr lIns="0">
            <a:noAutofit/>
          </a:bodyPr>
          <a:lstStyle>
            <a:lvl1pPr marL="0" indent="0" algn="l">
              <a:lnSpc>
                <a:spcPts val="1700"/>
              </a:lnSpc>
              <a:spcBef>
                <a:spcPts val="900"/>
              </a:spcBef>
              <a:buNone/>
              <a:defRPr sz="1440" b="1">
                <a:solidFill>
                  <a:schemeClr val="bg1"/>
                </a:solidFill>
              </a:defRPr>
            </a:lvl1pPr>
          </a:lstStyle>
          <a:p>
            <a:pPr lvl="0"/>
            <a:r>
              <a:rPr lang="es-ES" dirty="0" err="1"/>
              <a:t>Lorem</a:t>
            </a:r>
            <a:r>
              <a:rPr lang="es-ES" dirty="0"/>
              <a:t> </a:t>
            </a:r>
            <a:r>
              <a:rPr lang="es-ES" dirty="0" err="1"/>
              <a:t>ipsum</a:t>
            </a:r>
            <a:endParaRPr lang="es-ES" dirty="0"/>
          </a:p>
        </p:txBody>
      </p:sp>
      <p:sp>
        <p:nvSpPr>
          <p:cNvPr id="39" name="Marcador de texto 17">
            <a:extLst>
              <a:ext uri="{FF2B5EF4-FFF2-40B4-BE49-F238E27FC236}">
                <a16:creationId xmlns:a16="http://schemas.microsoft.com/office/drawing/2014/main" id="{C83C1353-E0DC-4E36-A5D1-984917E34AEA}"/>
              </a:ext>
            </a:extLst>
          </p:cNvPr>
          <p:cNvSpPr>
            <a:spLocks noGrp="1"/>
          </p:cNvSpPr>
          <p:nvPr>
            <p:ph type="body" sz="quarter" idx="42" hasCustomPrompt="1"/>
          </p:nvPr>
        </p:nvSpPr>
        <p:spPr>
          <a:xfrm>
            <a:off x="10991071" y="5475053"/>
            <a:ext cx="2322846" cy="1511625"/>
          </a:xfrm>
        </p:spPr>
        <p:txBody>
          <a:bodyPr lIns="0">
            <a:noAutofit/>
          </a:bodyPr>
          <a:lstStyle>
            <a:lvl1pPr marL="0" indent="0" algn="l">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41" name="Marcador de texto 17">
            <a:extLst>
              <a:ext uri="{FF2B5EF4-FFF2-40B4-BE49-F238E27FC236}">
                <a16:creationId xmlns:a16="http://schemas.microsoft.com/office/drawing/2014/main" id="{DEEB8856-EE5D-4CF9-8422-8DF5732787B4}"/>
              </a:ext>
            </a:extLst>
          </p:cNvPr>
          <p:cNvSpPr>
            <a:spLocks noGrp="1"/>
          </p:cNvSpPr>
          <p:nvPr>
            <p:ph type="body" sz="quarter" idx="44" hasCustomPrompt="1"/>
          </p:nvPr>
        </p:nvSpPr>
        <p:spPr>
          <a:xfrm>
            <a:off x="10991071" y="5163176"/>
            <a:ext cx="2322846" cy="311877"/>
          </a:xfrm>
        </p:spPr>
        <p:txBody>
          <a:bodyPr lIns="0">
            <a:noAutofit/>
          </a:bodyPr>
          <a:lstStyle>
            <a:lvl1pPr marL="0" indent="0" algn="l">
              <a:lnSpc>
                <a:spcPts val="1700"/>
              </a:lnSpc>
              <a:spcBef>
                <a:spcPts val="900"/>
              </a:spcBef>
              <a:buNone/>
              <a:defRPr sz="1440" b="1">
                <a:solidFill>
                  <a:schemeClr val="bg1"/>
                </a:solidFill>
              </a:defRPr>
            </a:lvl1pPr>
          </a:lstStyle>
          <a:p>
            <a:pPr lvl="0"/>
            <a:r>
              <a:rPr lang="es-ES" dirty="0" err="1"/>
              <a:t>Lorem</a:t>
            </a:r>
            <a:r>
              <a:rPr lang="es-ES" dirty="0"/>
              <a:t> </a:t>
            </a:r>
            <a:r>
              <a:rPr lang="es-ES" dirty="0" err="1"/>
              <a:t>ipsum</a:t>
            </a:r>
            <a:endParaRPr lang="es-ES" dirty="0"/>
          </a:p>
        </p:txBody>
      </p:sp>
      <p:sp>
        <p:nvSpPr>
          <p:cNvPr id="42" name="Marcador de texto 13">
            <a:extLst>
              <a:ext uri="{FF2B5EF4-FFF2-40B4-BE49-F238E27FC236}">
                <a16:creationId xmlns:a16="http://schemas.microsoft.com/office/drawing/2014/main" id="{05A97F12-6419-488E-A7B5-B28ED4F83029}"/>
              </a:ext>
            </a:extLst>
          </p:cNvPr>
          <p:cNvSpPr>
            <a:spLocks noGrp="1"/>
          </p:cNvSpPr>
          <p:nvPr>
            <p:ph type="body" sz="quarter" idx="45" hasCustomPrompt="1"/>
          </p:nvPr>
        </p:nvSpPr>
        <p:spPr>
          <a:xfrm>
            <a:off x="7789209" y="1548956"/>
            <a:ext cx="2321418" cy="238748"/>
          </a:xfrm>
        </p:spPr>
        <p:txBody>
          <a:bodyPr lIns="0">
            <a:noAutofit/>
          </a:bodyPr>
          <a:lstStyle>
            <a:lvl1pPr marL="0" indent="0">
              <a:buNone/>
              <a:defRPr lang="es-ES" sz="4900" b="1" kern="1200" dirty="0" smtClean="0">
                <a:solidFill>
                  <a:schemeClr val="bg1"/>
                </a:solidFill>
                <a:latin typeface="Century Gothic" panose="020B0502020202020204" pitchFamily="34" charset="0"/>
                <a:ea typeface="+mn-ea"/>
                <a:cs typeface="+mn-cs"/>
              </a:defRPr>
            </a:lvl1pPr>
          </a:lstStyle>
          <a:p>
            <a:pPr lvl="0"/>
            <a:r>
              <a:rPr lang="es-ES" dirty="0"/>
              <a:t>480</a:t>
            </a:r>
          </a:p>
        </p:txBody>
      </p:sp>
      <p:sp>
        <p:nvSpPr>
          <p:cNvPr id="44" name="Marcador de texto 13">
            <a:extLst>
              <a:ext uri="{FF2B5EF4-FFF2-40B4-BE49-F238E27FC236}">
                <a16:creationId xmlns:a16="http://schemas.microsoft.com/office/drawing/2014/main" id="{E7B7397E-2949-4E2A-A0F9-0545C37ED0C9}"/>
              </a:ext>
            </a:extLst>
          </p:cNvPr>
          <p:cNvSpPr>
            <a:spLocks noGrp="1"/>
          </p:cNvSpPr>
          <p:nvPr>
            <p:ph type="body" sz="quarter" idx="46" hasCustomPrompt="1"/>
          </p:nvPr>
        </p:nvSpPr>
        <p:spPr>
          <a:xfrm>
            <a:off x="10992499" y="1548956"/>
            <a:ext cx="2321418" cy="238748"/>
          </a:xfrm>
        </p:spPr>
        <p:txBody>
          <a:bodyPr lIns="0">
            <a:noAutofit/>
          </a:bodyPr>
          <a:lstStyle>
            <a:lvl1pPr marL="0" indent="0">
              <a:buNone/>
              <a:defRPr lang="es-ES" sz="4900" b="1" kern="1200" dirty="0" smtClean="0">
                <a:solidFill>
                  <a:schemeClr val="bg1"/>
                </a:solidFill>
                <a:latin typeface="Century Gothic" panose="020B0502020202020204" pitchFamily="34" charset="0"/>
                <a:ea typeface="+mn-ea"/>
                <a:cs typeface="+mn-cs"/>
              </a:defRPr>
            </a:lvl1pPr>
          </a:lstStyle>
          <a:p>
            <a:pPr lvl="0"/>
            <a:r>
              <a:rPr lang="es-ES" dirty="0"/>
              <a:t>480</a:t>
            </a:r>
          </a:p>
        </p:txBody>
      </p:sp>
      <p:sp>
        <p:nvSpPr>
          <p:cNvPr id="50" name="Marcador de texto 13">
            <a:extLst>
              <a:ext uri="{FF2B5EF4-FFF2-40B4-BE49-F238E27FC236}">
                <a16:creationId xmlns:a16="http://schemas.microsoft.com/office/drawing/2014/main" id="{ED5C1BF5-6AEE-4349-A55B-2C4F2ADD31AE}"/>
              </a:ext>
            </a:extLst>
          </p:cNvPr>
          <p:cNvSpPr>
            <a:spLocks noGrp="1"/>
          </p:cNvSpPr>
          <p:nvPr>
            <p:ph type="body" sz="quarter" idx="47" hasCustomPrompt="1"/>
          </p:nvPr>
        </p:nvSpPr>
        <p:spPr>
          <a:xfrm>
            <a:off x="7789209" y="4765716"/>
            <a:ext cx="2321418" cy="238748"/>
          </a:xfrm>
        </p:spPr>
        <p:txBody>
          <a:bodyPr lIns="0">
            <a:noAutofit/>
          </a:bodyPr>
          <a:lstStyle>
            <a:lvl1pPr marL="0" indent="0">
              <a:buNone/>
              <a:defRPr lang="es-ES" sz="4900" b="1" kern="1200" dirty="0" smtClean="0">
                <a:solidFill>
                  <a:schemeClr val="bg1"/>
                </a:solidFill>
                <a:latin typeface="Century Gothic" panose="020B0502020202020204" pitchFamily="34" charset="0"/>
                <a:ea typeface="+mn-ea"/>
                <a:cs typeface="+mn-cs"/>
              </a:defRPr>
            </a:lvl1pPr>
          </a:lstStyle>
          <a:p>
            <a:pPr lvl="0"/>
            <a:r>
              <a:rPr lang="es-ES" dirty="0"/>
              <a:t>480</a:t>
            </a:r>
          </a:p>
        </p:txBody>
      </p:sp>
      <p:sp>
        <p:nvSpPr>
          <p:cNvPr id="51" name="Marcador de texto 13">
            <a:extLst>
              <a:ext uri="{FF2B5EF4-FFF2-40B4-BE49-F238E27FC236}">
                <a16:creationId xmlns:a16="http://schemas.microsoft.com/office/drawing/2014/main" id="{50C8F75C-7C29-46CF-B324-1C8F560B86DC}"/>
              </a:ext>
            </a:extLst>
          </p:cNvPr>
          <p:cNvSpPr>
            <a:spLocks noGrp="1"/>
          </p:cNvSpPr>
          <p:nvPr>
            <p:ph type="body" sz="quarter" idx="48" hasCustomPrompt="1"/>
          </p:nvPr>
        </p:nvSpPr>
        <p:spPr>
          <a:xfrm>
            <a:off x="10992499" y="4765716"/>
            <a:ext cx="2321418" cy="238748"/>
          </a:xfrm>
        </p:spPr>
        <p:txBody>
          <a:bodyPr lIns="0">
            <a:noAutofit/>
          </a:bodyPr>
          <a:lstStyle>
            <a:lvl1pPr marL="0" indent="0">
              <a:buNone/>
              <a:defRPr lang="es-ES" sz="4900" b="1" kern="1200" dirty="0" smtClean="0">
                <a:solidFill>
                  <a:schemeClr val="bg1"/>
                </a:solidFill>
                <a:latin typeface="Century Gothic" panose="020B0502020202020204" pitchFamily="34" charset="0"/>
                <a:ea typeface="+mn-ea"/>
                <a:cs typeface="+mn-cs"/>
              </a:defRPr>
            </a:lvl1pPr>
          </a:lstStyle>
          <a:p>
            <a:pPr lvl="0"/>
            <a:r>
              <a:rPr lang="es-ES" dirty="0"/>
              <a:t>480</a:t>
            </a:r>
          </a:p>
        </p:txBody>
      </p:sp>
      <p:sp>
        <p:nvSpPr>
          <p:cNvPr id="25" name="CuadroTexto 24">
            <a:extLst>
              <a:ext uri="{FF2B5EF4-FFF2-40B4-BE49-F238E27FC236}">
                <a16:creationId xmlns:a16="http://schemas.microsoft.com/office/drawing/2014/main" id="{E30C8D45-466F-4F40-8328-D150D1EB24BA}"/>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7" name="Marcador de número de diapositiva 1">
            <a:extLst>
              <a:ext uri="{FF2B5EF4-FFF2-40B4-BE49-F238E27FC236}">
                <a16:creationId xmlns:a16="http://schemas.microsoft.com/office/drawing/2014/main" id="{04281931-3718-4A7D-AA8E-F88E5AEB9ADC}"/>
              </a:ext>
            </a:extLst>
          </p:cNvPr>
          <p:cNvSpPr>
            <a:spLocks noGrp="1"/>
          </p:cNvSpPr>
          <p:nvPr>
            <p:ph type="sldNum" sz="quarter" idx="30"/>
          </p:nvPr>
        </p:nvSpPr>
        <p:spPr>
          <a:xfrm>
            <a:off x="7000489" y="7763089"/>
            <a:ext cx="629422" cy="395242"/>
          </a:xfrm>
        </p:spPr>
        <p:txBody>
          <a:bodyPr/>
          <a:lstStyle/>
          <a:p>
            <a:fld id="{B005B2D1-880E-4846-A216-7D6770BA1332}" type="slidenum">
              <a:rPr lang="es-ES" smtClean="0"/>
              <a:pPr/>
              <a:t>‹Nº›</a:t>
            </a:fld>
            <a:endParaRPr lang="es-ES" dirty="0"/>
          </a:p>
        </p:txBody>
      </p:sp>
      <p:sp>
        <p:nvSpPr>
          <p:cNvPr id="28" name="Rectángulo 27">
            <a:extLst>
              <a:ext uri="{FF2B5EF4-FFF2-40B4-BE49-F238E27FC236}">
                <a16:creationId xmlns:a16="http://schemas.microsoft.com/office/drawing/2014/main" id="{4D5137D5-442A-403F-81C7-7686AFB9547E}"/>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3" name="Rectángulo 22">
            <a:extLst>
              <a:ext uri="{FF2B5EF4-FFF2-40B4-BE49-F238E27FC236}">
                <a16:creationId xmlns:a16="http://schemas.microsoft.com/office/drawing/2014/main" id="{0BE59D96-9295-4622-A2F5-BC31E553C212}"/>
              </a:ext>
            </a:extLst>
          </p:cNvPr>
          <p:cNvSpPr/>
          <p:nvPr userDrawn="1"/>
        </p:nvSpPr>
        <p:spPr>
          <a:xfrm>
            <a:off x="762000" y="704851"/>
            <a:ext cx="1917700" cy="11004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4" name="Título 11">
            <a:extLst>
              <a:ext uri="{FF2B5EF4-FFF2-40B4-BE49-F238E27FC236}">
                <a16:creationId xmlns:a16="http://schemas.microsoft.com/office/drawing/2014/main" id="{723D5B36-331C-4482-AD00-C5437D3DE751}"/>
              </a:ext>
            </a:extLst>
          </p:cNvPr>
          <p:cNvSpPr>
            <a:spLocks noGrp="1"/>
          </p:cNvSpPr>
          <p:nvPr>
            <p:ph type="title" hasCustomPrompt="1"/>
          </p:nvPr>
        </p:nvSpPr>
        <p:spPr>
          <a:xfrm>
            <a:off x="906463" y="2321558"/>
            <a:ext cx="4811360" cy="1017545"/>
          </a:xfrm>
        </p:spPr>
        <p:txBody>
          <a:bodyPr lIns="0">
            <a:noAutofit/>
          </a:bodyPr>
          <a:lstStyle>
            <a:lvl1pPr>
              <a:defRPr sz="4300"/>
            </a:lvl1pPr>
          </a:lstStyle>
          <a:p>
            <a:r>
              <a:rPr lang="es-ES" dirty="0" err="1"/>
              <a:t>Lorem</a:t>
            </a:r>
            <a:r>
              <a:rPr lang="es-ES" dirty="0"/>
              <a:t> </a:t>
            </a:r>
            <a:r>
              <a:rPr lang="es-ES" dirty="0" err="1"/>
              <a:t>ipsum</a:t>
            </a:r>
            <a:r>
              <a:rPr lang="es-ES" dirty="0"/>
              <a:t> dolor </a:t>
            </a:r>
            <a:r>
              <a:rPr lang="es-ES" dirty="0" err="1"/>
              <a:t>sit</a:t>
            </a:r>
            <a:r>
              <a:rPr lang="es-ES" dirty="0"/>
              <a:t> </a:t>
            </a:r>
            <a:r>
              <a:rPr lang="es-ES" dirty="0" err="1"/>
              <a:t>ipsum</a:t>
            </a:r>
            <a:endParaRPr lang="es-ES" dirty="0"/>
          </a:p>
        </p:txBody>
      </p:sp>
      <p:pic>
        <p:nvPicPr>
          <p:cNvPr id="29" name="Gráfico 28">
            <a:extLst>
              <a:ext uri="{FF2B5EF4-FFF2-40B4-BE49-F238E27FC236}">
                <a16:creationId xmlns:a16="http://schemas.microsoft.com/office/drawing/2014/main" id="{9719C574-7BFB-4E22-84A0-31F8CC084D6E}"/>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3618061468"/>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Comparativa 01">
    <p:spTree>
      <p:nvGrpSpPr>
        <p:cNvPr id="1" name=""/>
        <p:cNvGrpSpPr/>
        <p:nvPr/>
      </p:nvGrpSpPr>
      <p:grpSpPr>
        <a:xfrm>
          <a:off x="0" y="0"/>
          <a:ext cx="0" cy="0"/>
          <a:chOff x="0" y="0"/>
          <a:chExt cx="0" cy="0"/>
        </a:xfrm>
      </p:grpSpPr>
      <p:sp>
        <p:nvSpPr>
          <p:cNvPr id="33" name="Rectángulo 32">
            <a:extLst>
              <a:ext uri="{FF2B5EF4-FFF2-40B4-BE49-F238E27FC236}">
                <a16:creationId xmlns:a16="http://schemas.microsoft.com/office/drawing/2014/main" id="{3824DF03-CD42-4A06-902D-2CFAE7AC68F7}"/>
              </a:ext>
            </a:extLst>
          </p:cNvPr>
          <p:cNvSpPr/>
          <p:nvPr userDrawn="1"/>
        </p:nvSpPr>
        <p:spPr>
          <a:xfrm>
            <a:off x="906463" y="911225"/>
            <a:ext cx="6400800" cy="6400800"/>
          </a:xfrm>
          <a:prstGeom prst="rect">
            <a:avLst/>
          </a:prstGeom>
          <a:solidFill>
            <a:srgbClr val="FF3228"/>
          </a:solid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9" name="Rectángulo 28">
            <a:extLst>
              <a:ext uri="{FF2B5EF4-FFF2-40B4-BE49-F238E27FC236}">
                <a16:creationId xmlns:a16="http://schemas.microsoft.com/office/drawing/2014/main" id="{25C482E9-DB7E-4E5B-BA87-D9F67A4F4A1E}"/>
              </a:ext>
            </a:extLst>
          </p:cNvPr>
          <p:cNvSpPr/>
          <p:nvPr userDrawn="1"/>
        </p:nvSpPr>
        <p:spPr>
          <a:xfrm>
            <a:off x="1714625" y="2513628"/>
            <a:ext cx="800100" cy="800100"/>
          </a:xfrm>
          <a:prstGeom prst="rect">
            <a:avLst/>
          </a:prstGeom>
          <a:solidFill>
            <a:schemeClr val="bg1"/>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1" name="Rectángulo 30">
            <a:extLst>
              <a:ext uri="{FF2B5EF4-FFF2-40B4-BE49-F238E27FC236}">
                <a16:creationId xmlns:a16="http://schemas.microsoft.com/office/drawing/2014/main" id="{C4FC17E0-72CD-481B-9A93-9E53EF563B11}"/>
              </a:ext>
            </a:extLst>
          </p:cNvPr>
          <p:cNvSpPr/>
          <p:nvPr userDrawn="1"/>
        </p:nvSpPr>
        <p:spPr>
          <a:xfrm>
            <a:off x="1714625" y="4115773"/>
            <a:ext cx="800100" cy="800100"/>
          </a:xfrm>
          <a:prstGeom prst="rect">
            <a:avLst/>
          </a:prstGeom>
          <a:solidFill>
            <a:schemeClr val="bg1"/>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2" name="Rectángulo 31">
            <a:extLst>
              <a:ext uri="{FF2B5EF4-FFF2-40B4-BE49-F238E27FC236}">
                <a16:creationId xmlns:a16="http://schemas.microsoft.com/office/drawing/2014/main" id="{F4BF7557-8BC4-49E3-A1E8-E0AD0AF9C072}"/>
              </a:ext>
            </a:extLst>
          </p:cNvPr>
          <p:cNvSpPr/>
          <p:nvPr userDrawn="1"/>
        </p:nvSpPr>
        <p:spPr>
          <a:xfrm>
            <a:off x="1714625" y="5717918"/>
            <a:ext cx="800100" cy="800100"/>
          </a:xfrm>
          <a:prstGeom prst="rect">
            <a:avLst/>
          </a:prstGeom>
          <a:solidFill>
            <a:schemeClr val="bg1"/>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Marcador de texto 17">
            <a:extLst>
              <a:ext uri="{FF2B5EF4-FFF2-40B4-BE49-F238E27FC236}">
                <a16:creationId xmlns:a16="http://schemas.microsoft.com/office/drawing/2014/main" id="{44FEA7C6-9E21-48A4-8632-8CE1CE41E2EA}"/>
              </a:ext>
            </a:extLst>
          </p:cNvPr>
          <p:cNvSpPr>
            <a:spLocks noGrp="1"/>
          </p:cNvSpPr>
          <p:nvPr>
            <p:ph type="body" sz="quarter" idx="22" hasCustomPrompt="1"/>
          </p:nvPr>
        </p:nvSpPr>
        <p:spPr>
          <a:xfrm>
            <a:off x="2701574" y="2836874"/>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13" name="Marcador de posición de imagen 24">
            <a:extLst>
              <a:ext uri="{FF2B5EF4-FFF2-40B4-BE49-F238E27FC236}">
                <a16:creationId xmlns:a16="http://schemas.microsoft.com/office/drawing/2014/main" id="{2F8E84F3-47FC-4077-886B-0B0747590637}"/>
              </a:ext>
            </a:extLst>
          </p:cNvPr>
          <p:cNvSpPr>
            <a:spLocks noGrp="1"/>
          </p:cNvSpPr>
          <p:nvPr>
            <p:ph type="pic" sz="quarter" idx="30" hasCustomPrompt="1"/>
          </p:nvPr>
        </p:nvSpPr>
        <p:spPr>
          <a:xfrm>
            <a:off x="8266291" y="2697163"/>
            <a:ext cx="540000" cy="540000"/>
          </a:xfrm>
        </p:spPr>
        <p:txBody>
          <a:bodyPr>
            <a:normAutofit/>
          </a:bodyPr>
          <a:lstStyle>
            <a:lvl1pPr marL="0" indent="0" algn="ctr">
              <a:buNone/>
              <a:defRPr sz="700"/>
            </a:lvl1pPr>
          </a:lstStyle>
          <a:p>
            <a:r>
              <a:rPr lang="es-ES" dirty="0"/>
              <a:t>Icono</a:t>
            </a:r>
          </a:p>
        </p:txBody>
      </p:sp>
      <p:sp>
        <p:nvSpPr>
          <p:cNvPr id="14" name="Marcador de posición de imagen 24">
            <a:extLst>
              <a:ext uri="{FF2B5EF4-FFF2-40B4-BE49-F238E27FC236}">
                <a16:creationId xmlns:a16="http://schemas.microsoft.com/office/drawing/2014/main" id="{5EF62040-F1E4-4BE2-AFB5-9DF139E3A54D}"/>
              </a:ext>
            </a:extLst>
          </p:cNvPr>
          <p:cNvSpPr>
            <a:spLocks noGrp="1"/>
          </p:cNvSpPr>
          <p:nvPr>
            <p:ph type="pic" sz="quarter" idx="31" hasCustomPrompt="1"/>
          </p:nvPr>
        </p:nvSpPr>
        <p:spPr>
          <a:xfrm>
            <a:off x="8266291" y="4277644"/>
            <a:ext cx="540000" cy="540000"/>
          </a:xfrm>
        </p:spPr>
        <p:txBody>
          <a:bodyPr>
            <a:normAutofit/>
          </a:bodyPr>
          <a:lstStyle>
            <a:lvl1pPr marL="0" indent="0" algn="ctr">
              <a:buNone/>
              <a:defRPr sz="700"/>
            </a:lvl1pPr>
          </a:lstStyle>
          <a:p>
            <a:r>
              <a:rPr lang="es-ES" dirty="0"/>
              <a:t>Icono</a:t>
            </a:r>
          </a:p>
        </p:txBody>
      </p:sp>
      <p:sp>
        <p:nvSpPr>
          <p:cNvPr id="15" name="Marcador de posición de imagen 24">
            <a:extLst>
              <a:ext uri="{FF2B5EF4-FFF2-40B4-BE49-F238E27FC236}">
                <a16:creationId xmlns:a16="http://schemas.microsoft.com/office/drawing/2014/main" id="{4298C36A-2619-48EC-986C-B14C84BC169C}"/>
              </a:ext>
            </a:extLst>
          </p:cNvPr>
          <p:cNvSpPr>
            <a:spLocks noGrp="1"/>
          </p:cNvSpPr>
          <p:nvPr>
            <p:ph type="pic" sz="quarter" idx="32" hasCustomPrompt="1"/>
          </p:nvPr>
        </p:nvSpPr>
        <p:spPr>
          <a:xfrm>
            <a:off x="8266291" y="5858126"/>
            <a:ext cx="540000" cy="540000"/>
          </a:xfrm>
        </p:spPr>
        <p:txBody>
          <a:bodyPr>
            <a:normAutofit/>
          </a:bodyPr>
          <a:lstStyle>
            <a:lvl1pPr marL="0" indent="0" algn="ctr">
              <a:buNone/>
              <a:defRPr sz="700"/>
            </a:lvl1pPr>
          </a:lstStyle>
          <a:p>
            <a:r>
              <a:rPr lang="es-ES" dirty="0"/>
              <a:t>Icono</a:t>
            </a:r>
          </a:p>
        </p:txBody>
      </p:sp>
      <p:sp>
        <p:nvSpPr>
          <p:cNvPr id="16" name="Marcador de texto 17">
            <a:extLst>
              <a:ext uri="{FF2B5EF4-FFF2-40B4-BE49-F238E27FC236}">
                <a16:creationId xmlns:a16="http://schemas.microsoft.com/office/drawing/2014/main" id="{F45D8212-2D59-45F8-B871-FAAAE828E275}"/>
              </a:ext>
            </a:extLst>
          </p:cNvPr>
          <p:cNvSpPr>
            <a:spLocks noGrp="1"/>
          </p:cNvSpPr>
          <p:nvPr>
            <p:ph type="body" sz="quarter" idx="33" hasCustomPrompt="1"/>
          </p:nvPr>
        </p:nvSpPr>
        <p:spPr>
          <a:xfrm>
            <a:off x="1718419" y="1414287"/>
            <a:ext cx="4524337" cy="462209"/>
          </a:xfrm>
        </p:spPr>
        <p:txBody>
          <a:bodyPr lIns="0">
            <a:normAutofit/>
          </a:bodyPr>
          <a:lstStyle>
            <a:lvl1pPr marL="0" indent="0" algn="l">
              <a:lnSpc>
                <a:spcPts val="2800"/>
              </a:lnSpc>
              <a:buNone/>
              <a:defRPr sz="2900" b="1">
                <a:solidFill>
                  <a:schemeClr val="bg1"/>
                </a:solidFill>
              </a:defRPr>
            </a:lvl1pPr>
          </a:lstStyle>
          <a:p>
            <a:pPr lvl="0"/>
            <a:r>
              <a:rPr lang="es-ES" dirty="0" err="1"/>
              <a:t>Lorem</a:t>
            </a:r>
            <a:r>
              <a:rPr lang="es-ES" dirty="0"/>
              <a:t> </a:t>
            </a:r>
            <a:r>
              <a:rPr lang="es-ES" dirty="0" err="1"/>
              <a:t>ipsum</a:t>
            </a:r>
            <a:r>
              <a:rPr lang="es-ES" dirty="0"/>
              <a:t> dolor </a:t>
            </a:r>
            <a:r>
              <a:rPr lang="es-ES" dirty="0" err="1"/>
              <a:t>sit</a:t>
            </a:r>
            <a:endParaRPr lang="es-ES" dirty="0"/>
          </a:p>
        </p:txBody>
      </p:sp>
      <p:sp>
        <p:nvSpPr>
          <p:cNvPr id="17" name="Marcador de texto 17">
            <a:extLst>
              <a:ext uri="{FF2B5EF4-FFF2-40B4-BE49-F238E27FC236}">
                <a16:creationId xmlns:a16="http://schemas.microsoft.com/office/drawing/2014/main" id="{2AFD9B32-D2CF-4B3F-A275-6E2599A28015}"/>
              </a:ext>
            </a:extLst>
          </p:cNvPr>
          <p:cNvSpPr>
            <a:spLocks noGrp="1"/>
          </p:cNvSpPr>
          <p:nvPr>
            <p:ph type="body" sz="quarter" idx="34" hasCustomPrompt="1"/>
          </p:nvPr>
        </p:nvSpPr>
        <p:spPr>
          <a:xfrm>
            <a:off x="2701574" y="2400605"/>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18" name="Marcador de texto 17">
            <a:extLst>
              <a:ext uri="{FF2B5EF4-FFF2-40B4-BE49-F238E27FC236}">
                <a16:creationId xmlns:a16="http://schemas.microsoft.com/office/drawing/2014/main" id="{819E5421-DA47-48D8-95D5-1C2FE4C8716D}"/>
              </a:ext>
            </a:extLst>
          </p:cNvPr>
          <p:cNvSpPr>
            <a:spLocks noGrp="1"/>
          </p:cNvSpPr>
          <p:nvPr>
            <p:ph type="body" sz="quarter" idx="35" hasCustomPrompt="1"/>
          </p:nvPr>
        </p:nvSpPr>
        <p:spPr>
          <a:xfrm>
            <a:off x="2701574" y="4425820"/>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19" name="Marcador de texto 17">
            <a:extLst>
              <a:ext uri="{FF2B5EF4-FFF2-40B4-BE49-F238E27FC236}">
                <a16:creationId xmlns:a16="http://schemas.microsoft.com/office/drawing/2014/main" id="{8EEAAABC-7AC3-4E3E-9159-899BA54C1F3C}"/>
              </a:ext>
            </a:extLst>
          </p:cNvPr>
          <p:cNvSpPr>
            <a:spLocks noGrp="1"/>
          </p:cNvSpPr>
          <p:nvPr>
            <p:ph type="body" sz="quarter" idx="36" hasCustomPrompt="1"/>
          </p:nvPr>
        </p:nvSpPr>
        <p:spPr>
          <a:xfrm>
            <a:off x="2701574" y="3989551"/>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0" name="Marcador de texto 17">
            <a:extLst>
              <a:ext uri="{FF2B5EF4-FFF2-40B4-BE49-F238E27FC236}">
                <a16:creationId xmlns:a16="http://schemas.microsoft.com/office/drawing/2014/main" id="{50A7003E-2CA9-4736-92E2-0A334553D23D}"/>
              </a:ext>
            </a:extLst>
          </p:cNvPr>
          <p:cNvSpPr>
            <a:spLocks noGrp="1"/>
          </p:cNvSpPr>
          <p:nvPr>
            <p:ph type="body" sz="quarter" idx="37" hasCustomPrompt="1"/>
          </p:nvPr>
        </p:nvSpPr>
        <p:spPr>
          <a:xfrm>
            <a:off x="2701574" y="6015901"/>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1" name="Marcador de texto 17">
            <a:extLst>
              <a:ext uri="{FF2B5EF4-FFF2-40B4-BE49-F238E27FC236}">
                <a16:creationId xmlns:a16="http://schemas.microsoft.com/office/drawing/2014/main" id="{92D9D4B3-1E28-4271-8722-5B476076907E}"/>
              </a:ext>
            </a:extLst>
          </p:cNvPr>
          <p:cNvSpPr>
            <a:spLocks noGrp="1"/>
          </p:cNvSpPr>
          <p:nvPr>
            <p:ph type="body" sz="quarter" idx="38" hasCustomPrompt="1"/>
          </p:nvPr>
        </p:nvSpPr>
        <p:spPr>
          <a:xfrm>
            <a:off x="2701574" y="5579632"/>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2" name="Marcador de texto 17">
            <a:extLst>
              <a:ext uri="{FF2B5EF4-FFF2-40B4-BE49-F238E27FC236}">
                <a16:creationId xmlns:a16="http://schemas.microsoft.com/office/drawing/2014/main" id="{5C4F3919-61CE-4A8B-85D6-C871DE91FD2F}"/>
              </a:ext>
            </a:extLst>
          </p:cNvPr>
          <p:cNvSpPr>
            <a:spLocks noGrp="1"/>
          </p:cNvSpPr>
          <p:nvPr>
            <p:ph type="body" sz="quarter" idx="39" hasCustomPrompt="1"/>
          </p:nvPr>
        </p:nvSpPr>
        <p:spPr>
          <a:xfrm>
            <a:off x="9147529" y="2836874"/>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3" name="Marcador de texto 17">
            <a:extLst>
              <a:ext uri="{FF2B5EF4-FFF2-40B4-BE49-F238E27FC236}">
                <a16:creationId xmlns:a16="http://schemas.microsoft.com/office/drawing/2014/main" id="{096FDC23-32F9-4A15-8C0F-2FA62606F725}"/>
              </a:ext>
            </a:extLst>
          </p:cNvPr>
          <p:cNvSpPr>
            <a:spLocks noGrp="1"/>
          </p:cNvSpPr>
          <p:nvPr>
            <p:ph type="body" sz="quarter" idx="40" hasCustomPrompt="1"/>
          </p:nvPr>
        </p:nvSpPr>
        <p:spPr>
          <a:xfrm>
            <a:off x="9147529" y="2400605"/>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4" name="Marcador de texto 17">
            <a:extLst>
              <a:ext uri="{FF2B5EF4-FFF2-40B4-BE49-F238E27FC236}">
                <a16:creationId xmlns:a16="http://schemas.microsoft.com/office/drawing/2014/main" id="{544B68AA-A664-4CDB-9244-7439A1BBEB37}"/>
              </a:ext>
            </a:extLst>
          </p:cNvPr>
          <p:cNvSpPr>
            <a:spLocks noGrp="1"/>
          </p:cNvSpPr>
          <p:nvPr>
            <p:ph type="body" sz="quarter" idx="41" hasCustomPrompt="1"/>
          </p:nvPr>
        </p:nvSpPr>
        <p:spPr>
          <a:xfrm>
            <a:off x="9147529" y="4425820"/>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5" name="Marcador de texto 17">
            <a:extLst>
              <a:ext uri="{FF2B5EF4-FFF2-40B4-BE49-F238E27FC236}">
                <a16:creationId xmlns:a16="http://schemas.microsoft.com/office/drawing/2014/main" id="{E8F7D17C-956D-401B-B279-2A0E1A7FDAE4}"/>
              </a:ext>
            </a:extLst>
          </p:cNvPr>
          <p:cNvSpPr>
            <a:spLocks noGrp="1"/>
          </p:cNvSpPr>
          <p:nvPr>
            <p:ph type="body" sz="quarter" idx="42" hasCustomPrompt="1"/>
          </p:nvPr>
        </p:nvSpPr>
        <p:spPr>
          <a:xfrm>
            <a:off x="9147529" y="3989551"/>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6" name="Marcador de texto 17">
            <a:extLst>
              <a:ext uri="{FF2B5EF4-FFF2-40B4-BE49-F238E27FC236}">
                <a16:creationId xmlns:a16="http://schemas.microsoft.com/office/drawing/2014/main" id="{042A179C-1060-4856-8F5D-63184A6E3BA6}"/>
              </a:ext>
            </a:extLst>
          </p:cNvPr>
          <p:cNvSpPr>
            <a:spLocks noGrp="1"/>
          </p:cNvSpPr>
          <p:nvPr>
            <p:ph type="body" sz="quarter" idx="43" hasCustomPrompt="1"/>
          </p:nvPr>
        </p:nvSpPr>
        <p:spPr>
          <a:xfrm>
            <a:off x="9147529" y="6015901"/>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7" name="Marcador de texto 17">
            <a:extLst>
              <a:ext uri="{FF2B5EF4-FFF2-40B4-BE49-F238E27FC236}">
                <a16:creationId xmlns:a16="http://schemas.microsoft.com/office/drawing/2014/main" id="{56D8F0E5-A6E8-4BB3-BE7E-067D7C752DC3}"/>
              </a:ext>
            </a:extLst>
          </p:cNvPr>
          <p:cNvSpPr>
            <a:spLocks noGrp="1"/>
          </p:cNvSpPr>
          <p:nvPr>
            <p:ph type="body" sz="quarter" idx="44" hasCustomPrompt="1"/>
          </p:nvPr>
        </p:nvSpPr>
        <p:spPr>
          <a:xfrm>
            <a:off x="9147529" y="5579632"/>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8" name="Marcador de texto 17">
            <a:extLst>
              <a:ext uri="{FF2B5EF4-FFF2-40B4-BE49-F238E27FC236}">
                <a16:creationId xmlns:a16="http://schemas.microsoft.com/office/drawing/2014/main" id="{EFD3DBCB-37D1-496C-A04E-BA7E970F4A25}"/>
              </a:ext>
            </a:extLst>
          </p:cNvPr>
          <p:cNvSpPr>
            <a:spLocks noGrp="1"/>
          </p:cNvSpPr>
          <p:nvPr>
            <p:ph type="body" sz="quarter" idx="45" hasCustomPrompt="1"/>
          </p:nvPr>
        </p:nvSpPr>
        <p:spPr>
          <a:xfrm>
            <a:off x="8129253" y="1414287"/>
            <a:ext cx="4524337" cy="462209"/>
          </a:xfrm>
        </p:spPr>
        <p:txBody>
          <a:bodyPr lIns="0">
            <a:normAutofit/>
          </a:bodyPr>
          <a:lstStyle>
            <a:lvl1pPr marL="0" indent="0" algn="l">
              <a:lnSpc>
                <a:spcPts val="2800"/>
              </a:lnSpc>
              <a:buNone/>
              <a:defRPr sz="2900" b="1">
                <a:solidFill>
                  <a:srgbClr val="1E1E1E"/>
                </a:solidFill>
              </a:defRPr>
            </a:lvl1pPr>
          </a:lstStyle>
          <a:p>
            <a:pPr lvl="0"/>
            <a:r>
              <a:rPr lang="es-ES" dirty="0" err="1"/>
              <a:t>Lorem</a:t>
            </a:r>
            <a:r>
              <a:rPr lang="es-ES" dirty="0"/>
              <a:t> </a:t>
            </a:r>
            <a:r>
              <a:rPr lang="es-ES" dirty="0" err="1"/>
              <a:t>ipsum</a:t>
            </a:r>
            <a:r>
              <a:rPr lang="es-ES" dirty="0"/>
              <a:t> dolor </a:t>
            </a:r>
            <a:r>
              <a:rPr lang="es-ES" dirty="0" err="1"/>
              <a:t>sit</a:t>
            </a:r>
            <a:endParaRPr lang="es-ES" dirty="0"/>
          </a:p>
        </p:txBody>
      </p:sp>
      <p:sp>
        <p:nvSpPr>
          <p:cNvPr id="34" name="Rectángulo 33">
            <a:extLst>
              <a:ext uri="{FF2B5EF4-FFF2-40B4-BE49-F238E27FC236}">
                <a16:creationId xmlns:a16="http://schemas.microsoft.com/office/drawing/2014/main" id="{28985D4F-DA9A-4115-90BA-E38ACC75A041}"/>
              </a:ext>
            </a:extLst>
          </p:cNvPr>
          <p:cNvSpPr/>
          <p:nvPr userDrawn="1"/>
        </p:nvSpPr>
        <p:spPr>
          <a:xfrm>
            <a:off x="8114896" y="2513628"/>
            <a:ext cx="800100" cy="800100"/>
          </a:xfrm>
          <a:prstGeom prst="rect">
            <a:avLst/>
          </a:prstGeom>
          <a:solidFill>
            <a:srgbClr val="FF3228"/>
          </a:solid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5" name="Rectángulo 34">
            <a:extLst>
              <a:ext uri="{FF2B5EF4-FFF2-40B4-BE49-F238E27FC236}">
                <a16:creationId xmlns:a16="http://schemas.microsoft.com/office/drawing/2014/main" id="{4F46DE56-E459-4EB6-9BA9-089C84D8957C}"/>
              </a:ext>
            </a:extLst>
          </p:cNvPr>
          <p:cNvSpPr/>
          <p:nvPr userDrawn="1"/>
        </p:nvSpPr>
        <p:spPr>
          <a:xfrm>
            <a:off x="8114896" y="4115773"/>
            <a:ext cx="800100" cy="800100"/>
          </a:xfrm>
          <a:prstGeom prst="rect">
            <a:avLst/>
          </a:prstGeom>
          <a:solidFill>
            <a:srgbClr val="FF3228"/>
          </a:solid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6" name="Rectángulo 35">
            <a:extLst>
              <a:ext uri="{FF2B5EF4-FFF2-40B4-BE49-F238E27FC236}">
                <a16:creationId xmlns:a16="http://schemas.microsoft.com/office/drawing/2014/main" id="{825B9C34-BEED-48EF-A8F3-98A25182117F}"/>
              </a:ext>
            </a:extLst>
          </p:cNvPr>
          <p:cNvSpPr/>
          <p:nvPr userDrawn="1"/>
        </p:nvSpPr>
        <p:spPr>
          <a:xfrm>
            <a:off x="8114896" y="5717918"/>
            <a:ext cx="800100" cy="800100"/>
          </a:xfrm>
          <a:prstGeom prst="rect">
            <a:avLst/>
          </a:prstGeom>
          <a:solidFill>
            <a:srgbClr val="FF3228"/>
          </a:solid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0" name="Marcador de número de diapositiva 1">
            <a:extLst>
              <a:ext uri="{FF2B5EF4-FFF2-40B4-BE49-F238E27FC236}">
                <a16:creationId xmlns:a16="http://schemas.microsoft.com/office/drawing/2014/main" id="{3F5AFE29-57E8-44B6-95C3-325867DAB7CB}"/>
              </a:ext>
            </a:extLst>
          </p:cNvPr>
          <p:cNvSpPr>
            <a:spLocks noGrp="1"/>
          </p:cNvSpPr>
          <p:nvPr>
            <p:ph type="sldNum" sz="quarter" idx="49"/>
          </p:nvPr>
        </p:nvSpPr>
        <p:spPr>
          <a:xfrm>
            <a:off x="7000489" y="7763089"/>
            <a:ext cx="629422" cy="395242"/>
          </a:xfrm>
        </p:spPr>
        <p:txBody>
          <a:bodyPr/>
          <a:lstStyle/>
          <a:p>
            <a:fld id="{B005B2D1-880E-4846-A216-7D6770BA1332}" type="slidenum">
              <a:rPr lang="es-ES" smtClean="0"/>
              <a:pPr/>
              <a:t>‹Nº›</a:t>
            </a:fld>
            <a:endParaRPr lang="es-ES" dirty="0"/>
          </a:p>
        </p:txBody>
      </p:sp>
      <p:sp>
        <p:nvSpPr>
          <p:cNvPr id="43" name="CuadroTexto 42">
            <a:extLst>
              <a:ext uri="{FF2B5EF4-FFF2-40B4-BE49-F238E27FC236}">
                <a16:creationId xmlns:a16="http://schemas.microsoft.com/office/drawing/2014/main" id="{11B49E63-FC43-4C91-8FAE-D96ABF4EAE1B}"/>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30" name="Gráfico 29">
            <a:extLst>
              <a:ext uri="{FF2B5EF4-FFF2-40B4-BE49-F238E27FC236}">
                <a16:creationId xmlns:a16="http://schemas.microsoft.com/office/drawing/2014/main" id="{48AA2A31-78C4-4001-B6AF-8BA37522F102}"/>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2323884" y="7585901"/>
            <a:ext cx="1400054" cy="385200"/>
          </a:xfrm>
          <a:prstGeom prst="rect">
            <a:avLst/>
          </a:prstGeom>
        </p:spPr>
      </p:pic>
      <p:sp>
        <p:nvSpPr>
          <p:cNvPr id="37" name="Rectángulo 36">
            <a:extLst>
              <a:ext uri="{FF2B5EF4-FFF2-40B4-BE49-F238E27FC236}">
                <a16:creationId xmlns:a16="http://schemas.microsoft.com/office/drawing/2014/main" id="{660537A4-C76C-4244-8BC8-83969F081D8D}"/>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842742634"/>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Comparativa 02">
    <p:spTree>
      <p:nvGrpSpPr>
        <p:cNvPr id="1" name=""/>
        <p:cNvGrpSpPr/>
        <p:nvPr/>
      </p:nvGrpSpPr>
      <p:grpSpPr>
        <a:xfrm>
          <a:off x="0" y="0"/>
          <a:ext cx="0" cy="0"/>
          <a:chOff x="0" y="0"/>
          <a:chExt cx="0" cy="0"/>
        </a:xfrm>
      </p:grpSpPr>
      <p:sp>
        <p:nvSpPr>
          <p:cNvPr id="33" name="Rectángulo 32">
            <a:extLst>
              <a:ext uri="{FF2B5EF4-FFF2-40B4-BE49-F238E27FC236}">
                <a16:creationId xmlns:a16="http://schemas.microsoft.com/office/drawing/2014/main" id="{3824DF03-CD42-4A06-902D-2CFAE7AC68F7}"/>
              </a:ext>
            </a:extLst>
          </p:cNvPr>
          <p:cNvSpPr/>
          <p:nvPr userDrawn="1"/>
        </p:nvSpPr>
        <p:spPr>
          <a:xfrm>
            <a:off x="906463" y="911225"/>
            <a:ext cx="6400800" cy="6400800"/>
          </a:xfrm>
          <a:prstGeom prst="rect">
            <a:avLst/>
          </a:prstGeom>
          <a:solidFill>
            <a:srgbClr val="FF3228"/>
          </a:solid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9" name="Rectángulo 28">
            <a:extLst>
              <a:ext uri="{FF2B5EF4-FFF2-40B4-BE49-F238E27FC236}">
                <a16:creationId xmlns:a16="http://schemas.microsoft.com/office/drawing/2014/main" id="{25C482E9-DB7E-4E5B-BA87-D9F67A4F4A1E}"/>
              </a:ext>
            </a:extLst>
          </p:cNvPr>
          <p:cNvSpPr/>
          <p:nvPr userDrawn="1"/>
        </p:nvSpPr>
        <p:spPr>
          <a:xfrm>
            <a:off x="1714625" y="2513628"/>
            <a:ext cx="800100" cy="800100"/>
          </a:xfrm>
          <a:prstGeom prst="rect">
            <a:avLst/>
          </a:prstGeom>
          <a:no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1" name="Rectángulo 30">
            <a:extLst>
              <a:ext uri="{FF2B5EF4-FFF2-40B4-BE49-F238E27FC236}">
                <a16:creationId xmlns:a16="http://schemas.microsoft.com/office/drawing/2014/main" id="{C4FC17E0-72CD-481B-9A93-9E53EF563B11}"/>
              </a:ext>
            </a:extLst>
          </p:cNvPr>
          <p:cNvSpPr/>
          <p:nvPr userDrawn="1"/>
        </p:nvSpPr>
        <p:spPr>
          <a:xfrm>
            <a:off x="1714625" y="4115773"/>
            <a:ext cx="800100" cy="800100"/>
          </a:xfrm>
          <a:prstGeom prst="rect">
            <a:avLst/>
          </a:prstGeom>
          <a:no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2" name="Rectángulo 31">
            <a:extLst>
              <a:ext uri="{FF2B5EF4-FFF2-40B4-BE49-F238E27FC236}">
                <a16:creationId xmlns:a16="http://schemas.microsoft.com/office/drawing/2014/main" id="{F4BF7557-8BC4-49E3-A1E8-E0AD0AF9C072}"/>
              </a:ext>
            </a:extLst>
          </p:cNvPr>
          <p:cNvSpPr/>
          <p:nvPr userDrawn="1"/>
        </p:nvSpPr>
        <p:spPr>
          <a:xfrm>
            <a:off x="1714625" y="5717918"/>
            <a:ext cx="800100" cy="800100"/>
          </a:xfrm>
          <a:prstGeom prst="rect">
            <a:avLst/>
          </a:prstGeom>
          <a:no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Marcador de texto 17">
            <a:extLst>
              <a:ext uri="{FF2B5EF4-FFF2-40B4-BE49-F238E27FC236}">
                <a16:creationId xmlns:a16="http://schemas.microsoft.com/office/drawing/2014/main" id="{44FEA7C6-9E21-48A4-8632-8CE1CE41E2EA}"/>
              </a:ext>
            </a:extLst>
          </p:cNvPr>
          <p:cNvSpPr>
            <a:spLocks noGrp="1"/>
          </p:cNvSpPr>
          <p:nvPr>
            <p:ph type="body" sz="quarter" idx="22" hasCustomPrompt="1"/>
          </p:nvPr>
        </p:nvSpPr>
        <p:spPr>
          <a:xfrm>
            <a:off x="2701574" y="2836874"/>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16" name="Marcador de texto 17">
            <a:extLst>
              <a:ext uri="{FF2B5EF4-FFF2-40B4-BE49-F238E27FC236}">
                <a16:creationId xmlns:a16="http://schemas.microsoft.com/office/drawing/2014/main" id="{F45D8212-2D59-45F8-B871-FAAAE828E275}"/>
              </a:ext>
            </a:extLst>
          </p:cNvPr>
          <p:cNvSpPr>
            <a:spLocks noGrp="1"/>
          </p:cNvSpPr>
          <p:nvPr>
            <p:ph type="body" sz="quarter" idx="33" hasCustomPrompt="1"/>
          </p:nvPr>
        </p:nvSpPr>
        <p:spPr>
          <a:xfrm>
            <a:off x="1718419" y="1414287"/>
            <a:ext cx="4524337" cy="462209"/>
          </a:xfrm>
        </p:spPr>
        <p:txBody>
          <a:bodyPr lIns="0">
            <a:normAutofit/>
          </a:bodyPr>
          <a:lstStyle>
            <a:lvl1pPr marL="0" indent="0" algn="l">
              <a:lnSpc>
                <a:spcPts val="2800"/>
              </a:lnSpc>
              <a:buNone/>
              <a:defRPr sz="2900" b="1">
                <a:solidFill>
                  <a:schemeClr val="bg1"/>
                </a:solidFill>
              </a:defRPr>
            </a:lvl1pPr>
          </a:lstStyle>
          <a:p>
            <a:pPr lvl="0"/>
            <a:r>
              <a:rPr lang="es-ES" dirty="0" err="1"/>
              <a:t>Lorem</a:t>
            </a:r>
            <a:r>
              <a:rPr lang="es-ES" dirty="0"/>
              <a:t> </a:t>
            </a:r>
            <a:r>
              <a:rPr lang="es-ES" dirty="0" err="1"/>
              <a:t>ipsum</a:t>
            </a:r>
            <a:r>
              <a:rPr lang="es-ES" dirty="0"/>
              <a:t> dolor </a:t>
            </a:r>
            <a:r>
              <a:rPr lang="es-ES" dirty="0" err="1"/>
              <a:t>sit</a:t>
            </a:r>
            <a:endParaRPr lang="es-ES" dirty="0"/>
          </a:p>
        </p:txBody>
      </p:sp>
      <p:sp>
        <p:nvSpPr>
          <p:cNvPr id="17" name="Marcador de texto 17">
            <a:extLst>
              <a:ext uri="{FF2B5EF4-FFF2-40B4-BE49-F238E27FC236}">
                <a16:creationId xmlns:a16="http://schemas.microsoft.com/office/drawing/2014/main" id="{2AFD9B32-D2CF-4B3F-A275-6E2599A28015}"/>
              </a:ext>
            </a:extLst>
          </p:cNvPr>
          <p:cNvSpPr>
            <a:spLocks noGrp="1"/>
          </p:cNvSpPr>
          <p:nvPr>
            <p:ph type="body" sz="quarter" idx="34" hasCustomPrompt="1"/>
          </p:nvPr>
        </p:nvSpPr>
        <p:spPr>
          <a:xfrm>
            <a:off x="2701574" y="2400605"/>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18" name="Marcador de texto 17">
            <a:extLst>
              <a:ext uri="{FF2B5EF4-FFF2-40B4-BE49-F238E27FC236}">
                <a16:creationId xmlns:a16="http://schemas.microsoft.com/office/drawing/2014/main" id="{819E5421-DA47-48D8-95D5-1C2FE4C8716D}"/>
              </a:ext>
            </a:extLst>
          </p:cNvPr>
          <p:cNvSpPr>
            <a:spLocks noGrp="1"/>
          </p:cNvSpPr>
          <p:nvPr>
            <p:ph type="body" sz="quarter" idx="35" hasCustomPrompt="1"/>
          </p:nvPr>
        </p:nvSpPr>
        <p:spPr>
          <a:xfrm>
            <a:off x="2701574" y="4425820"/>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19" name="Marcador de texto 17">
            <a:extLst>
              <a:ext uri="{FF2B5EF4-FFF2-40B4-BE49-F238E27FC236}">
                <a16:creationId xmlns:a16="http://schemas.microsoft.com/office/drawing/2014/main" id="{8EEAAABC-7AC3-4E3E-9159-899BA54C1F3C}"/>
              </a:ext>
            </a:extLst>
          </p:cNvPr>
          <p:cNvSpPr>
            <a:spLocks noGrp="1"/>
          </p:cNvSpPr>
          <p:nvPr>
            <p:ph type="body" sz="quarter" idx="36" hasCustomPrompt="1"/>
          </p:nvPr>
        </p:nvSpPr>
        <p:spPr>
          <a:xfrm>
            <a:off x="2701574" y="3989551"/>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0" name="Marcador de texto 17">
            <a:extLst>
              <a:ext uri="{FF2B5EF4-FFF2-40B4-BE49-F238E27FC236}">
                <a16:creationId xmlns:a16="http://schemas.microsoft.com/office/drawing/2014/main" id="{50A7003E-2CA9-4736-92E2-0A334553D23D}"/>
              </a:ext>
            </a:extLst>
          </p:cNvPr>
          <p:cNvSpPr>
            <a:spLocks noGrp="1"/>
          </p:cNvSpPr>
          <p:nvPr>
            <p:ph type="body" sz="quarter" idx="37" hasCustomPrompt="1"/>
          </p:nvPr>
        </p:nvSpPr>
        <p:spPr>
          <a:xfrm>
            <a:off x="2701574" y="6015901"/>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1" name="Marcador de texto 17">
            <a:extLst>
              <a:ext uri="{FF2B5EF4-FFF2-40B4-BE49-F238E27FC236}">
                <a16:creationId xmlns:a16="http://schemas.microsoft.com/office/drawing/2014/main" id="{92D9D4B3-1E28-4271-8722-5B476076907E}"/>
              </a:ext>
            </a:extLst>
          </p:cNvPr>
          <p:cNvSpPr>
            <a:spLocks noGrp="1"/>
          </p:cNvSpPr>
          <p:nvPr>
            <p:ph type="body" sz="quarter" idx="38" hasCustomPrompt="1"/>
          </p:nvPr>
        </p:nvSpPr>
        <p:spPr>
          <a:xfrm>
            <a:off x="2701574" y="5579632"/>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2" name="Marcador de texto 17">
            <a:extLst>
              <a:ext uri="{FF2B5EF4-FFF2-40B4-BE49-F238E27FC236}">
                <a16:creationId xmlns:a16="http://schemas.microsoft.com/office/drawing/2014/main" id="{5C4F3919-61CE-4A8B-85D6-C871DE91FD2F}"/>
              </a:ext>
            </a:extLst>
          </p:cNvPr>
          <p:cNvSpPr>
            <a:spLocks noGrp="1"/>
          </p:cNvSpPr>
          <p:nvPr>
            <p:ph type="body" sz="quarter" idx="39" hasCustomPrompt="1"/>
          </p:nvPr>
        </p:nvSpPr>
        <p:spPr>
          <a:xfrm>
            <a:off x="9147529" y="2836874"/>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3" name="Marcador de texto 17">
            <a:extLst>
              <a:ext uri="{FF2B5EF4-FFF2-40B4-BE49-F238E27FC236}">
                <a16:creationId xmlns:a16="http://schemas.microsoft.com/office/drawing/2014/main" id="{096FDC23-32F9-4A15-8C0F-2FA62606F725}"/>
              </a:ext>
            </a:extLst>
          </p:cNvPr>
          <p:cNvSpPr>
            <a:spLocks noGrp="1"/>
          </p:cNvSpPr>
          <p:nvPr>
            <p:ph type="body" sz="quarter" idx="40" hasCustomPrompt="1"/>
          </p:nvPr>
        </p:nvSpPr>
        <p:spPr>
          <a:xfrm>
            <a:off x="9147529" y="2400605"/>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4" name="Marcador de texto 17">
            <a:extLst>
              <a:ext uri="{FF2B5EF4-FFF2-40B4-BE49-F238E27FC236}">
                <a16:creationId xmlns:a16="http://schemas.microsoft.com/office/drawing/2014/main" id="{544B68AA-A664-4CDB-9244-7439A1BBEB37}"/>
              </a:ext>
            </a:extLst>
          </p:cNvPr>
          <p:cNvSpPr>
            <a:spLocks noGrp="1"/>
          </p:cNvSpPr>
          <p:nvPr>
            <p:ph type="body" sz="quarter" idx="41" hasCustomPrompt="1"/>
          </p:nvPr>
        </p:nvSpPr>
        <p:spPr>
          <a:xfrm>
            <a:off x="9147529" y="4425820"/>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5" name="Marcador de texto 17">
            <a:extLst>
              <a:ext uri="{FF2B5EF4-FFF2-40B4-BE49-F238E27FC236}">
                <a16:creationId xmlns:a16="http://schemas.microsoft.com/office/drawing/2014/main" id="{E8F7D17C-956D-401B-B279-2A0E1A7FDAE4}"/>
              </a:ext>
            </a:extLst>
          </p:cNvPr>
          <p:cNvSpPr>
            <a:spLocks noGrp="1"/>
          </p:cNvSpPr>
          <p:nvPr>
            <p:ph type="body" sz="quarter" idx="42" hasCustomPrompt="1"/>
          </p:nvPr>
        </p:nvSpPr>
        <p:spPr>
          <a:xfrm>
            <a:off x="9147529" y="3989551"/>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6" name="Marcador de texto 17">
            <a:extLst>
              <a:ext uri="{FF2B5EF4-FFF2-40B4-BE49-F238E27FC236}">
                <a16:creationId xmlns:a16="http://schemas.microsoft.com/office/drawing/2014/main" id="{042A179C-1060-4856-8F5D-63184A6E3BA6}"/>
              </a:ext>
            </a:extLst>
          </p:cNvPr>
          <p:cNvSpPr>
            <a:spLocks noGrp="1"/>
          </p:cNvSpPr>
          <p:nvPr>
            <p:ph type="body" sz="quarter" idx="43" hasCustomPrompt="1"/>
          </p:nvPr>
        </p:nvSpPr>
        <p:spPr>
          <a:xfrm>
            <a:off x="9147529" y="6015901"/>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7" name="Marcador de texto 17">
            <a:extLst>
              <a:ext uri="{FF2B5EF4-FFF2-40B4-BE49-F238E27FC236}">
                <a16:creationId xmlns:a16="http://schemas.microsoft.com/office/drawing/2014/main" id="{56D8F0E5-A6E8-4BB3-BE7E-067D7C752DC3}"/>
              </a:ext>
            </a:extLst>
          </p:cNvPr>
          <p:cNvSpPr>
            <a:spLocks noGrp="1"/>
          </p:cNvSpPr>
          <p:nvPr>
            <p:ph type="body" sz="quarter" idx="44" hasCustomPrompt="1"/>
          </p:nvPr>
        </p:nvSpPr>
        <p:spPr>
          <a:xfrm>
            <a:off x="9147529" y="5579632"/>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8" name="Marcador de texto 17">
            <a:extLst>
              <a:ext uri="{FF2B5EF4-FFF2-40B4-BE49-F238E27FC236}">
                <a16:creationId xmlns:a16="http://schemas.microsoft.com/office/drawing/2014/main" id="{EFD3DBCB-37D1-496C-A04E-BA7E970F4A25}"/>
              </a:ext>
            </a:extLst>
          </p:cNvPr>
          <p:cNvSpPr>
            <a:spLocks noGrp="1"/>
          </p:cNvSpPr>
          <p:nvPr>
            <p:ph type="body" sz="quarter" idx="45" hasCustomPrompt="1"/>
          </p:nvPr>
        </p:nvSpPr>
        <p:spPr>
          <a:xfrm>
            <a:off x="8129253" y="1414287"/>
            <a:ext cx="4524337" cy="462209"/>
          </a:xfrm>
        </p:spPr>
        <p:txBody>
          <a:bodyPr lIns="0">
            <a:normAutofit/>
          </a:bodyPr>
          <a:lstStyle>
            <a:lvl1pPr marL="0" indent="0" algn="l">
              <a:lnSpc>
                <a:spcPts val="2800"/>
              </a:lnSpc>
              <a:buNone/>
              <a:defRPr sz="2900" b="1">
                <a:solidFill>
                  <a:srgbClr val="1E1E1E"/>
                </a:solidFill>
              </a:defRPr>
            </a:lvl1pPr>
          </a:lstStyle>
          <a:p>
            <a:pPr lvl="0"/>
            <a:r>
              <a:rPr lang="es-ES" dirty="0" err="1"/>
              <a:t>Lorem</a:t>
            </a:r>
            <a:r>
              <a:rPr lang="es-ES" dirty="0"/>
              <a:t> </a:t>
            </a:r>
            <a:r>
              <a:rPr lang="es-ES" dirty="0" err="1"/>
              <a:t>ipsum</a:t>
            </a:r>
            <a:r>
              <a:rPr lang="es-ES" dirty="0"/>
              <a:t> dolor </a:t>
            </a:r>
            <a:r>
              <a:rPr lang="es-ES" dirty="0" err="1"/>
              <a:t>sit</a:t>
            </a:r>
            <a:endParaRPr lang="es-ES" dirty="0"/>
          </a:p>
        </p:txBody>
      </p:sp>
      <p:sp>
        <p:nvSpPr>
          <p:cNvPr id="34" name="Rectángulo 33">
            <a:extLst>
              <a:ext uri="{FF2B5EF4-FFF2-40B4-BE49-F238E27FC236}">
                <a16:creationId xmlns:a16="http://schemas.microsoft.com/office/drawing/2014/main" id="{28985D4F-DA9A-4115-90BA-E38ACC75A041}"/>
              </a:ext>
            </a:extLst>
          </p:cNvPr>
          <p:cNvSpPr/>
          <p:nvPr userDrawn="1"/>
        </p:nvSpPr>
        <p:spPr>
          <a:xfrm>
            <a:off x="8114896" y="2513628"/>
            <a:ext cx="800100" cy="800100"/>
          </a:xfrm>
          <a:prstGeom prst="rect">
            <a:avLst/>
          </a:prstGeom>
          <a:no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5" name="Rectángulo 34">
            <a:extLst>
              <a:ext uri="{FF2B5EF4-FFF2-40B4-BE49-F238E27FC236}">
                <a16:creationId xmlns:a16="http://schemas.microsoft.com/office/drawing/2014/main" id="{4F46DE56-E459-4EB6-9BA9-089C84D8957C}"/>
              </a:ext>
            </a:extLst>
          </p:cNvPr>
          <p:cNvSpPr/>
          <p:nvPr userDrawn="1"/>
        </p:nvSpPr>
        <p:spPr>
          <a:xfrm>
            <a:off x="8114896" y="4115773"/>
            <a:ext cx="800100" cy="800100"/>
          </a:xfrm>
          <a:prstGeom prst="rect">
            <a:avLst/>
          </a:prstGeom>
          <a:no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6" name="Rectángulo 35">
            <a:extLst>
              <a:ext uri="{FF2B5EF4-FFF2-40B4-BE49-F238E27FC236}">
                <a16:creationId xmlns:a16="http://schemas.microsoft.com/office/drawing/2014/main" id="{825B9C34-BEED-48EF-A8F3-98A25182117F}"/>
              </a:ext>
            </a:extLst>
          </p:cNvPr>
          <p:cNvSpPr/>
          <p:nvPr userDrawn="1"/>
        </p:nvSpPr>
        <p:spPr>
          <a:xfrm>
            <a:off x="8114896" y="5717918"/>
            <a:ext cx="800100" cy="800100"/>
          </a:xfrm>
          <a:prstGeom prst="rect">
            <a:avLst/>
          </a:prstGeom>
          <a:no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0" name="Marcador de número de diapositiva 1">
            <a:extLst>
              <a:ext uri="{FF2B5EF4-FFF2-40B4-BE49-F238E27FC236}">
                <a16:creationId xmlns:a16="http://schemas.microsoft.com/office/drawing/2014/main" id="{3F5AFE29-57E8-44B6-95C3-325867DAB7CB}"/>
              </a:ext>
            </a:extLst>
          </p:cNvPr>
          <p:cNvSpPr>
            <a:spLocks noGrp="1"/>
          </p:cNvSpPr>
          <p:nvPr>
            <p:ph type="sldNum" sz="quarter" idx="49"/>
          </p:nvPr>
        </p:nvSpPr>
        <p:spPr>
          <a:xfrm>
            <a:off x="7000489" y="7763089"/>
            <a:ext cx="629422" cy="395242"/>
          </a:xfrm>
        </p:spPr>
        <p:txBody>
          <a:bodyPr/>
          <a:lstStyle/>
          <a:p>
            <a:fld id="{B005B2D1-880E-4846-A216-7D6770BA1332}" type="slidenum">
              <a:rPr lang="es-ES" smtClean="0"/>
              <a:pPr/>
              <a:t>‹Nº›</a:t>
            </a:fld>
            <a:endParaRPr lang="es-ES" dirty="0"/>
          </a:p>
        </p:txBody>
      </p:sp>
      <p:sp>
        <p:nvSpPr>
          <p:cNvPr id="43" name="CuadroTexto 42">
            <a:extLst>
              <a:ext uri="{FF2B5EF4-FFF2-40B4-BE49-F238E27FC236}">
                <a16:creationId xmlns:a16="http://schemas.microsoft.com/office/drawing/2014/main" id="{13DDD1BB-63FF-4264-945F-3B3141732107}"/>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30" name="Gráfico 29">
            <a:extLst>
              <a:ext uri="{FF2B5EF4-FFF2-40B4-BE49-F238E27FC236}">
                <a16:creationId xmlns:a16="http://schemas.microsoft.com/office/drawing/2014/main" id="{826DE4F1-0500-456A-9AEE-766BEA0D2767}"/>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2323884" y="7585901"/>
            <a:ext cx="1400054" cy="385200"/>
          </a:xfrm>
          <a:prstGeom prst="rect">
            <a:avLst/>
          </a:prstGeom>
        </p:spPr>
      </p:pic>
      <p:sp>
        <p:nvSpPr>
          <p:cNvPr id="37" name="Rectángulo 36">
            <a:extLst>
              <a:ext uri="{FF2B5EF4-FFF2-40B4-BE49-F238E27FC236}">
                <a16:creationId xmlns:a16="http://schemas.microsoft.com/office/drawing/2014/main" id="{047CC7ED-54B8-4D1D-B00C-D69B01F0733A}"/>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1865503486"/>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Graficos">
    <p:spTree>
      <p:nvGrpSpPr>
        <p:cNvPr id="1" name=""/>
        <p:cNvGrpSpPr/>
        <p:nvPr/>
      </p:nvGrpSpPr>
      <p:grpSpPr>
        <a:xfrm>
          <a:off x="0" y="0"/>
          <a:ext cx="0" cy="0"/>
          <a:chOff x="0" y="0"/>
          <a:chExt cx="0" cy="0"/>
        </a:xfrm>
      </p:grpSpPr>
      <p:sp>
        <p:nvSpPr>
          <p:cNvPr id="12" name="Título 11">
            <a:extLst>
              <a:ext uri="{FF2B5EF4-FFF2-40B4-BE49-F238E27FC236}">
                <a16:creationId xmlns:a16="http://schemas.microsoft.com/office/drawing/2014/main" id="{E45EE8D0-3795-421B-8794-6F214183AE2D}"/>
              </a:ext>
            </a:extLst>
          </p:cNvPr>
          <p:cNvSpPr>
            <a:spLocks noGrp="1"/>
          </p:cNvSpPr>
          <p:nvPr>
            <p:ph type="title" hasCustomPrompt="1"/>
          </p:nvPr>
        </p:nvSpPr>
        <p:spPr>
          <a:xfrm>
            <a:off x="906463" y="1180601"/>
            <a:ext cx="3309937" cy="1803899"/>
          </a:xfrm>
        </p:spPr>
        <p:txBody>
          <a:bodyPr lIns="0" anchor="t">
            <a:noAutofit/>
          </a:bodyPr>
          <a:lstStyle>
            <a:lvl1pPr>
              <a:defRPr sz="4300"/>
            </a:lvl1pPr>
          </a:lstStyle>
          <a:p>
            <a:r>
              <a:rPr lang="es-ES" dirty="0"/>
              <a:t>Estilo</a:t>
            </a:r>
            <a:br>
              <a:rPr lang="es-ES" dirty="0"/>
            </a:br>
            <a:r>
              <a:rPr lang="es-ES" dirty="0"/>
              <a:t>de gráfico de barras I</a:t>
            </a:r>
          </a:p>
        </p:txBody>
      </p:sp>
      <p:sp>
        <p:nvSpPr>
          <p:cNvPr id="21" name="Marcador de texto 17">
            <a:extLst>
              <a:ext uri="{FF2B5EF4-FFF2-40B4-BE49-F238E27FC236}">
                <a16:creationId xmlns:a16="http://schemas.microsoft.com/office/drawing/2014/main" id="{B3CCE7E5-483B-4D05-A9C8-5D66C5A57396}"/>
              </a:ext>
            </a:extLst>
          </p:cNvPr>
          <p:cNvSpPr>
            <a:spLocks noGrp="1"/>
          </p:cNvSpPr>
          <p:nvPr>
            <p:ph type="body" sz="quarter" idx="16" hasCustomPrompt="1"/>
          </p:nvPr>
        </p:nvSpPr>
        <p:spPr>
          <a:xfrm>
            <a:off x="906463" y="3263021"/>
            <a:ext cx="4745037" cy="341133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Conepos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a:t>
            </a:r>
          </a:p>
          <a:p>
            <a:pPr lvl="0"/>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a:t>
            </a:r>
            <a:r>
              <a:rPr lang="es-ES" dirty="0"/>
              <a:t>.</a:t>
            </a:r>
          </a:p>
          <a:p>
            <a:pPr marL="0" marR="0" lvl="0" indent="0" algn="l" defTabSz="1097280" rtl="0" eaLnBrk="1" fontAlgn="auto" latinLnBrk="0" hangingPunct="1">
              <a:lnSpc>
                <a:spcPts val="1700"/>
              </a:lnSpc>
              <a:spcBef>
                <a:spcPts val="900"/>
              </a:spcBef>
              <a:spcAft>
                <a:spcPts val="0"/>
              </a:spcAft>
              <a:buClr>
                <a:srgbClr val="FF3228"/>
              </a:buClr>
              <a:buSzTx/>
              <a:buFont typeface="Wingdings" panose="05000000000000000000" pitchFamily="2" charset="2"/>
              <a:buNone/>
              <a:tabLst/>
              <a:defRPr/>
            </a:pPr>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a:t>
            </a:r>
            <a:r>
              <a:rPr lang="es-ES" dirty="0"/>
              <a:t> </a:t>
            </a:r>
            <a:r>
              <a:rPr lang="es-ES" dirty="0" err="1"/>
              <a:t>Poribus</a:t>
            </a:r>
            <a:r>
              <a:rPr lang="es-ES" dirty="0"/>
              <a:t> </a:t>
            </a:r>
            <a:r>
              <a:rPr lang="es-ES" dirty="0" err="1"/>
              <a:t>reiciis</a:t>
            </a:r>
            <a:r>
              <a:rPr lang="es-ES" dirty="0"/>
              <a:t>.</a:t>
            </a:r>
          </a:p>
        </p:txBody>
      </p:sp>
      <p:sp>
        <p:nvSpPr>
          <p:cNvPr id="25" name="CuadroTexto 24">
            <a:extLst>
              <a:ext uri="{FF2B5EF4-FFF2-40B4-BE49-F238E27FC236}">
                <a16:creationId xmlns:a16="http://schemas.microsoft.com/office/drawing/2014/main" id="{E30C8D45-466F-4F40-8328-D150D1EB24BA}"/>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7" name="Marcador de número de diapositiva 1">
            <a:extLst>
              <a:ext uri="{FF2B5EF4-FFF2-40B4-BE49-F238E27FC236}">
                <a16:creationId xmlns:a16="http://schemas.microsoft.com/office/drawing/2014/main" id="{04281931-3718-4A7D-AA8E-F88E5AEB9ADC}"/>
              </a:ext>
            </a:extLst>
          </p:cNvPr>
          <p:cNvSpPr>
            <a:spLocks noGrp="1"/>
          </p:cNvSpPr>
          <p:nvPr>
            <p:ph type="sldNum" sz="quarter" idx="30"/>
          </p:nvPr>
        </p:nvSpPr>
        <p:spPr>
          <a:xfrm>
            <a:off x="7000489" y="7763089"/>
            <a:ext cx="629422" cy="395242"/>
          </a:xfrm>
        </p:spPr>
        <p:txBody>
          <a:bodyPr/>
          <a:lstStyle/>
          <a:p>
            <a:fld id="{B005B2D1-880E-4846-A216-7D6770BA1332}" type="slidenum">
              <a:rPr lang="es-ES" smtClean="0"/>
              <a:pPr/>
              <a:t>‹Nº›</a:t>
            </a:fld>
            <a:endParaRPr lang="es-ES" dirty="0"/>
          </a:p>
        </p:txBody>
      </p:sp>
      <p:sp>
        <p:nvSpPr>
          <p:cNvPr id="28" name="Rectángulo 27">
            <a:extLst>
              <a:ext uri="{FF2B5EF4-FFF2-40B4-BE49-F238E27FC236}">
                <a16:creationId xmlns:a16="http://schemas.microsoft.com/office/drawing/2014/main" id="{4D5137D5-442A-403F-81C7-7686AFB9547E}"/>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 name="Marcador de gráfico 6">
            <a:extLst>
              <a:ext uri="{FF2B5EF4-FFF2-40B4-BE49-F238E27FC236}">
                <a16:creationId xmlns:a16="http://schemas.microsoft.com/office/drawing/2014/main" id="{7201564A-7529-4B1F-B62A-73FAF73E875E}"/>
              </a:ext>
            </a:extLst>
          </p:cNvPr>
          <p:cNvSpPr>
            <a:spLocks noGrp="1"/>
          </p:cNvSpPr>
          <p:nvPr>
            <p:ph type="chart" sz="quarter" idx="31"/>
          </p:nvPr>
        </p:nvSpPr>
        <p:spPr>
          <a:xfrm>
            <a:off x="6140450" y="1719155"/>
            <a:ext cx="7583488" cy="5599220"/>
          </a:xfrm>
        </p:spPr>
        <p:txBody>
          <a:bodyPr/>
          <a:lstStyle/>
          <a:p>
            <a:endParaRPr lang="es-ES" dirty="0"/>
          </a:p>
        </p:txBody>
      </p:sp>
      <p:pic>
        <p:nvPicPr>
          <p:cNvPr id="9" name="Gráfico 8">
            <a:extLst>
              <a:ext uri="{FF2B5EF4-FFF2-40B4-BE49-F238E27FC236}">
                <a16:creationId xmlns:a16="http://schemas.microsoft.com/office/drawing/2014/main" id="{06E2181E-8ABD-4C68-97CA-BF860F11CA13}"/>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1769800899"/>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ablas">
    <p:spTree>
      <p:nvGrpSpPr>
        <p:cNvPr id="1" name=""/>
        <p:cNvGrpSpPr/>
        <p:nvPr/>
      </p:nvGrpSpPr>
      <p:grpSpPr>
        <a:xfrm>
          <a:off x="0" y="0"/>
          <a:ext cx="0" cy="0"/>
          <a:chOff x="0" y="0"/>
          <a:chExt cx="0" cy="0"/>
        </a:xfrm>
      </p:grpSpPr>
      <p:sp>
        <p:nvSpPr>
          <p:cNvPr id="12" name="Título 11">
            <a:extLst>
              <a:ext uri="{FF2B5EF4-FFF2-40B4-BE49-F238E27FC236}">
                <a16:creationId xmlns:a16="http://schemas.microsoft.com/office/drawing/2014/main" id="{E45EE8D0-3795-421B-8794-6F214183AE2D}"/>
              </a:ext>
            </a:extLst>
          </p:cNvPr>
          <p:cNvSpPr>
            <a:spLocks noGrp="1"/>
          </p:cNvSpPr>
          <p:nvPr>
            <p:ph type="title" hasCustomPrompt="1"/>
          </p:nvPr>
        </p:nvSpPr>
        <p:spPr>
          <a:xfrm>
            <a:off x="906463" y="1180601"/>
            <a:ext cx="5278437" cy="879431"/>
          </a:xfrm>
        </p:spPr>
        <p:txBody>
          <a:bodyPr lIns="0" anchor="t">
            <a:noAutofit/>
          </a:bodyPr>
          <a:lstStyle>
            <a:lvl1pPr>
              <a:defRPr sz="4300"/>
            </a:lvl1pPr>
          </a:lstStyle>
          <a:p>
            <a:r>
              <a:rPr lang="es-ES" dirty="0"/>
              <a:t>Estilo tabla I</a:t>
            </a:r>
          </a:p>
        </p:txBody>
      </p:sp>
      <p:sp>
        <p:nvSpPr>
          <p:cNvPr id="25" name="CuadroTexto 24">
            <a:extLst>
              <a:ext uri="{FF2B5EF4-FFF2-40B4-BE49-F238E27FC236}">
                <a16:creationId xmlns:a16="http://schemas.microsoft.com/office/drawing/2014/main" id="{E30C8D45-466F-4F40-8328-D150D1EB24BA}"/>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7" name="Marcador de número de diapositiva 1">
            <a:extLst>
              <a:ext uri="{FF2B5EF4-FFF2-40B4-BE49-F238E27FC236}">
                <a16:creationId xmlns:a16="http://schemas.microsoft.com/office/drawing/2014/main" id="{04281931-3718-4A7D-AA8E-F88E5AEB9ADC}"/>
              </a:ext>
            </a:extLst>
          </p:cNvPr>
          <p:cNvSpPr>
            <a:spLocks noGrp="1"/>
          </p:cNvSpPr>
          <p:nvPr>
            <p:ph type="sldNum" sz="quarter" idx="30"/>
          </p:nvPr>
        </p:nvSpPr>
        <p:spPr>
          <a:xfrm>
            <a:off x="7000489" y="7763089"/>
            <a:ext cx="629422" cy="395242"/>
          </a:xfrm>
        </p:spPr>
        <p:txBody>
          <a:bodyPr/>
          <a:lstStyle/>
          <a:p>
            <a:fld id="{B005B2D1-880E-4846-A216-7D6770BA1332}" type="slidenum">
              <a:rPr lang="es-ES" smtClean="0"/>
              <a:pPr/>
              <a:t>‹Nº›</a:t>
            </a:fld>
            <a:endParaRPr lang="es-ES" dirty="0"/>
          </a:p>
        </p:txBody>
      </p:sp>
      <p:sp>
        <p:nvSpPr>
          <p:cNvPr id="28" name="Rectángulo 27">
            <a:extLst>
              <a:ext uri="{FF2B5EF4-FFF2-40B4-BE49-F238E27FC236}">
                <a16:creationId xmlns:a16="http://schemas.microsoft.com/office/drawing/2014/main" id="{4D5137D5-442A-403F-81C7-7686AFB9547E}"/>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 name="Marcador de tabla 2">
            <a:extLst>
              <a:ext uri="{FF2B5EF4-FFF2-40B4-BE49-F238E27FC236}">
                <a16:creationId xmlns:a16="http://schemas.microsoft.com/office/drawing/2014/main" id="{06B5FEDA-2675-4177-AA01-B26A0E6450C6}"/>
              </a:ext>
            </a:extLst>
          </p:cNvPr>
          <p:cNvSpPr>
            <a:spLocks noGrp="1"/>
          </p:cNvSpPr>
          <p:nvPr>
            <p:ph type="tbl" sz="quarter" idx="31"/>
          </p:nvPr>
        </p:nvSpPr>
        <p:spPr>
          <a:xfrm>
            <a:off x="906463" y="2514600"/>
            <a:ext cx="12817474" cy="4803775"/>
          </a:xfrm>
        </p:spPr>
        <p:txBody>
          <a:bodyPr/>
          <a:lstStyle/>
          <a:p>
            <a:endParaRPr lang="es-ES"/>
          </a:p>
        </p:txBody>
      </p:sp>
      <p:pic>
        <p:nvPicPr>
          <p:cNvPr id="8" name="Gráfico 7">
            <a:extLst>
              <a:ext uri="{FF2B5EF4-FFF2-40B4-BE49-F238E27FC236}">
                <a16:creationId xmlns:a16="http://schemas.microsoft.com/office/drawing/2014/main" id="{B63D23CB-FADD-4E51-B607-9F895E3383D8}"/>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3072500996"/>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Iconos">
    <p:spTree>
      <p:nvGrpSpPr>
        <p:cNvPr id="1" name=""/>
        <p:cNvGrpSpPr/>
        <p:nvPr/>
      </p:nvGrpSpPr>
      <p:grpSpPr>
        <a:xfrm>
          <a:off x="0" y="0"/>
          <a:ext cx="0" cy="0"/>
          <a:chOff x="0" y="0"/>
          <a:chExt cx="0" cy="0"/>
        </a:xfrm>
      </p:grpSpPr>
      <p:pic>
        <p:nvPicPr>
          <p:cNvPr id="6" name="Gráfico 5">
            <a:extLst>
              <a:ext uri="{FF2B5EF4-FFF2-40B4-BE49-F238E27FC236}">
                <a16:creationId xmlns:a16="http://schemas.microsoft.com/office/drawing/2014/main" id="{1FA62221-C641-42BD-85C5-560FB62FCEC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3" name="Marcador de número de diapositiva 2">
            <a:extLst>
              <a:ext uri="{FF2B5EF4-FFF2-40B4-BE49-F238E27FC236}">
                <a16:creationId xmlns:a16="http://schemas.microsoft.com/office/drawing/2014/main" id="{7450A57E-6C25-44CF-9946-8E51E495D6DA}"/>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9" name="CuadroTexto 8">
            <a:extLst>
              <a:ext uri="{FF2B5EF4-FFF2-40B4-BE49-F238E27FC236}">
                <a16:creationId xmlns:a16="http://schemas.microsoft.com/office/drawing/2014/main" id="{AEACB8DF-60BA-4C55-8790-127B9DB59323}"/>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0" name="Rectángulo 9">
            <a:extLst>
              <a:ext uri="{FF2B5EF4-FFF2-40B4-BE49-F238E27FC236}">
                <a16:creationId xmlns:a16="http://schemas.microsoft.com/office/drawing/2014/main" id="{8C8DE8CD-D0F4-421F-8259-A29997BBF572}"/>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9" name="Título 11">
            <a:extLst>
              <a:ext uri="{FF2B5EF4-FFF2-40B4-BE49-F238E27FC236}">
                <a16:creationId xmlns:a16="http://schemas.microsoft.com/office/drawing/2014/main" id="{E6467823-04AD-499F-9EBF-6BAE54012BC6}"/>
              </a:ext>
            </a:extLst>
          </p:cNvPr>
          <p:cNvSpPr>
            <a:spLocks noGrp="1"/>
          </p:cNvSpPr>
          <p:nvPr>
            <p:ph type="title" hasCustomPrompt="1"/>
          </p:nvPr>
        </p:nvSpPr>
        <p:spPr>
          <a:xfrm>
            <a:off x="2062163" y="5204458"/>
            <a:ext cx="3284537" cy="1017545"/>
          </a:xfrm>
        </p:spPr>
        <p:txBody>
          <a:bodyPr lIns="0" anchor="t">
            <a:noAutofit/>
          </a:bodyPr>
          <a:lstStyle>
            <a:lvl1pPr>
              <a:defRPr sz="4300">
                <a:solidFill>
                  <a:schemeClr val="bg1"/>
                </a:solidFill>
              </a:defRPr>
            </a:lvl1pPr>
          </a:lstStyle>
          <a:p>
            <a:r>
              <a:rPr lang="es-ES" dirty="0"/>
              <a:t>Iconos</a:t>
            </a:r>
          </a:p>
        </p:txBody>
      </p:sp>
      <p:pic>
        <p:nvPicPr>
          <p:cNvPr id="11" name="Gráfico 10">
            <a:extLst>
              <a:ext uri="{FF2B5EF4-FFF2-40B4-BE49-F238E27FC236}">
                <a16:creationId xmlns:a16="http://schemas.microsoft.com/office/drawing/2014/main" id="{234AC0BB-9746-40C6-8816-9CE7B49FFA39}"/>
              </a:ext>
            </a:extLst>
          </p:cNvPr>
          <p:cNvPicPr>
            <a:picLocks noChangeAspect="1"/>
          </p:cNvPicPr>
          <p:nvPr userDrawn="1"/>
        </p:nvPicPr>
        <p:blipFill rotWithShape="1">
          <a:blip r:embed="rId4">
            <a:extLst>
              <a:ext uri="{96DAC541-7B7A-43D3-8B79-37D633B846F1}">
                <asvg:svgBlip xmlns:asvg="http://schemas.microsoft.com/office/drawing/2016/SVG/main" r:embed="rId5"/>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3381729278"/>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Contraportada">
    <p:spTree>
      <p:nvGrpSpPr>
        <p:cNvPr id="1" name=""/>
        <p:cNvGrpSpPr/>
        <p:nvPr/>
      </p:nvGrpSpPr>
      <p:grpSpPr>
        <a:xfrm>
          <a:off x="0" y="0"/>
          <a:ext cx="0" cy="0"/>
          <a:chOff x="0" y="0"/>
          <a:chExt cx="0" cy="0"/>
        </a:xfrm>
      </p:grpSpPr>
      <p:pic>
        <p:nvPicPr>
          <p:cNvPr id="12" name="Gráfico 11">
            <a:extLst>
              <a:ext uri="{FF2B5EF4-FFF2-40B4-BE49-F238E27FC236}">
                <a16:creationId xmlns:a16="http://schemas.microsoft.com/office/drawing/2014/main" id="{58986412-1BC4-47CA-9C5B-0E42A1072196}"/>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9" name="CuadroTexto 8">
            <a:extLst>
              <a:ext uri="{FF2B5EF4-FFF2-40B4-BE49-F238E27FC236}">
                <a16:creationId xmlns:a16="http://schemas.microsoft.com/office/drawing/2014/main" id="{612609C0-CE8E-4F26-9C56-26779C292085}"/>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14" name="Title 1">
            <a:extLst>
              <a:ext uri="{FF2B5EF4-FFF2-40B4-BE49-F238E27FC236}">
                <a16:creationId xmlns:a16="http://schemas.microsoft.com/office/drawing/2014/main" id="{C6C8BD96-F01B-45B8-816D-46F9D05B00D1}"/>
              </a:ext>
            </a:extLst>
          </p:cNvPr>
          <p:cNvSpPr>
            <a:spLocks noGrp="1"/>
          </p:cNvSpPr>
          <p:nvPr>
            <p:ph type="title" hasCustomPrompt="1"/>
          </p:nvPr>
        </p:nvSpPr>
        <p:spPr>
          <a:xfrm>
            <a:off x="4347351" y="2842955"/>
            <a:ext cx="4424116" cy="776545"/>
          </a:xfrm>
        </p:spPr>
        <p:txBody>
          <a:bodyPr>
            <a:normAutofit/>
          </a:bodyPr>
          <a:lstStyle>
            <a:lvl1pPr>
              <a:defRPr sz="6000"/>
            </a:lvl1pPr>
          </a:lstStyle>
          <a:p>
            <a:r>
              <a:rPr lang="es-ES" dirty="0"/>
              <a:t>Gracias</a:t>
            </a:r>
            <a:endParaRPr lang="en-US" dirty="0"/>
          </a:p>
        </p:txBody>
      </p:sp>
      <p:sp>
        <p:nvSpPr>
          <p:cNvPr id="15" name="Marcador de texto 17">
            <a:extLst>
              <a:ext uri="{FF2B5EF4-FFF2-40B4-BE49-F238E27FC236}">
                <a16:creationId xmlns:a16="http://schemas.microsoft.com/office/drawing/2014/main" id="{11DB0538-BF7A-408B-8D8F-356A5E062386}"/>
              </a:ext>
            </a:extLst>
          </p:cNvPr>
          <p:cNvSpPr>
            <a:spLocks noGrp="1"/>
          </p:cNvSpPr>
          <p:nvPr>
            <p:ph type="body" sz="quarter" idx="16" hasCustomPrompt="1"/>
          </p:nvPr>
        </p:nvSpPr>
        <p:spPr>
          <a:xfrm>
            <a:off x="4448951" y="3648916"/>
            <a:ext cx="4542650" cy="961186"/>
          </a:xfrm>
        </p:spPr>
        <p:txBody>
          <a:bodyPr lIns="0">
            <a:noAutofit/>
          </a:bodyPr>
          <a:lstStyle>
            <a:lvl1pPr marL="0" indent="0">
              <a:lnSpc>
                <a:spcPts val="2800"/>
              </a:lnSpc>
              <a:spcBef>
                <a:spcPts val="900"/>
              </a:spcBef>
              <a:buNone/>
              <a:defRPr sz="2500" b="0">
                <a:solidFill>
                  <a:srgbClr val="1E1E1E"/>
                </a:solidFill>
              </a:defRPr>
            </a:lvl1pPr>
          </a:lstStyle>
          <a:p>
            <a:pPr lvl="0"/>
            <a:r>
              <a:rPr lang="es-ES" dirty="0" err="1"/>
              <a:t>Lorem</a:t>
            </a:r>
            <a:r>
              <a:rPr lang="es-ES" dirty="0"/>
              <a:t> </a:t>
            </a:r>
            <a:r>
              <a:rPr lang="es-ES" dirty="0" err="1"/>
              <a:t>ipsum</a:t>
            </a:r>
            <a:r>
              <a:rPr lang="es-ES" dirty="0"/>
              <a:t> </a:t>
            </a:r>
            <a:r>
              <a:rPr lang="es-ES" dirty="0" err="1"/>
              <a:t>Udae</a:t>
            </a:r>
            <a:r>
              <a:rPr lang="es-ES" dirty="0"/>
              <a:t> </a:t>
            </a:r>
            <a:r>
              <a:rPr lang="es-ES" dirty="0" err="1"/>
              <a:t>voluptatur</a:t>
            </a:r>
            <a:r>
              <a:rPr lang="es-ES" dirty="0"/>
              <a:t>? Pitas </a:t>
            </a:r>
            <a:r>
              <a:rPr lang="es-ES" dirty="0" err="1"/>
              <a:t>dolorem</a:t>
            </a:r>
            <a:endParaRPr lang="es-ES" dirty="0"/>
          </a:p>
        </p:txBody>
      </p:sp>
      <p:sp>
        <p:nvSpPr>
          <p:cNvPr id="16" name="Marcador de texto 17">
            <a:extLst>
              <a:ext uri="{FF2B5EF4-FFF2-40B4-BE49-F238E27FC236}">
                <a16:creationId xmlns:a16="http://schemas.microsoft.com/office/drawing/2014/main" id="{FB1C9EB0-95F2-4DA1-AF97-1506B0C3FDB2}"/>
              </a:ext>
            </a:extLst>
          </p:cNvPr>
          <p:cNvSpPr>
            <a:spLocks noGrp="1"/>
          </p:cNvSpPr>
          <p:nvPr>
            <p:ph type="body" sz="quarter" idx="22" hasCustomPrompt="1"/>
          </p:nvPr>
        </p:nvSpPr>
        <p:spPr>
          <a:xfrm>
            <a:off x="6925382" y="5473725"/>
            <a:ext cx="3256844" cy="316483"/>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Lorem</a:t>
            </a:r>
            <a:r>
              <a:rPr lang="es-ES" dirty="0"/>
              <a:t> ipsum@info.com</a:t>
            </a:r>
          </a:p>
        </p:txBody>
      </p:sp>
      <p:sp>
        <p:nvSpPr>
          <p:cNvPr id="17" name="Marcador de texto 17">
            <a:extLst>
              <a:ext uri="{FF2B5EF4-FFF2-40B4-BE49-F238E27FC236}">
                <a16:creationId xmlns:a16="http://schemas.microsoft.com/office/drawing/2014/main" id="{E7C874BE-A19E-48B7-AC48-D4C857D7A99B}"/>
              </a:ext>
            </a:extLst>
          </p:cNvPr>
          <p:cNvSpPr>
            <a:spLocks noGrp="1"/>
          </p:cNvSpPr>
          <p:nvPr>
            <p:ph type="body" sz="quarter" idx="15" hasCustomPrompt="1"/>
          </p:nvPr>
        </p:nvSpPr>
        <p:spPr>
          <a:xfrm>
            <a:off x="6925382" y="5144355"/>
            <a:ext cx="3256843" cy="316483"/>
          </a:xfrm>
        </p:spPr>
        <p:txBody>
          <a:bodyPr lIns="0">
            <a:noAutofit/>
          </a:bodyPr>
          <a:lstStyle>
            <a:lvl1pPr marL="0" indent="0">
              <a:lnSpc>
                <a:spcPts val="2800"/>
              </a:lnSpc>
              <a:buNone/>
              <a:defRPr sz="2200" b="1">
                <a:solidFill>
                  <a:schemeClr val="bg1"/>
                </a:solidFill>
              </a:defRPr>
            </a:lvl1pPr>
          </a:lstStyle>
          <a:p>
            <a:pPr lvl="0"/>
            <a:r>
              <a:rPr lang="es-ES" dirty="0" err="1"/>
              <a:t>Lorem</a:t>
            </a:r>
            <a:r>
              <a:rPr lang="es-ES" dirty="0"/>
              <a:t> </a:t>
            </a:r>
            <a:r>
              <a:rPr lang="es-ES" dirty="0" err="1"/>
              <a:t>ipsum</a:t>
            </a:r>
            <a:endParaRPr lang="es-ES" dirty="0"/>
          </a:p>
        </p:txBody>
      </p:sp>
      <p:sp>
        <p:nvSpPr>
          <p:cNvPr id="18" name="Marcador de texto 17">
            <a:extLst>
              <a:ext uri="{FF2B5EF4-FFF2-40B4-BE49-F238E27FC236}">
                <a16:creationId xmlns:a16="http://schemas.microsoft.com/office/drawing/2014/main" id="{983F7AB7-EF84-4792-8807-631A61157F6B}"/>
              </a:ext>
            </a:extLst>
          </p:cNvPr>
          <p:cNvSpPr>
            <a:spLocks noGrp="1"/>
          </p:cNvSpPr>
          <p:nvPr>
            <p:ph type="body" sz="quarter" idx="23" hasCustomPrompt="1"/>
          </p:nvPr>
        </p:nvSpPr>
        <p:spPr>
          <a:xfrm>
            <a:off x="6925382" y="5865514"/>
            <a:ext cx="3256844" cy="316483"/>
          </a:xfrm>
        </p:spPr>
        <p:txBody>
          <a:bodyPr lIns="0">
            <a:noAutofit/>
          </a:bodyPr>
          <a:lstStyle>
            <a:lvl1pPr marL="0" indent="0">
              <a:lnSpc>
                <a:spcPts val="1700"/>
              </a:lnSpc>
              <a:spcBef>
                <a:spcPts val="900"/>
              </a:spcBef>
              <a:buNone/>
              <a:defRPr sz="1440" b="1">
                <a:solidFill>
                  <a:schemeClr val="bg1"/>
                </a:solidFill>
              </a:defRPr>
            </a:lvl1pPr>
          </a:lstStyle>
          <a:p>
            <a:pPr lvl="0"/>
            <a:r>
              <a:rPr lang="es-ES" dirty="0"/>
              <a:t>Universidadeuropea.com</a:t>
            </a:r>
          </a:p>
        </p:txBody>
      </p:sp>
      <p:sp>
        <p:nvSpPr>
          <p:cNvPr id="24" name="CuadroTexto 23">
            <a:extLst>
              <a:ext uri="{FF2B5EF4-FFF2-40B4-BE49-F238E27FC236}">
                <a16:creationId xmlns:a16="http://schemas.microsoft.com/office/drawing/2014/main" id="{803B4663-693F-4482-99D6-BFAAF6A3D27D}"/>
              </a:ext>
            </a:extLst>
          </p:cNvPr>
          <p:cNvSpPr txBox="1"/>
          <p:nvPr userDrawn="1"/>
        </p:nvSpPr>
        <p:spPr>
          <a:xfrm>
            <a:off x="9061051" y="6698399"/>
            <a:ext cx="1800493" cy="430887"/>
          </a:xfrm>
          <a:prstGeom prst="rect">
            <a:avLst/>
          </a:prstGeom>
          <a:noFill/>
        </p:spPr>
        <p:txBody>
          <a:bodyPr wrap="none" rtlCol="0">
            <a:spAutoFit/>
          </a:bodyPr>
          <a:lstStyle/>
          <a:p>
            <a:pPr lvl="0"/>
            <a:r>
              <a:rPr lang="es-ES" sz="2200" b="1" kern="1200" dirty="0">
                <a:solidFill>
                  <a:schemeClr val="bg1"/>
                </a:solidFill>
                <a:latin typeface="Century Gothic" panose="020B0502020202020204" pitchFamily="34" charset="0"/>
                <a:ea typeface="+mn-ea"/>
                <a:cs typeface="+mn-cs"/>
              </a:rPr>
              <a:t>Ve más allá</a:t>
            </a:r>
          </a:p>
        </p:txBody>
      </p:sp>
    </p:spTree>
    <p:extLst>
      <p:ext uri="{BB962C8B-B14F-4D97-AF65-F5344CB8AC3E}">
        <p14:creationId xmlns:p14="http://schemas.microsoft.com/office/powerpoint/2010/main" val="201813584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slideLayout" Target="../slideLayouts/slideLayout49.xml"/><Relationship Id="rId50" Type="http://schemas.openxmlformats.org/officeDocument/2006/relationships/slideLayout" Target="../slideLayouts/slideLayout50.xml"/><Relationship Id="rId51" Type="http://schemas.openxmlformats.org/officeDocument/2006/relationships/slideLayout" Target="../slideLayouts/slideLayout51.xml"/><Relationship Id="rId52" Type="http://schemas.openxmlformats.org/officeDocument/2006/relationships/slideLayout" Target="../slideLayouts/slideLayout52.xml"/><Relationship Id="rId53" Type="http://schemas.openxmlformats.org/officeDocument/2006/relationships/slideLayout" Target="../slideLayouts/slideLayout53.xml"/><Relationship Id="rId54" Type="http://schemas.openxmlformats.org/officeDocument/2006/relationships/slideLayout" Target="../slideLayouts/slideLayout54.xml"/><Relationship Id="rId55" Type="http://schemas.openxmlformats.org/officeDocument/2006/relationships/slideLayout" Target="../slideLayouts/slideLayout55.xml"/><Relationship Id="rId5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05840" y="438150"/>
            <a:ext cx="12618720" cy="1590676"/>
          </a:xfrm>
          <a:prstGeom prst="rect">
            <a:avLst/>
          </a:prstGeom>
        </p:spPr>
        <p:txBody>
          <a:bodyPr vert="horz" lIns="91440" tIns="45720" rIns="91440" bIns="45720" rtlCol="0" anchor="ctr">
            <a:normAutofit/>
          </a:bodyPr>
          <a:lstStyle/>
          <a:p>
            <a:r>
              <a:rPr lang="es-ES" dirty="0"/>
              <a:t>Haga clic para modificar el estilo de título del patrón</a:t>
            </a:r>
            <a:endParaRPr lang="en-US" dirty="0"/>
          </a:p>
        </p:txBody>
      </p:sp>
      <p:sp>
        <p:nvSpPr>
          <p:cNvPr id="3" name="Text Placeholder 2"/>
          <p:cNvSpPr>
            <a:spLocks noGrp="1"/>
          </p:cNvSpPr>
          <p:nvPr>
            <p:ph type="body" idx="1"/>
          </p:nvPr>
        </p:nvSpPr>
        <p:spPr>
          <a:xfrm>
            <a:off x="1005840" y="2190750"/>
            <a:ext cx="12618720" cy="5221606"/>
          </a:xfrm>
          <a:prstGeom prst="rect">
            <a:avLst/>
          </a:prstGeom>
        </p:spPr>
        <p:txBody>
          <a:bodyPr vert="horz" lIns="91440" tIns="45720" rIns="91440" bIns="45720" rtlCol="0">
            <a:normAutofit/>
          </a:body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5" name="Marcador de número de diapositiva 14">
            <a:extLst>
              <a:ext uri="{FF2B5EF4-FFF2-40B4-BE49-F238E27FC236}">
                <a16:creationId xmlns:a16="http://schemas.microsoft.com/office/drawing/2014/main" id="{D156A4A0-AC07-4989-AB5C-6626DA7F8E7B}"/>
              </a:ext>
            </a:extLst>
          </p:cNvPr>
          <p:cNvSpPr>
            <a:spLocks noGrp="1"/>
          </p:cNvSpPr>
          <p:nvPr>
            <p:ph type="sldNum" sz="quarter" idx="4"/>
          </p:nvPr>
        </p:nvSpPr>
        <p:spPr>
          <a:xfrm>
            <a:off x="7000489" y="7763089"/>
            <a:ext cx="629422" cy="395242"/>
          </a:xfrm>
          <a:prstGeom prst="rect">
            <a:avLst/>
          </a:prstGeom>
          <a:noFill/>
        </p:spPr>
        <p:txBody>
          <a:bodyPr/>
          <a:lstStyle>
            <a:lvl1pPr algn="ctr">
              <a:defRPr sz="1300">
                <a:solidFill>
                  <a:srgbClr val="1E1E1E"/>
                </a:solidFill>
              </a:defRPr>
            </a:lvl1pPr>
          </a:lstStyle>
          <a:p>
            <a:fld id="{B005B2D1-880E-4846-A216-7D6770BA1332}" type="slidenum">
              <a:rPr lang="es-ES" smtClean="0"/>
              <a:pPr/>
              <a:t>‹Nº›</a:t>
            </a:fld>
            <a:endParaRPr lang="es-ES" dirty="0"/>
          </a:p>
        </p:txBody>
      </p:sp>
    </p:spTree>
    <p:extLst>
      <p:ext uri="{BB962C8B-B14F-4D97-AF65-F5344CB8AC3E}">
        <p14:creationId xmlns:p14="http://schemas.microsoft.com/office/powerpoint/2010/main" val="3717940592"/>
      </p:ext>
    </p:extLst>
  </p:cSld>
  <p:clrMap bg1="lt1" tx1="dk1" bg2="lt2" tx2="dk2" accent1="accent1" accent2="accent2" accent3="accent3" accent4="accent4" accent5="accent5" accent6="accent6" hlink="hlink" folHlink="folHlink"/>
  <p:sldLayoutIdLst>
    <p:sldLayoutId id="2147483661" r:id="rId1"/>
    <p:sldLayoutId id="2147483708" r:id="rId2"/>
    <p:sldLayoutId id="2147483713" r:id="rId3"/>
    <p:sldLayoutId id="2147483714" r:id="rId4"/>
    <p:sldLayoutId id="2147483676" r:id="rId5"/>
    <p:sldLayoutId id="2147483709" r:id="rId6"/>
    <p:sldLayoutId id="2147483715" r:id="rId7"/>
    <p:sldLayoutId id="2147483716" r:id="rId8"/>
    <p:sldLayoutId id="2147483686" r:id="rId9"/>
    <p:sldLayoutId id="2147483710" r:id="rId10"/>
    <p:sldLayoutId id="2147483687" r:id="rId11"/>
    <p:sldLayoutId id="2147483711" r:id="rId12"/>
    <p:sldLayoutId id="2147483717" r:id="rId13"/>
    <p:sldLayoutId id="2147483718" r:id="rId14"/>
    <p:sldLayoutId id="2147483662" r:id="rId15"/>
    <p:sldLayoutId id="2147483672" r:id="rId16"/>
    <p:sldLayoutId id="2147483663" r:id="rId17"/>
    <p:sldLayoutId id="2147483689" r:id="rId18"/>
    <p:sldLayoutId id="2147483690" r:id="rId19"/>
    <p:sldLayoutId id="2147483691" r:id="rId20"/>
    <p:sldLayoutId id="2147483696" r:id="rId21"/>
    <p:sldLayoutId id="2147483692" r:id="rId22"/>
    <p:sldLayoutId id="2147483693" r:id="rId23"/>
    <p:sldLayoutId id="2147483706" r:id="rId24"/>
    <p:sldLayoutId id="2147483694" r:id="rId25"/>
    <p:sldLayoutId id="2147483695" r:id="rId26"/>
    <p:sldLayoutId id="2147483697" r:id="rId27"/>
    <p:sldLayoutId id="2147483698" r:id="rId28"/>
    <p:sldLayoutId id="2147483699" r:id="rId29"/>
    <p:sldLayoutId id="2147483664" r:id="rId30"/>
    <p:sldLayoutId id="2147483700" r:id="rId31"/>
    <p:sldLayoutId id="2147483677" r:id="rId32"/>
    <p:sldLayoutId id="2147483701" r:id="rId33"/>
    <p:sldLayoutId id="2147483702" r:id="rId34"/>
    <p:sldLayoutId id="2147483703" r:id="rId35"/>
    <p:sldLayoutId id="2147483704" r:id="rId36"/>
    <p:sldLayoutId id="2147483666" r:id="rId37"/>
    <p:sldLayoutId id="2147483679" r:id="rId38"/>
    <p:sldLayoutId id="2147483667" r:id="rId39"/>
    <p:sldLayoutId id="2147483668" r:id="rId40"/>
    <p:sldLayoutId id="2147483681" r:id="rId41"/>
    <p:sldLayoutId id="2147483682" r:id="rId42"/>
    <p:sldLayoutId id="2147483683" r:id="rId43"/>
    <p:sldLayoutId id="2147483678" r:id="rId44"/>
    <p:sldLayoutId id="2147483665" r:id="rId45"/>
    <p:sldLayoutId id="2147483705" r:id="rId46"/>
    <p:sldLayoutId id="2147483669" r:id="rId47"/>
    <p:sldLayoutId id="2147483673" r:id="rId48"/>
    <p:sldLayoutId id="2147483674" r:id="rId49"/>
    <p:sldLayoutId id="2147483675" r:id="rId50"/>
    <p:sldLayoutId id="2147483684" r:id="rId51"/>
    <p:sldLayoutId id="2147483707" r:id="rId52"/>
    <p:sldLayoutId id="2147483712" r:id="rId53"/>
    <p:sldLayoutId id="2147483685" r:id="rId54"/>
    <p:sldLayoutId id="2147483670" r:id="rId55"/>
  </p:sldLayoutIdLst>
  <p:hf hdr="0" dt="0"/>
  <p:txStyles>
    <p:titleStyle>
      <a:lvl1pPr algn="l" defTabSz="1097280" rtl="0" eaLnBrk="1" latinLnBrk="0" hangingPunct="1">
        <a:lnSpc>
          <a:spcPct val="90000"/>
        </a:lnSpc>
        <a:spcBef>
          <a:spcPct val="0"/>
        </a:spcBef>
        <a:buNone/>
        <a:defRPr sz="4000" b="1" kern="1200">
          <a:solidFill>
            <a:srgbClr val="1E1E1E"/>
          </a:solidFill>
          <a:latin typeface="Century Gothic" panose="020B0502020202020204" pitchFamily="34" charset="0"/>
          <a:ea typeface="+mj-ea"/>
          <a:cs typeface="+mj-cs"/>
        </a:defRPr>
      </a:lvl1pPr>
    </p:titleStyle>
    <p:bodyStyle>
      <a:lvl1pPr marL="274320" indent="-274320" algn="l" defTabSz="1097280" rtl="0" eaLnBrk="1" latinLnBrk="0" hangingPunct="1">
        <a:lnSpc>
          <a:spcPts val="2100"/>
        </a:lnSpc>
        <a:spcBef>
          <a:spcPts val="1200"/>
        </a:spcBef>
        <a:buClr>
          <a:srgbClr val="FF3228"/>
        </a:buClr>
        <a:buFont typeface="Wingdings" panose="05000000000000000000" pitchFamily="2" charset="2"/>
        <a:buChar char="§"/>
        <a:defRPr sz="2200" kern="1200">
          <a:solidFill>
            <a:srgbClr val="1E1E1E"/>
          </a:solidFill>
          <a:latin typeface="Century Gothic" panose="020B0502020202020204" pitchFamily="34" charset="0"/>
          <a:ea typeface="+mn-ea"/>
          <a:cs typeface="+mn-cs"/>
        </a:defRPr>
      </a:lvl1pPr>
      <a:lvl2pPr marL="541338" indent="-269875" algn="l" defTabSz="1097280" rtl="0" eaLnBrk="1" latinLnBrk="0" hangingPunct="1">
        <a:lnSpc>
          <a:spcPct val="90000"/>
        </a:lnSpc>
        <a:spcBef>
          <a:spcPts val="600"/>
        </a:spcBef>
        <a:buClr>
          <a:srgbClr val="676766"/>
        </a:buClr>
        <a:buFont typeface="Wingdings" panose="05000000000000000000" pitchFamily="2" charset="2"/>
        <a:buChar char="§"/>
        <a:defRPr sz="2200" kern="1200">
          <a:solidFill>
            <a:srgbClr val="7D7878"/>
          </a:solidFill>
          <a:latin typeface="Century Gothic" panose="020B0502020202020204" pitchFamily="34" charset="0"/>
          <a:ea typeface="+mn-ea"/>
          <a:cs typeface="+mn-cs"/>
        </a:defRPr>
      </a:lvl2pPr>
      <a:lvl3pPr marL="1371600" indent="-274320" algn="l" defTabSz="1097280" rtl="0" eaLnBrk="1" latinLnBrk="0" hangingPunct="1">
        <a:lnSpc>
          <a:spcPct val="90000"/>
        </a:lnSpc>
        <a:spcBef>
          <a:spcPts val="600"/>
        </a:spcBef>
        <a:buFont typeface="Arial" panose="020B0604020202020204" pitchFamily="34" charset="0"/>
        <a:buChar char="•"/>
        <a:defRPr sz="2400" kern="1200">
          <a:solidFill>
            <a:srgbClr val="1E1E1E"/>
          </a:solidFill>
          <a:latin typeface="+mn-lt"/>
          <a:ea typeface="+mn-ea"/>
          <a:cs typeface="+mn-cs"/>
        </a:defRPr>
      </a:lvl3pPr>
      <a:lvl4pPr marL="1920240" indent="-274320" algn="l" defTabSz="1097280" rtl="0" eaLnBrk="1" latinLnBrk="0" hangingPunct="1">
        <a:lnSpc>
          <a:spcPct val="90000"/>
        </a:lnSpc>
        <a:spcBef>
          <a:spcPts val="600"/>
        </a:spcBef>
        <a:buFont typeface="Arial" panose="020B0604020202020204" pitchFamily="34" charset="0"/>
        <a:buChar char="•"/>
        <a:defRPr sz="2160" kern="1200">
          <a:solidFill>
            <a:srgbClr val="1E1E1E"/>
          </a:solidFill>
          <a:latin typeface="+mn-lt"/>
          <a:ea typeface="+mn-ea"/>
          <a:cs typeface="+mn-cs"/>
        </a:defRPr>
      </a:lvl4pPr>
      <a:lvl5pPr marL="2468880" indent="-274320" algn="l" defTabSz="1097280" rtl="0" eaLnBrk="1" latinLnBrk="0" hangingPunct="1">
        <a:lnSpc>
          <a:spcPct val="90000"/>
        </a:lnSpc>
        <a:spcBef>
          <a:spcPts val="600"/>
        </a:spcBef>
        <a:buFont typeface="Arial" panose="020B0604020202020204" pitchFamily="34" charset="0"/>
        <a:buChar char="•"/>
        <a:defRPr sz="2160" kern="1200">
          <a:solidFill>
            <a:srgbClr val="1E1E1E"/>
          </a:solidFill>
          <a:latin typeface="+mn-lt"/>
          <a:ea typeface="+mn-ea"/>
          <a:cs typeface="+mn-cs"/>
        </a:defRPr>
      </a:lvl5pPr>
      <a:lvl6pPr marL="301752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6pPr>
      <a:lvl7pPr marL="356616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7pPr>
      <a:lvl8pPr marL="411480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8pPr>
      <a:lvl9pPr marL="466344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9pPr>
    </p:bodyStyle>
    <p:otherStyle>
      <a:defPPr>
        <a:defRPr lang="en-US"/>
      </a:defPPr>
      <a:lvl1pPr marL="0" algn="l" defTabSz="1097280" rtl="0" eaLnBrk="1" latinLnBrk="0" hangingPunct="1">
        <a:defRPr sz="2160" kern="1200">
          <a:solidFill>
            <a:schemeClr val="tx1"/>
          </a:solidFill>
          <a:latin typeface="+mn-lt"/>
          <a:ea typeface="+mn-ea"/>
          <a:cs typeface="+mn-cs"/>
        </a:defRPr>
      </a:lvl1pPr>
      <a:lvl2pPr marL="548640" algn="l" defTabSz="1097280" rtl="0" eaLnBrk="1" latinLnBrk="0" hangingPunct="1">
        <a:defRPr sz="2160" kern="1200">
          <a:solidFill>
            <a:schemeClr val="tx1"/>
          </a:solidFill>
          <a:latin typeface="+mn-lt"/>
          <a:ea typeface="+mn-ea"/>
          <a:cs typeface="+mn-cs"/>
        </a:defRPr>
      </a:lvl2pPr>
      <a:lvl3pPr marL="1097280" algn="l" defTabSz="1097280" rtl="0" eaLnBrk="1" latinLnBrk="0" hangingPunct="1">
        <a:defRPr sz="2160" kern="1200">
          <a:solidFill>
            <a:schemeClr val="tx1"/>
          </a:solidFill>
          <a:latin typeface="+mn-lt"/>
          <a:ea typeface="+mn-ea"/>
          <a:cs typeface="+mn-cs"/>
        </a:defRPr>
      </a:lvl3pPr>
      <a:lvl4pPr marL="1645920" algn="l" defTabSz="1097280" rtl="0" eaLnBrk="1" latinLnBrk="0" hangingPunct="1">
        <a:defRPr sz="2160" kern="1200">
          <a:solidFill>
            <a:schemeClr val="tx1"/>
          </a:solidFill>
          <a:latin typeface="+mn-lt"/>
          <a:ea typeface="+mn-ea"/>
          <a:cs typeface="+mn-cs"/>
        </a:defRPr>
      </a:lvl4pPr>
      <a:lvl5pPr marL="2194560" algn="l" defTabSz="1097280" rtl="0" eaLnBrk="1" latinLnBrk="0" hangingPunct="1">
        <a:defRPr sz="2160" kern="1200">
          <a:solidFill>
            <a:schemeClr val="tx1"/>
          </a:solidFill>
          <a:latin typeface="+mn-lt"/>
          <a:ea typeface="+mn-ea"/>
          <a:cs typeface="+mn-cs"/>
        </a:defRPr>
      </a:lvl5pPr>
      <a:lvl6pPr marL="2743200" algn="l" defTabSz="1097280" rtl="0" eaLnBrk="1" latinLnBrk="0" hangingPunct="1">
        <a:defRPr sz="2160" kern="1200">
          <a:solidFill>
            <a:schemeClr val="tx1"/>
          </a:solidFill>
          <a:latin typeface="+mn-lt"/>
          <a:ea typeface="+mn-ea"/>
          <a:cs typeface="+mn-cs"/>
        </a:defRPr>
      </a:lvl6pPr>
      <a:lvl7pPr marL="3291840" algn="l" defTabSz="1097280" rtl="0" eaLnBrk="1" latinLnBrk="0" hangingPunct="1">
        <a:defRPr sz="2160" kern="1200">
          <a:solidFill>
            <a:schemeClr val="tx1"/>
          </a:solidFill>
          <a:latin typeface="+mn-lt"/>
          <a:ea typeface="+mn-ea"/>
          <a:cs typeface="+mn-cs"/>
        </a:defRPr>
      </a:lvl7pPr>
      <a:lvl8pPr marL="3840480" algn="l" defTabSz="1097280" rtl="0" eaLnBrk="1" latinLnBrk="0" hangingPunct="1">
        <a:defRPr sz="2160" kern="1200">
          <a:solidFill>
            <a:schemeClr val="tx1"/>
          </a:solidFill>
          <a:latin typeface="+mn-lt"/>
          <a:ea typeface="+mn-ea"/>
          <a:cs typeface="+mn-cs"/>
        </a:defRPr>
      </a:lvl8pPr>
      <a:lvl9pPr marL="4389120" algn="l" defTabSz="1097280" rtl="0" eaLnBrk="1" latinLnBrk="0" hangingPunct="1">
        <a:defRPr sz="216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571" userDrawn="1">
          <p15:clr>
            <a:srgbClr val="F26B43"/>
          </p15:clr>
        </p15:guide>
        <p15:guide id="2" pos="8645" userDrawn="1">
          <p15:clr>
            <a:srgbClr val="F26B43"/>
          </p15:clr>
        </p15:guide>
        <p15:guide id="3" orient="horz" pos="4610" userDrawn="1">
          <p15:clr>
            <a:srgbClr val="F26B43"/>
          </p15:clr>
        </p15:guide>
        <p15:guide id="4" orient="horz" pos="57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2.jpg"/><Relationship Id="rId3" Type="http://schemas.openxmlformats.org/officeDocument/2006/relationships/notesSlide" Target="../notesSlides/notesSlide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6.xml"/><Relationship Id="rId3" Type="http://schemas.openxmlformats.org/officeDocument/2006/relationships/image" Target="../media/image5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9.xml"/><Relationship Id="rId3" Type="http://schemas.openxmlformats.org/officeDocument/2006/relationships/image" Target="../media/image5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0.xml"/><Relationship Id="rId3" Type="http://schemas.openxmlformats.org/officeDocument/2006/relationships/image" Target="../media/image5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5.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ítulo 6">
            <a:extLst>
              <a:ext uri="{FF2B5EF4-FFF2-40B4-BE49-F238E27FC236}">
                <a16:creationId xmlns:a16="http://schemas.microsoft.com/office/drawing/2014/main" id="{12157062-1DC1-C579-FFE1-A66EE4A8FD77}"/>
              </a:ext>
            </a:extLst>
          </p:cNvPr>
          <p:cNvSpPr>
            <a:spLocks noGrp="1"/>
          </p:cNvSpPr>
          <p:nvPr>
            <p:ph type="title"/>
          </p:nvPr>
        </p:nvSpPr>
        <p:spPr/>
        <p:txBody>
          <a:bodyPr/>
          <a:lstStyle/>
          <a:p>
            <a:r>
              <a:t>StrokeLab</a:t>
            </a:r>
          </a:p>
        </p:txBody>
      </p:sp>
      <p:sp>
        <p:nvSpPr>
          <p:cNvPr id="8" name="Marcador de texto 7">
            <a:extLst>
              <a:ext uri="{FF2B5EF4-FFF2-40B4-BE49-F238E27FC236}">
                <a16:creationId xmlns:a16="http://schemas.microsoft.com/office/drawing/2014/main" id="{641B9CD1-73DE-1F44-CE12-E8D75B7353E6}"/>
              </a:ext>
            </a:extLst>
          </p:cNvPr>
          <p:cNvSpPr>
            <a:spLocks noGrp="1"/>
          </p:cNvSpPr>
          <p:nvPr>
            <p:ph type="body" sz="quarter" idx="10"/>
          </p:nvPr>
        </p:nvSpPr>
        <p:spPr/>
        <p:txBody>
          <a:bodyPr/>
          <a:lstStyle/>
          <a:p>
            <a:r>
              <a:t>Análisis biomecánico explicable de la técnica y la fatiga en natación</a:t>
            </a:r>
          </a:p>
        </p:txBody>
      </p:sp>
      <p:sp>
        <p:nvSpPr>
          <p:cNvPr id="9" name="Marcador de texto 8">
            <a:extLst>
              <a:ext uri="{FF2B5EF4-FFF2-40B4-BE49-F238E27FC236}">
                <a16:creationId xmlns:a16="http://schemas.microsoft.com/office/drawing/2014/main" id="{34858A71-8591-E31B-207B-E02D43A246F7}"/>
              </a:ext>
            </a:extLst>
          </p:cNvPr>
          <p:cNvSpPr>
            <a:spLocks noGrp="1"/>
          </p:cNvSpPr>
          <p:nvPr>
            <p:ph type="body" sz="quarter" idx="11"/>
          </p:nvPr>
        </p:nvSpPr>
        <p:spPr>
          <a:xfrm>
            <a:off x="3648456" y="5074920"/>
            <a:ext cx="3044952" cy="329184"/>
          </a:xfrm>
        </p:spPr>
        <p:txBody>
          <a:bodyPr/>
          <a:lstStyle/>
          <a:p>
            <a:r>
              <a:rPr sz="1200"/>
              <a:t>Diana Belem Cruz Montesinos</a:t>
            </a:r>
          </a:p>
        </p:txBody>
      </p:sp>
      <p:sp>
        <p:nvSpPr>
          <p:cNvPr id="10" name="Marcador de texto 9">
            <a:extLst>
              <a:ext uri="{FF2B5EF4-FFF2-40B4-BE49-F238E27FC236}">
                <a16:creationId xmlns:a16="http://schemas.microsoft.com/office/drawing/2014/main" id="{4848883B-D276-A1A7-E8AF-C0ED95F95E01}"/>
              </a:ext>
            </a:extLst>
          </p:cNvPr>
          <p:cNvSpPr>
            <a:spLocks noGrp="1"/>
          </p:cNvSpPr>
          <p:nvPr>
            <p:ph type="body" sz="quarter" idx="12"/>
          </p:nvPr>
        </p:nvSpPr>
        <p:spPr>
          <a:xfrm>
            <a:off x="3648456" y="5760720"/>
            <a:ext cx="3044952" cy="329184"/>
          </a:xfrm>
        </p:spPr>
        <p:txBody>
          <a:bodyPr/>
          <a:lstStyle/>
          <a:p>
            <a:r>
              <a:rPr sz="1000"/>
              <a:t>Máster en IA · 24/10/2026</a:t>
            </a:r>
          </a:p>
        </p:txBody>
      </p:sp>
      <p:sp>
        <p:nvSpPr>
          <p:cNvPr id="11" name="Marcador de texto 10">
            <a:extLst>
              <a:ext uri="{FF2B5EF4-FFF2-40B4-BE49-F238E27FC236}">
                <a16:creationId xmlns:a16="http://schemas.microsoft.com/office/drawing/2014/main" id="{83399107-08C9-1996-FA71-61DBB75F32AE}"/>
              </a:ext>
            </a:extLst>
          </p:cNvPr>
          <p:cNvSpPr>
            <a:spLocks noGrp="1"/>
          </p:cNvSpPr>
          <p:nvPr>
            <p:ph type="body" sz="quarter" idx="13"/>
          </p:nvPr>
        </p:nvSpPr>
        <p:spPr>
          <a:xfrm>
            <a:off x="3648456" y="5440680"/>
            <a:ext cx="3044952" cy="329184"/>
          </a:xfrm>
        </p:spPr>
        <p:txBody>
          <a:bodyPr/>
          <a:lstStyle/>
          <a:p>
            <a:r>
              <a:rPr sz="1000"/>
              <a:t>Dir.: Francisco Damian Maleno Gonzalez</a:t>
            </a:r>
          </a:p>
        </p:txBody>
      </p:sp>
    </p:spTree>
    <p:extLst>
      <p:ext uri="{BB962C8B-B14F-4D97-AF65-F5344CB8AC3E}">
        <p14:creationId xmlns:p14="http://schemas.microsoft.com/office/powerpoint/2010/main" val="899330322"/>
      </p:ext>
    </p:extLst>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SHAP explica la fatiga</a:t>
            </a:r>
          </a:p>
        </p:txBody>
      </p:sp>
      <p:sp>
        <p:nvSpPr>
          <p:cNvPr id="4" name="Text Placeholder 3"/>
          <p:cNvSpPr>
            <a:spLocks noGrp="1"/>
          </p:cNvSpPr>
          <p:nvPr>
            <p:ph type="body" idx="18" sz="quarter"/>
          </p:nvPr>
        </p:nvSpPr>
        <p:spPr>
          <a:xfrm>
            <a:ext cx="12344400" cy="0"/>
          </a:xfrm>
        </p:spPr>
        <p:txBody>
          <a:bodyPr/>
          <a:lstStyle/>
          <a:p>
            <a:r>
              <a:t>Atribución local en el ciclo de inicio (secuencia sintética de 90 s)</a:t>
            </a:r>
          </a:p>
        </p:txBody>
      </p:sp>
      <p:pic>
        <p:nvPicPr>
          <p:cNvPr id="5" name="Picture 4" descr="sintetico_shap_waterfall_inicio.png"/>
          <p:cNvPicPr>
            <a:picLocks noChangeAspect="1"/>
          </p:cNvPicPr>
          <p:nvPr/>
        </p:nvPicPr>
        <p:blipFill>
          <a:blip r:embed="rId3"/>
          <a:stretch>
            <a:fillRect/>
          </a:stretch>
        </p:blipFill>
        <p:spPr>
          <a:xfrm>
            <a:off x="1091858" y="2651760"/>
            <a:ext cx="6027594" cy="4572000"/>
          </a:xfrm>
          <a:prstGeom prst="rect">
            <a:avLst/>
          </a:prstGeom>
        </p:spPr>
      </p:pic>
      <p:sp>
        <p:nvSpPr>
          <p:cNvPr id="6" name="Rectangle 5"/>
          <p:cNvSpPr/>
          <p:nvPr/>
        </p:nvSpPr>
        <p:spPr>
          <a:xfrm>
            <a:off x="7772400" y="2788920"/>
            <a:ext cx="5943600" cy="219456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0" y="3017520"/>
            <a:ext cx="5394960" cy="1828800"/>
          </a:xfrm>
          <a:prstGeom prst="rect">
            <a:avLst/>
          </a:prstGeom>
          <a:noFill/>
        </p:spPr>
        <p:txBody>
          <a:bodyPr wrap="square" anchor="t" lIns="0" rIns="0" tIns="0" bIns="0">
            <a:spAutoFit/>
          </a:bodyPr>
          <a:lstStyle/>
          <a:p>
            <a:pPr algn="l">
              <a:spcAft>
                <a:spcPts val="600"/>
              </a:spcAft>
            </a:pPr>
            <a:r>
              <a:rPr sz="1600" b="1">
                <a:solidFill>
                  <a:srgbClr val="FF3228"/>
                </a:solidFill>
              </a:rPr>
              <a:t>Lo que lee el entrenador</a:t>
            </a:r>
          </a:p>
          <a:p>
            <a:pPr algn="l">
              <a:spcAft>
                <a:spcPts val="600"/>
              </a:spcAft>
            </a:pPr>
            <a:r>
              <a:rPr sz="1500" b="0">
                <a:solidFill>
                  <a:srgbClr val="FFFFFF"/>
                </a:solidFill>
              </a:rPr>
              <a:t>Inicio de la fatiga en el ciclo 35 (t = 51,9 s). Causas: alcance del brazo derecho (1,78 → 1,05 troncos), asimetría de brazos (2 % → 23 %) y amplitud de patada (0,31 → 0,21 troncos).</a:t>
            </a:r>
          </a:p>
        </p:txBody>
      </p:sp>
      <p:sp>
        <p:nvSpPr>
          <p:cNvPr id="8" name="TextBox 7"/>
          <p:cNvSpPr txBox="1"/>
          <p:nvPr/>
        </p:nvSpPr>
        <p:spPr>
          <a:xfrm>
            <a:off x="7772400" y="5303520"/>
            <a:ext cx="5943600" cy="914400"/>
          </a:xfrm>
          <a:prstGeom prst="rect">
            <a:avLst/>
          </a:prstGeom>
          <a:noFill/>
        </p:spPr>
        <p:txBody>
          <a:bodyPr wrap="square" anchor="t" lIns="0" rIns="0" tIns="0" bIns="0">
            <a:spAutoFit/>
          </a:bodyPr>
          <a:lstStyle/>
          <a:p>
            <a:pPr algn="l">
              <a:spcAft>
                <a:spcPts val="600"/>
              </a:spcAft>
            </a:pPr>
            <a:r>
              <a:rPr sz="1400" b="1">
                <a:solidFill>
                  <a:srgbClr val="1E1E1E"/>
                </a:solidFill>
              </a:rPr>
              <a:t>Las variables señaladas coinciden con las alteradas en la simulación: la explicación es verificable.</a:t>
            </a:r>
          </a:p>
        </p:txBody>
      </p:sp>
      <p:sp>
        <p:nvSpPr>
          <p:cNvPr id="9" name="TextBox 8"/>
          <p:cNvSpPr txBox="1"/>
          <p:nvPr/>
        </p:nvSpPr>
        <p:spPr>
          <a:xfrm>
            <a:off x="7772400" y="5989320"/>
            <a:ext cx="5943600" cy="914400"/>
          </a:xfrm>
          <a:prstGeom prst="rect">
            <a:avLst/>
          </a:prstGeom>
          <a:noFill/>
        </p:spPr>
        <p:txBody>
          <a:bodyPr wrap="square" anchor="t" lIns="0" rIns="0" tIns="0" bIns="0">
            <a:spAutoFit/>
          </a:bodyPr>
          <a:lstStyle/>
          <a:p>
            <a:pPr algn="l">
              <a:spcAft>
                <a:spcPts val="600"/>
              </a:spcAft>
            </a:pPr>
            <a:r>
              <a:rPr sz="1300" b="1">
                <a:solidFill>
                  <a:srgbClr val="FF3228"/>
                </a:solidFill>
              </a:rPr>
              <a:t>Por qué TreeSHAP: </a:t>
            </a:r>
            <a:r>
              <a:rPr sz="1300" b="0">
                <a:solidFill>
                  <a:srgbClr val="1E1E1E"/>
                </a:solidFill>
              </a:rPr>
              <a:t>valores de Shapley exactos para modelos de árboles (como Isolation Forest); el signo se comprueba en cada ejecución (correlación 0,999).</a:t>
            </a:r>
          </a:p>
        </p:txBody>
      </p:sp>
      <p:sp>
        <p:nvSpPr>
          <p:cNvPr id="10" name="TextBox 9"/>
          <p:cNvSpPr txBox="1"/>
          <p:nvPr/>
        </p:nvSpPr>
        <p:spPr>
          <a:xfrm>
            <a:off x="905256" y="726948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Datos sintéticos de referencia conocida (memoria, Figura 7 y apartado 4.6.2).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Qué cambió y por qué</a:t>
            </a:r>
          </a:p>
        </p:txBody>
      </p:sp>
      <p:sp>
        <p:nvSpPr>
          <p:cNvPr id="4" name="Text Placeholder 3"/>
          <p:cNvSpPr>
            <a:spLocks noGrp="1"/>
          </p:cNvSpPr>
          <p:nvPr>
            <p:ph type="body" idx="18" sz="quarter"/>
          </p:nvPr>
        </p:nvSpPr>
        <p:spPr>
          <a:xfrm>
            <a:ext cx="12344400" cy="0"/>
          </a:xfrm>
        </p:spPr>
        <p:txBody>
          <a:bodyPr/>
          <a:lstStyle/>
          <a:p>
            <a:r>
              <a:t>Cambios respecto al planteamiento inicial (memoria, apartado 5.2)</a:t>
            </a:r>
          </a:p>
        </p:txBody>
      </p:sp>
      <p:graphicFrame>
        <p:nvGraphicFramePr>
          <p:cNvPr id="5" name="Table 4"/>
          <p:cNvGraphicFramePr>
            <a:graphicFrameLocks noGrp="1"/>
          </p:cNvGraphicFramePr>
          <p:nvPr/>
        </p:nvGraphicFramePr>
        <p:xfrm>
          <a:off x="905256" y="2743200"/>
          <a:ext cx="12801600" cy="4023360"/>
        </p:xfrm>
        <a:graphic>
          <a:graphicData uri="http://schemas.openxmlformats.org/drawingml/2006/table">
            <a:tbl>
              <a:tblPr firstRow="1" bandRow="1">
                <a:tableStyleId>{5C22544A-7EE6-4342-B048-85BDC9FD1C3A}</a:tableStyleId>
              </a:tblPr>
              <a:tblGrid>
                <a:gridCol w="3200400"/>
                <a:gridCol w="4206240"/>
                <a:gridCol w="5394960"/>
              </a:tblGrid>
              <a:tr h="502920">
                <a:tc>
                  <a:txBody>
                    <a:bodyPr/>
                    <a:lstStyle/>
                    <a:p>
                      <a:r>
                        <a:rPr sz="1300" b="1">
                          <a:solidFill>
                            <a:srgbClr val="FFFFFF"/>
                          </a:solidFill>
                        </a:rPr>
                        <a:t>Planteamiento inicial</a:t>
                      </a:r>
                    </a:p>
                  </a:txBody>
                  <a:tcPr marL="91440" marR="91440" marT="27432" marB="27432" anchor="ctr">
                    <a:solidFill>
                      <a:srgbClr val="FF3228"/>
                    </a:solidFill>
                  </a:tcPr>
                </a:tc>
                <a:tc>
                  <a:txBody>
                    <a:bodyPr/>
                    <a:lstStyle/>
                    <a:p>
                      <a:r>
                        <a:rPr sz="1300" b="1">
                          <a:solidFill>
                            <a:srgbClr val="FFFFFF"/>
                          </a:solidFill>
                        </a:rPr>
                        <a:t>Decisión final</a:t>
                      </a:r>
                    </a:p>
                  </a:txBody>
                  <a:tcPr marL="91440" marR="91440" marT="27432" marB="27432" anchor="ctr">
                    <a:solidFill>
                      <a:srgbClr val="FF3228"/>
                    </a:solidFill>
                  </a:tcPr>
                </a:tc>
                <a:tc>
                  <a:txBody>
                    <a:bodyPr/>
                    <a:lstStyle/>
                    <a:p>
                      <a:r>
                        <a:rPr sz="1300" b="1">
                          <a:solidFill>
                            <a:srgbClr val="FFFFFF"/>
                          </a:solidFill>
                        </a:rPr>
                        <a:t>Motivo</a:t>
                      </a:r>
                    </a:p>
                  </a:txBody>
                  <a:tcPr marL="91440" marR="91440" marT="27432" marB="27432" anchor="ctr">
                    <a:solidFill>
                      <a:srgbClr val="FF3228"/>
                    </a:solidFill>
                  </a:tcPr>
                </a:tc>
              </a:tr>
              <a:tr h="502920">
                <a:tc>
                  <a:txBody>
                    <a:bodyPr/>
                    <a:lstStyle/>
                    <a:p>
                      <a:r>
                        <a:rPr sz="1300" b="0">
                          <a:solidFill>
                            <a:srgbClr val="1E1E1E"/>
                          </a:solidFill>
                        </a:rPr>
                        <a:t>MoveNet</a:t>
                      </a:r>
                    </a:p>
                  </a:txBody>
                  <a:tcPr marL="91440" marR="91440" marT="27432" marB="27432" anchor="ctr">
                    <a:solidFill>
                      <a:srgbClr val="FFFFFF"/>
                    </a:solidFill>
                  </a:tcPr>
                </a:tc>
                <a:tc>
                  <a:txBody>
                    <a:bodyPr/>
                    <a:lstStyle/>
                    <a:p>
                      <a:r>
                        <a:rPr sz="1300" b="0">
                          <a:solidFill>
                            <a:srgbClr val="1E1E1E"/>
                          </a:solidFill>
                        </a:rPr>
                        <a:t>YOLOv8n-Pose</a:t>
                      </a:r>
                    </a:p>
                  </a:txBody>
                  <a:tcPr marL="91440" marR="91440" marT="27432" marB="27432" anchor="ctr">
                    <a:solidFill>
                      <a:srgbClr val="FFFFFF"/>
                    </a:solidFill>
                  </a:tcPr>
                </a:tc>
                <a:tc>
                  <a:txBody>
                    <a:bodyPr/>
                    <a:lstStyle/>
                    <a:p>
                      <a:r>
                        <a:rPr sz="1300" b="0">
                          <a:solidFill>
                            <a:srgbClr val="1E1E1E"/>
                          </a:solidFill>
                        </a:rPr>
                        <a:t>Doble de confianza y cinco veces más ciclos válidos bajo el agua</a:t>
                      </a:r>
                    </a:p>
                  </a:txBody>
                  <a:tcPr marL="91440" marR="91440" marT="27432" marB="27432" anchor="ctr">
                    <a:solidFill>
                      <a:srgbClr val="FFFFFF"/>
                    </a:solidFill>
                  </a:tcPr>
                </a:tc>
              </a:tr>
              <a:tr h="502920">
                <a:tc>
                  <a:txBody>
                    <a:bodyPr/>
                    <a:lstStyle/>
                    <a:p>
                      <a:r>
                        <a:rPr sz="1300" b="0">
                          <a:solidFill>
                            <a:srgbClr val="1E1E1E"/>
                          </a:solidFill>
                        </a:rPr>
                        <a:t>Solo vista lateral</a:t>
                      </a:r>
                    </a:p>
                  </a:txBody>
                  <a:tcPr marL="91440" marR="91440" marT="27432" marB="27432" anchor="ctr">
                    <a:solidFill>
                      <a:srgbClr val="EEEDED"/>
                    </a:solidFill>
                  </a:tcPr>
                </a:tc>
                <a:tc>
                  <a:txBody>
                    <a:bodyPr/>
                    <a:lstStyle/>
                    <a:p>
                      <a:r>
                        <a:rPr sz="1300" b="0">
                          <a:solidFill>
                            <a:srgbClr val="1E1E1E"/>
                          </a:solidFill>
                        </a:rPr>
                        <a:t>Lateral y frontal, vista automática por tramos</a:t>
                      </a:r>
                    </a:p>
                  </a:txBody>
                  <a:tcPr marL="91440" marR="91440" marT="27432" marB="27432" anchor="ctr">
                    <a:solidFill>
                      <a:srgbClr val="EEEDED"/>
                    </a:solidFill>
                  </a:tcPr>
                </a:tc>
                <a:tc>
                  <a:txBody>
                    <a:bodyPr/>
                    <a:lstStyle/>
                    <a:p>
                      <a:r>
                        <a:rPr sz="1300" b="0">
                          <a:solidFill>
                            <a:srgbClr val="1E1E1E"/>
                          </a:solidFill>
                        </a:rPr>
                        <a:t>Parte de los vídeos es frontal: la profundidad de la mano no se ve</a:t>
                      </a:r>
                    </a:p>
                  </a:txBody>
                  <a:tcPr marL="91440" marR="91440" marT="27432" marB="27432" anchor="ctr">
                    <a:solidFill>
                      <a:srgbClr val="EEEDED"/>
                    </a:solidFill>
                  </a:tcPr>
                </a:tc>
              </a:tr>
              <a:tr h="502920">
                <a:tc>
                  <a:txBody>
                    <a:bodyPr/>
                    <a:lstStyle/>
                    <a:p>
                      <a:r>
                        <a:rPr sz="1300" b="0">
                          <a:solidFill>
                            <a:srgbClr val="1E1E1E"/>
                          </a:solidFill>
                        </a:rPr>
                        <a:t>Red recurrente supervisada</a:t>
                      </a:r>
                    </a:p>
                  </a:txBody>
                  <a:tcPr marL="91440" marR="91440" marT="27432" marB="27432" anchor="ctr">
                    <a:solidFill>
                      <a:srgbClr val="FFFFFF"/>
                    </a:solidFill>
                  </a:tcPr>
                </a:tc>
                <a:tc>
                  <a:txBody>
                    <a:bodyPr/>
                    <a:lstStyle/>
                    <a:p>
                      <a:r>
                        <a:rPr sz="1300" b="0">
                          <a:solidFill>
                            <a:srgbClr val="1E1E1E"/>
                          </a:solidFill>
                        </a:rPr>
                        <a:t>Isolation Forest no supervisado</a:t>
                      </a:r>
                    </a:p>
                  </a:txBody>
                  <a:tcPr marL="91440" marR="91440" marT="27432" marB="27432" anchor="ctr">
                    <a:solidFill>
                      <a:srgbClr val="FFFFFF"/>
                    </a:solidFill>
                  </a:tcPr>
                </a:tc>
                <a:tc>
                  <a:txBody>
                    <a:bodyPr/>
                    <a:lstStyle/>
                    <a:p>
                      <a:r>
                        <a:rPr sz="1300" b="0">
                          <a:solidFill>
                            <a:srgbClr val="1E1E1E"/>
                          </a:solidFill>
                        </a:rPr>
                        <a:t>Sin etiquetas de fatiga; admite SHAP exacto</a:t>
                      </a:r>
                    </a:p>
                  </a:txBody>
                  <a:tcPr marL="91440" marR="91440" marT="27432" marB="27432" anchor="ctr">
                    <a:solidFill>
                      <a:srgbClr val="FFFFFF"/>
                    </a:solidFill>
                  </a:tcPr>
                </a:tc>
              </a:tr>
              <a:tr h="502920">
                <a:tc>
                  <a:txBody>
                    <a:bodyPr/>
                    <a:lstStyle/>
                    <a:p>
                      <a:r>
                        <a:rPr sz="1300" b="0">
                          <a:solidFill>
                            <a:srgbClr val="1E1E1E"/>
                          </a:solidFill>
                        </a:rPr>
                        <a:t>XGBoost</a:t>
                      </a:r>
                    </a:p>
                  </a:txBody>
                  <a:tcPr marL="91440" marR="91440" marT="27432" marB="27432" anchor="ctr">
                    <a:solidFill>
                      <a:srgbClr val="EEEDED"/>
                    </a:solidFill>
                  </a:tcPr>
                </a:tc>
                <a:tc>
                  <a:txBody>
                    <a:bodyPr/>
                    <a:lstStyle/>
                    <a:p>
                      <a:r>
                        <a:rPr sz="1300" b="0">
                          <a:solidFill>
                            <a:srgbClr val="1E1E1E"/>
                          </a:solidFill>
                        </a:rPr>
                        <a:t>Bosque aleatorio → reglas biomecánicas</a:t>
                      </a:r>
                    </a:p>
                  </a:txBody>
                  <a:tcPr marL="91440" marR="91440" marT="27432" marB="27432" anchor="ctr">
                    <a:solidFill>
                      <a:srgbClr val="EEEDED"/>
                    </a:solidFill>
                  </a:tcPr>
                </a:tc>
                <a:tc>
                  <a:txBody>
                    <a:bodyPr/>
                    <a:lstStyle/>
                    <a:p>
                      <a:r>
                        <a:rPr sz="1300" b="0">
                          <a:solidFill>
                            <a:srgbClr val="1E1E1E"/>
                          </a:solidFill>
                        </a:rPr>
                        <a:t>El modelo supervisado aprendía al nadador, no el estilo</a:t>
                      </a:r>
                    </a:p>
                  </a:txBody>
                  <a:tcPr marL="91440" marR="91440" marT="27432" marB="27432" anchor="ctr">
                    <a:solidFill>
                      <a:srgbClr val="EEEDED"/>
                    </a:solidFill>
                  </a:tcPr>
                </a:tc>
              </a:tr>
              <a:tr h="502920">
                <a:tc>
                  <a:txBody>
                    <a:bodyPr/>
                    <a:lstStyle/>
                    <a:p>
                      <a:r>
                        <a:rPr sz="1300" b="1">
                          <a:solidFill>
                            <a:srgbClr val="1E1E1E"/>
                          </a:solidFill>
                        </a:rPr>
                        <a:t>Validación por fotograma</a:t>
                      </a:r>
                    </a:p>
                  </a:txBody>
                  <a:tcPr marL="91440" marR="91440" marT="27432" marB="27432" anchor="ctr">
                    <a:solidFill>
                      <a:srgbClr val="FFAFAA"/>
                    </a:solidFill>
                  </a:tcPr>
                </a:tc>
                <a:tc>
                  <a:txBody>
                    <a:bodyPr/>
                    <a:lstStyle/>
                    <a:p>
                      <a:r>
                        <a:rPr sz="1300" b="1">
                          <a:solidFill>
                            <a:srgbClr val="1E1E1E"/>
                          </a:solidFill>
                        </a:rPr>
                        <a:t>Validación por vídeo (GroupKFold)</a:t>
                      </a:r>
                    </a:p>
                  </a:txBody>
                  <a:tcPr marL="91440" marR="91440" marT="27432" marB="27432" anchor="ctr">
                    <a:solidFill>
                      <a:srgbClr val="FFAFAA"/>
                    </a:solidFill>
                  </a:tcPr>
                </a:tc>
                <a:tc>
                  <a:txBody>
                    <a:bodyPr/>
                    <a:lstStyle/>
                    <a:p>
                      <a:r>
                        <a:rPr sz="1300" b="1">
                          <a:solidFill>
                            <a:srgbClr val="1E1E1E"/>
                          </a:solidFill>
                        </a:rPr>
                        <a:t>El 99,99 % de una versión anterior era fuga de datos</a:t>
                      </a:r>
                    </a:p>
                  </a:txBody>
                  <a:tcPr marL="91440" marR="91440" marT="27432" marB="27432" anchor="ctr">
                    <a:solidFill>
                      <a:srgbClr val="FFAFAA"/>
                    </a:solidFill>
                  </a:tcPr>
                </a:tc>
              </a:tr>
              <a:tr h="502920">
                <a:tc>
                  <a:txBody>
                    <a:bodyPr/>
                    <a:lstStyle/>
                    <a:p>
                      <a:r>
                        <a:rPr sz="1300" b="0">
                          <a:solidFill>
                            <a:srgbClr val="1E1E1E"/>
                          </a:solidFill>
                        </a:rPr>
                        <a:t>Potencia en vatios</a:t>
                      </a:r>
                    </a:p>
                  </a:txBody>
                  <a:tcPr marL="91440" marR="91440" marT="27432" marB="27432" anchor="ctr">
                    <a:solidFill>
                      <a:srgbClr val="EEEDED"/>
                    </a:solidFill>
                  </a:tcPr>
                </a:tc>
                <a:tc>
                  <a:txBody>
                    <a:bodyPr/>
                    <a:lstStyle/>
                    <a:p>
                      <a:r>
                        <a:rPr sz="1300" b="0">
                          <a:solidFill>
                            <a:srgbClr val="1E1E1E"/>
                          </a:solidFill>
                        </a:rPr>
                        <a:t>Indicadores cinemáticos</a:t>
                      </a:r>
                    </a:p>
                  </a:txBody>
                  <a:tcPr marL="91440" marR="91440" marT="27432" marB="27432" anchor="ctr">
                    <a:solidFill>
                      <a:srgbClr val="EEEDED"/>
                    </a:solidFill>
                  </a:tcPr>
                </a:tc>
                <a:tc>
                  <a:txBody>
                    <a:bodyPr/>
                    <a:lstStyle/>
                    <a:p>
                      <a:r>
                        <a:rPr sz="1300" b="0">
                          <a:solidFill>
                            <a:srgbClr val="1E1E1E"/>
                          </a:solidFill>
                        </a:rPr>
                        <a:t>La potencia depende de CD y A, no medibles desde vídeo</a:t>
                      </a:r>
                    </a:p>
                  </a:txBody>
                  <a:tcPr marL="91440" marR="91440" marT="27432" marB="27432" anchor="ctr">
                    <a:solidFill>
                      <a:srgbClr val="EEEDED"/>
                    </a:solidFill>
                  </a:tcPr>
                </a:tc>
              </a:tr>
              <a:tr h="502920">
                <a:tc>
                  <a:txBody>
                    <a:bodyPr/>
                    <a:lstStyle/>
                    <a:p>
                      <a:r>
                        <a:rPr sz="1300" b="0">
                          <a:solidFill>
                            <a:srgbClr val="1E1E1E"/>
                          </a:solidFill>
                        </a:rPr>
                        <a:t>Sensores inerciales</a:t>
                      </a:r>
                    </a:p>
                  </a:txBody>
                  <a:tcPr marL="91440" marR="91440" marT="27432" marB="27432" anchor="ctr">
                    <a:solidFill>
                      <a:srgbClr val="FFFFFF"/>
                    </a:solidFill>
                  </a:tcPr>
                </a:tc>
                <a:tc>
                  <a:txBody>
                    <a:bodyPr/>
                    <a:lstStyle/>
                    <a:p>
                      <a:r>
                        <a:rPr sz="1300" b="0">
                          <a:solidFill>
                            <a:srgbClr val="1E1E1E"/>
                          </a:solidFill>
                        </a:rPr>
                        <a:t>Solo vídeo</a:t>
                      </a:r>
                    </a:p>
                  </a:txBody>
                  <a:tcPr marL="91440" marR="91440" marT="27432" marB="27432" anchor="ctr">
                    <a:solidFill>
                      <a:srgbClr val="FFFFFF"/>
                    </a:solidFill>
                  </a:tcPr>
                </a:tc>
                <a:tc>
                  <a:txBody>
                    <a:bodyPr/>
                    <a:lstStyle/>
                    <a:p>
                      <a:r>
                        <a:rPr sz="1300" b="0">
                          <a:solidFill>
                            <a:srgbClr val="1E1E1E"/>
                          </a:solidFill>
                        </a:rPr>
                        <a:t>No se dispuso de sensores (trabajo futuro)</a:t>
                      </a:r>
                    </a:p>
                  </a:txBody>
                  <a:tcPr marL="91440" marR="91440" marT="27432" marB="27432" anchor="ctr">
                    <a:solidFill>
                      <a:srgbClr val="FFFFFF"/>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Demostración: 100 m libre</a:t>
            </a:r>
          </a:p>
        </p:txBody>
      </p:sp>
      <p:sp>
        <p:nvSpPr>
          <p:cNvPr id="4" name="Text Placeholder 3"/>
          <p:cNvSpPr>
            <a:spLocks noGrp="1"/>
          </p:cNvSpPr>
          <p:nvPr>
            <p:ph type="body" idx="18" sz="quarter"/>
          </p:nvPr>
        </p:nvSpPr>
        <p:spPr>
          <a:xfrm>
            <a:ext cx="12344400" cy="0"/>
          </a:xfrm>
        </p:spPr>
        <p:txBody>
          <a:bodyPr/>
          <a:lstStyle/>
          <a:p>
            <a:r>
              <a:t>Dos grabaciones nuevas analizadas con StrokeLab (GoPro, 60 fps)</a:t>
            </a:r>
          </a:p>
        </p:txBody>
      </p:sp>
      <p:sp>
        <p:nvSpPr>
          <p:cNvPr id="5" name="Rectangle 4"/>
          <p:cNvSpPr/>
          <p:nvPr/>
        </p:nvSpPr>
        <p:spPr>
          <a:xfrm>
            <a:off x="905256" y="2743200"/>
            <a:ext cx="6309360" cy="2103120"/>
          </a:xfrm>
          <a:prstGeom prst="rect">
            <a:avLst/>
          </a:prstGeom>
          <a:solidFill>
            <a:srgbClr val="EEEDED"/>
          </a:solidFill>
          <a:ln w="12700">
            <a:solidFill>
              <a:srgbClr val="B4B4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05256" y="2743200"/>
            <a:ext cx="6309360" cy="2103120"/>
          </a:xfrm>
          <a:prstGeom prst="rect">
            <a:avLst/>
          </a:prstGeom>
          <a:noFill/>
        </p:spPr>
        <p:txBody>
          <a:bodyPr wrap="square" anchor="ctr" lIns="0" rIns="0" tIns="0" bIns="0">
            <a:spAutoFit/>
          </a:bodyPr>
          <a:lstStyle/>
          <a:p>
            <a:pPr algn="ctr">
              <a:spcAft>
                <a:spcPts val="600"/>
              </a:spcAft>
            </a:pPr>
            <a:r>
              <a:rPr sz="1300" b="0">
                <a:solidFill>
                  <a:srgbClr val="504B4B"/>
                </a:solidFill>
              </a:rPr>
              <a:t>Insertar aquí el vídeo anotado</a:t>
            </a:r>
          </a:p>
          <a:p>
            <a:pPr algn="ctr">
              <a:spcAft>
                <a:spcPts val="600"/>
              </a:spcAft>
            </a:pPr>
            <a:r>
              <a:rPr sz="1100" b="0">
                <a:solidFill>
                  <a:srgbClr val="504B4B"/>
                </a:solidFill>
              </a:rPr>
              <a:t>Insertar → Vídeo → Este dispositivo</a:t>
            </a:r>
          </a:p>
        </p:txBody>
      </p:sp>
      <p:sp>
        <p:nvSpPr>
          <p:cNvPr id="7" name="TextBox 6"/>
          <p:cNvSpPr txBox="1"/>
          <p:nvPr/>
        </p:nvSpPr>
        <p:spPr>
          <a:xfrm>
            <a:off x="905256" y="4983480"/>
            <a:ext cx="6309360" cy="411480"/>
          </a:xfrm>
          <a:prstGeom prst="rect">
            <a:avLst/>
          </a:prstGeom>
          <a:noFill/>
        </p:spPr>
        <p:txBody>
          <a:bodyPr wrap="square" anchor="t" lIns="0" rIns="0" tIns="0" bIns="0">
            <a:spAutoFit/>
          </a:bodyPr>
          <a:lstStyle/>
          <a:p>
            <a:pPr algn="l">
              <a:spcAft>
                <a:spcPts val="600"/>
              </a:spcAft>
            </a:pPr>
            <a:r>
              <a:rPr sz="1800" b="1">
                <a:solidFill>
                  <a:srgbClr val="FF3228"/>
                </a:solidFill>
              </a:rPr>
              <a:t>100 suave</a:t>
            </a:r>
          </a:p>
        </p:txBody>
      </p:sp>
      <p:sp>
        <p:nvSpPr>
          <p:cNvPr id="8" name="TextBox 7"/>
          <p:cNvSpPr txBox="1"/>
          <p:nvPr/>
        </p:nvSpPr>
        <p:spPr>
          <a:xfrm>
            <a:off x="905256" y="5440680"/>
            <a:ext cx="6309360" cy="1371600"/>
          </a:xfrm>
          <a:prstGeom prst="rect">
            <a:avLst/>
          </a:prstGeom>
          <a:noFill/>
        </p:spPr>
        <p:txBody>
          <a:bodyPr wrap="square" anchor="t" lIns="0" rIns="0" tIns="0" bIns="0">
            <a:spAutoFit/>
          </a:bodyPr>
          <a:lstStyle/>
          <a:p>
            <a:pPr algn="l">
              <a:spcAft>
                <a:spcPts val="400"/>
              </a:spcAft>
            </a:pPr>
            <a:r>
              <a:rPr sz="1300" b="0">
                <a:solidFill>
                  <a:srgbClr val="1E1E1E"/>
                </a:solidFill>
              </a:rPr>
              <a:t>•  Vista lateral y estilo crol detectados automáticamente</a:t>
            </a:r>
          </a:p>
          <a:p>
            <a:pPr algn="l">
              <a:spcAft>
                <a:spcPts val="400"/>
              </a:spcAft>
            </a:pPr>
            <a:r>
              <a:rPr sz="1300" b="0">
                <a:solidFill>
                  <a:srgbClr val="1E1E1E"/>
                </a:solidFill>
              </a:rPr>
              <a:t>•  20 ciclos válidos · 42,5 s analizables de 86 s</a:t>
            </a:r>
          </a:p>
          <a:p>
            <a:pPr algn="l">
              <a:spcAft>
                <a:spcPts val="400"/>
              </a:spcAft>
            </a:pPr>
            <a:r>
              <a:rPr sz="1300" b="0">
                <a:solidFill>
                  <a:srgbClr val="1E1E1E"/>
                </a:solidFill>
              </a:rPr>
              <a:t>•  56 ciclos/min de media</a:t>
            </a:r>
          </a:p>
          <a:p>
            <a:pPr algn="l">
              <a:spcAft>
                <a:spcPts val="400"/>
              </a:spcAft>
            </a:pPr>
            <a:r>
              <a:rPr sz="1300" b="0">
                <a:solidFill>
                  <a:srgbClr val="1E1E1E"/>
                </a:solidFill>
              </a:rPr>
              <a:t>•  Sin fatiga sostenida</a:t>
            </a:r>
          </a:p>
        </p:txBody>
      </p:sp>
      <p:sp>
        <p:nvSpPr>
          <p:cNvPr id="9" name="Rectangle 8"/>
          <p:cNvSpPr/>
          <p:nvPr/>
        </p:nvSpPr>
        <p:spPr>
          <a:xfrm>
            <a:off x="7406640" y="2743200"/>
            <a:ext cx="6309360" cy="2103120"/>
          </a:xfrm>
          <a:prstGeom prst="rect">
            <a:avLst/>
          </a:prstGeom>
          <a:solidFill>
            <a:srgbClr val="EEEDED"/>
          </a:solidFill>
          <a:ln w="12700">
            <a:solidFill>
              <a:srgbClr val="B4B4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06640" y="2743200"/>
            <a:ext cx="6309360" cy="2103120"/>
          </a:xfrm>
          <a:prstGeom prst="rect">
            <a:avLst/>
          </a:prstGeom>
          <a:noFill/>
        </p:spPr>
        <p:txBody>
          <a:bodyPr wrap="square" anchor="ctr" lIns="0" rIns="0" tIns="0" bIns="0">
            <a:spAutoFit/>
          </a:bodyPr>
          <a:lstStyle/>
          <a:p>
            <a:pPr algn="ctr">
              <a:spcAft>
                <a:spcPts val="600"/>
              </a:spcAft>
            </a:pPr>
            <a:r>
              <a:rPr sz="1300" b="0">
                <a:solidFill>
                  <a:srgbClr val="504B4B"/>
                </a:solidFill>
              </a:rPr>
              <a:t>Insertar aquí el vídeo anotado</a:t>
            </a:r>
          </a:p>
          <a:p>
            <a:pPr algn="ctr">
              <a:spcAft>
                <a:spcPts val="600"/>
              </a:spcAft>
            </a:pPr>
            <a:r>
              <a:rPr sz="1100" b="0">
                <a:solidFill>
                  <a:srgbClr val="504B4B"/>
                </a:solidFill>
              </a:rPr>
              <a:t>Insertar → Vídeo → Este dispositivo</a:t>
            </a:r>
          </a:p>
        </p:txBody>
      </p:sp>
      <p:sp>
        <p:nvSpPr>
          <p:cNvPr id="11" name="TextBox 10"/>
          <p:cNvSpPr txBox="1"/>
          <p:nvPr/>
        </p:nvSpPr>
        <p:spPr>
          <a:xfrm>
            <a:off x="7406640" y="4983480"/>
            <a:ext cx="6309360" cy="411480"/>
          </a:xfrm>
          <a:prstGeom prst="rect">
            <a:avLst/>
          </a:prstGeom>
          <a:noFill/>
        </p:spPr>
        <p:txBody>
          <a:bodyPr wrap="square" anchor="t" lIns="0" rIns="0" tIns="0" bIns="0">
            <a:spAutoFit/>
          </a:bodyPr>
          <a:lstStyle/>
          <a:p>
            <a:pPr algn="l">
              <a:spcAft>
                <a:spcPts val="600"/>
              </a:spcAft>
            </a:pPr>
            <a:r>
              <a:rPr sz="1800" b="1">
                <a:solidFill>
                  <a:srgbClr val="FF3228"/>
                </a:solidFill>
              </a:rPr>
              <a:t>100 rápido</a:t>
            </a:r>
          </a:p>
        </p:txBody>
      </p:sp>
      <p:sp>
        <p:nvSpPr>
          <p:cNvPr id="12" name="TextBox 11"/>
          <p:cNvSpPr txBox="1"/>
          <p:nvPr/>
        </p:nvSpPr>
        <p:spPr>
          <a:xfrm>
            <a:off x="7406640" y="5440680"/>
            <a:ext cx="6309360" cy="1371600"/>
          </a:xfrm>
          <a:prstGeom prst="rect">
            <a:avLst/>
          </a:prstGeom>
          <a:noFill/>
        </p:spPr>
        <p:txBody>
          <a:bodyPr wrap="square" anchor="t" lIns="0" rIns="0" tIns="0" bIns="0">
            <a:spAutoFit/>
          </a:bodyPr>
          <a:lstStyle/>
          <a:p>
            <a:pPr algn="l">
              <a:spcAft>
                <a:spcPts val="400"/>
              </a:spcAft>
            </a:pPr>
            <a:r>
              <a:rPr sz="1300" b="0">
                <a:solidFill>
                  <a:srgbClr val="1E1E1E"/>
                </a:solidFill>
              </a:rPr>
              <a:t>•  Vista frontal u oblicua: indicada manualmente (en lateral, solo 2 ciclos)</a:t>
            </a:r>
          </a:p>
          <a:p>
            <a:pPr algn="l">
              <a:spcAft>
                <a:spcPts val="400"/>
              </a:spcAft>
            </a:pPr>
            <a:r>
              <a:rPr sz="1300" b="0">
                <a:solidFill>
                  <a:srgbClr val="1E1E1E"/>
                </a:solidFill>
              </a:rPr>
              <a:t>•  39 ciclos válidos · 76 s analizables de 106 s</a:t>
            </a:r>
          </a:p>
          <a:p>
            <a:pPr algn="l">
              <a:spcAft>
                <a:spcPts val="400"/>
              </a:spcAft>
            </a:pPr>
            <a:r>
              <a:rPr sz="1300" b="0">
                <a:solidFill>
                  <a:srgbClr val="1E1E1E"/>
                </a:solidFill>
              </a:rPr>
              <a:t>•  54 ciclos/min de media</a:t>
            </a:r>
          </a:p>
          <a:p>
            <a:pPr algn="l">
              <a:spcAft>
                <a:spcPts val="400"/>
              </a:spcAft>
            </a:pPr>
            <a:r>
              <a:rPr sz="1300" b="0">
                <a:solidFill>
                  <a:srgbClr val="1E1E1E"/>
                </a:solidFill>
              </a:rPr>
              <a:t>•  Sin fatiga declarada: los 2 últimos ciclos son los más anómalos del vídeo (la regla exige 3 seguidos)</a:t>
            </a:r>
          </a:p>
        </p:txBody>
      </p:sp>
      <p:sp>
        <p:nvSpPr>
          <p:cNvPr id="13" name="TextBox 12"/>
          <p:cNvSpPr txBox="1"/>
          <p:nvPr/>
        </p:nvSpPr>
        <p:spPr>
          <a:xfrm>
            <a:off x="905256" y="694944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Grabaciones posteriores a la entrega, solo como demostración; frecuencia sin validar con conteo manual.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Problema y objetivo</a:t>
            </a:r>
          </a:p>
        </p:txBody>
      </p:sp>
      <p:sp>
        <p:nvSpPr>
          <p:cNvPr id="4" name="Text Placeholder 3"/>
          <p:cNvSpPr>
            <a:spLocks noGrp="1"/>
          </p:cNvSpPr>
          <p:nvPr>
            <p:ph type="body" idx="18" sz="quarter"/>
          </p:nvPr>
        </p:nvSpPr>
        <p:spPr>
          <a:xfrm>
            <a:ext cx="12344400" cy="0"/>
          </a:xfrm>
        </p:spPr>
        <p:txBody>
          <a:bodyPr/>
          <a:lstStyle/>
          <a:p>
            <a:r>
              <a:t>¿Cuándo aparece la fatiga técnica y por qué?</a:t>
            </a:r>
          </a:p>
        </p:txBody>
      </p:sp>
      <p:sp>
        <p:nvSpPr>
          <p:cNvPr id="5" name="Rectangle 4"/>
          <p:cNvSpPr/>
          <p:nvPr/>
        </p:nvSpPr>
        <p:spPr>
          <a:xfrm>
            <a:off x="905256" y="2743200"/>
            <a:ext cx="3931920" cy="251460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79576" y="3017520"/>
            <a:ext cx="3383279" cy="548640"/>
          </a:xfrm>
          <a:prstGeom prst="rect">
            <a:avLst/>
          </a:prstGeom>
          <a:noFill/>
        </p:spPr>
        <p:txBody>
          <a:bodyPr wrap="square" anchor="t" lIns="0" rIns="0" tIns="0" bIns="0">
            <a:spAutoFit/>
          </a:bodyPr>
          <a:lstStyle/>
          <a:p>
            <a:pPr algn="l">
              <a:spcAft>
                <a:spcPts val="600"/>
              </a:spcAft>
            </a:pPr>
            <a:r>
              <a:rPr sz="3000" b="1">
                <a:solidFill>
                  <a:srgbClr val="FF3228"/>
                </a:solidFill>
              </a:rPr>
              <a:t>01</a:t>
            </a:r>
          </a:p>
        </p:txBody>
      </p:sp>
      <p:sp>
        <p:nvSpPr>
          <p:cNvPr id="7" name="TextBox 6"/>
          <p:cNvSpPr txBox="1"/>
          <p:nvPr/>
        </p:nvSpPr>
        <p:spPr>
          <a:xfrm>
            <a:off x="1179576" y="3611879"/>
            <a:ext cx="3383279" cy="731520"/>
          </a:xfrm>
          <a:prstGeom prst="rect">
            <a:avLst/>
          </a:prstGeom>
          <a:noFill/>
        </p:spPr>
        <p:txBody>
          <a:bodyPr wrap="square" anchor="t" lIns="0" rIns="0" tIns="0" bIns="0">
            <a:spAutoFit/>
          </a:bodyPr>
          <a:lstStyle/>
          <a:p>
            <a:pPr algn="l">
              <a:spcAft>
                <a:spcPts val="600"/>
              </a:spcAft>
            </a:pPr>
            <a:r>
              <a:rPr sz="1800" b="1">
                <a:solidFill>
                  <a:srgbClr val="FF3228"/>
                </a:solidFill>
              </a:rPr>
              <a:t>Observación</a:t>
            </a:r>
          </a:p>
        </p:txBody>
      </p:sp>
      <p:sp>
        <p:nvSpPr>
          <p:cNvPr id="8" name="TextBox 7"/>
          <p:cNvSpPr txBox="1"/>
          <p:nvPr/>
        </p:nvSpPr>
        <p:spPr>
          <a:xfrm>
            <a:off x="1179576" y="4297679"/>
            <a:ext cx="3383279" cy="777240"/>
          </a:xfrm>
          <a:prstGeom prst="rect">
            <a:avLst/>
          </a:prstGeom>
          <a:noFill/>
        </p:spPr>
        <p:txBody>
          <a:bodyPr wrap="square" anchor="t" lIns="0" rIns="0" tIns="0" bIns="0">
            <a:spAutoFit/>
          </a:bodyPr>
          <a:lstStyle/>
          <a:p>
            <a:pPr algn="l">
              <a:spcAft>
                <a:spcPts val="600"/>
              </a:spcAft>
            </a:pPr>
            <a:r>
              <a:rPr sz="1400" b="0">
                <a:solidFill>
                  <a:srgbClr val="1E1E1E"/>
                </a:solidFill>
              </a:rPr>
              <a:t>Depende del ojo del entrenador: no cuantifica ni deja registro comparable.</a:t>
            </a:r>
          </a:p>
        </p:txBody>
      </p:sp>
      <p:sp>
        <p:nvSpPr>
          <p:cNvPr id="9" name="Rectangle 8"/>
          <p:cNvSpPr/>
          <p:nvPr/>
        </p:nvSpPr>
        <p:spPr>
          <a:xfrm>
            <a:off x="5120640" y="2743200"/>
            <a:ext cx="3931920" cy="251460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94959" y="3017520"/>
            <a:ext cx="3383279" cy="548640"/>
          </a:xfrm>
          <a:prstGeom prst="rect">
            <a:avLst/>
          </a:prstGeom>
          <a:noFill/>
        </p:spPr>
        <p:txBody>
          <a:bodyPr wrap="square" anchor="t" lIns="0" rIns="0" tIns="0" bIns="0">
            <a:spAutoFit/>
          </a:bodyPr>
          <a:lstStyle/>
          <a:p>
            <a:pPr algn="l">
              <a:spcAft>
                <a:spcPts val="600"/>
              </a:spcAft>
            </a:pPr>
            <a:r>
              <a:rPr sz="3000" b="1">
                <a:solidFill>
                  <a:srgbClr val="FF3228"/>
                </a:solidFill>
              </a:rPr>
              <a:t>02</a:t>
            </a:r>
          </a:p>
        </p:txBody>
      </p:sp>
      <p:sp>
        <p:nvSpPr>
          <p:cNvPr id="11" name="TextBox 10"/>
          <p:cNvSpPr txBox="1"/>
          <p:nvPr/>
        </p:nvSpPr>
        <p:spPr>
          <a:xfrm>
            <a:off x="5394959" y="3611879"/>
            <a:ext cx="3383279" cy="731520"/>
          </a:xfrm>
          <a:prstGeom prst="rect">
            <a:avLst/>
          </a:prstGeom>
          <a:noFill/>
        </p:spPr>
        <p:txBody>
          <a:bodyPr wrap="square" anchor="t" lIns="0" rIns="0" tIns="0" bIns="0">
            <a:spAutoFit/>
          </a:bodyPr>
          <a:lstStyle/>
          <a:p>
            <a:pPr algn="l">
              <a:spcAft>
                <a:spcPts val="600"/>
              </a:spcAft>
            </a:pPr>
            <a:r>
              <a:rPr sz="1800" b="1">
                <a:solidFill>
                  <a:srgbClr val="FF3228"/>
                </a:solidFill>
              </a:rPr>
              <a:t>Sistemas instrumentados</a:t>
            </a:r>
          </a:p>
        </p:txBody>
      </p:sp>
      <p:sp>
        <p:nvSpPr>
          <p:cNvPr id="12" name="TextBox 11"/>
          <p:cNvSpPr txBox="1"/>
          <p:nvPr/>
        </p:nvSpPr>
        <p:spPr>
          <a:xfrm>
            <a:off x="5394959" y="4297679"/>
            <a:ext cx="3383279" cy="777240"/>
          </a:xfrm>
          <a:prstGeom prst="rect">
            <a:avLst/>
          </a:prstGeom>
          <a:noFill/>
        </p:spPr>
        <p:txBody>
          <a:bodyPr wrap="square" anchor="t" lIns="0" rIns="0" tIns="0" bIns="0">
            <a:spAutoFit/>
          </a:bodyPr>
          <a:lstStyle/>
          <a:p>
            <a:pPr algn="l">
              <a:spcAft>
                <a:spcPts val="600"/>
              </a:spcAft>
            </a:pPr>
            <a:r>
              <a:rPr sz="1400" b="0">
                <a:solidFill>
                  <a:srgbClr val="1E1E1E"/>
                </a:solidFill>
              </a:rPr>
              <a:t>Sensores inerciales o varias cámaras: caros y de montaje complejo.</a:t>
            </a:r>
          </a:p>
        </p:txBody>
      </p:sp>
      <p:sp>
        <p:nvSpPr>
          <p:cNvPr id="13" name="Rectangle 12"/>
          <p:cNvSpPr/>
          <p:nvPr/>
        </p:nvSpPr>
        <p:spPr>
          <a:xfrm>
            <a:off x="9336024" y="2743200"/>
            <a:ext cx="3931920" cy="251460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10344" y="3017520"/>
            <a:ext cx="3383279" cy="548640"/>
          </a:xfrm>
          <a:prstGeom prst="rect">
            <a:avLst/>
          </a:prstGeom>
          <a:noFill/>
        </p:spPr>
        <p:txBody>
          <a:bodyPr wrap="square" anchor="t" lIns="0" rIns="0" tIns="0" bIns="0">
            <a:spAutoFit/>
          </a:bodyPr>
          <a:lstStyle/>
          <a:p>
            <a:pPr algn="l">
              <a:spcAft>
                <a:spcPts val="600"/>
              </a:spcAft>
            </a:pPr>
            <a:r>
              <a:rPr sz="3000" b="1">
                <a:solidFill>
                  <a:srgbClr val="FFFFFF"/>
                </a:solidFill>
              </a:rPr>
              <a:t>03</a:t>
            </a:r>
          </a:p>
        </p:txBody>
      </p:sp>
      <p:sp>
        <p:nvSpPr>
          <p:cNvPr id="15" name="TextBox 14"/>
          <p:cNvSpPr txBox="1"/>
          <p:nvPr/>
        </p:nvSpPr>
        <p:spPr>
          <a:xfrm>
            <a:off x="9610344" y="3611879"/>
            <a:ext cx="3383279" cy="731520"/>
          </a:xfrm>
          <a:prstGeom prst="rect">
            <a:avLst/>
          </a:prstGeom>
          <a:noFill/>
        </p:spPr>
        <p:txBody>
          <a:bodyPr wrap="square" anchor="t" lIns="0" rIns="0" tIns="0" bIns="0">
            <a:spAutoFit/>
          </a:bodyPr>
          <a:lstStyle/>
          <a:p>
            <a:pPr algn="l">
              <a:spcAft>
                <a:spcPts val="600"/>
              </a:spcAft>
            </a:pPr>
            <a:r>
              <a:rPr sz="1800" b="1">
                <a:solidFill>
                  <a:srgbClr val="FFFFFF"/>
                </a:solidFill>
              </a:rPr>
              <a:t>StrokeLab</a:t>
            </a:r>
          </a:p>
        </p:txBody>
      </p:sp>
      <p:sp>
        <p:nvSpPr>
          <p:cNvPr id="16" name="TextBox 15"/>
          <p:cNvSpPr txBox="1"/>
          <p:nvPr/>
        </p:nvSpPr>
        <p:spPr>
          <a:xfrm>
            <a:off x="9610344" y="4297679"/>
            <a:ext cx="3383279" cy="777240"/>
          </a:xfrm>
          <a:prstGeom prst="rect">
            <a:avLst/>
          </a:prstGeom>
          <a:noFill/>
        </p:spPr>
        <p:txBody>
          <a:bodyPr wrap="square" anchor="t" lIns="0" rIns="0" tIns="0" bIns="0">
            <a:spAutoFit/>
          </a:bodyPr>
          <a:lstStyle/>
          <a:p>
            <a:pPr algn="l">
              <a:spcAft>
                <a:spcPts val="600"/>
              </a:spcAft>
            </a:pPr>
            <a:r>
              <a:rPr sz="1400" b="0">
                <a:solidFill>
                  <a:srgbClr val="FFFFFF"/>
                </a:solidFill>
              </a:rPr>
              <a:t>Una cámara y un portátil sin GPU: mide, detecta el inicio de la fatiga y explica su causa.</a:t>
            </a:r>
          </a:p>
        </p:txBody>
      </p:sp>
      <p:sp>
        <p:nvSpPr>
          <p:cNvPr id="17" name="Rectangle 16"/>
          <p:cNvSpPr/>
          <p:nvPr/>
        </p:nvSpPr>
        <p:spPr>
          <a:xfrm>
            <a:off x="905256" y="5486400"/>
            <a:ext cx="12362688" cy="128016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88720" y="5486400"/>
            <a:ext cx="11887200" cy="1280160"/>
          </a:xfrm>
          <a:prstGeom prst="rect">
            <a:avLst/>
          </a:prstGeom>
          <a:noFill/>
        </p:spPr>
        <p:txBody>
          <a:bodyPr wrap="square" anchor="ctr" lIns="0" rIns="0" tIns="0" bIns="0">
            <a:spAutoFit/>
          </a:bodyPr>
          <a:lstStyle/>
          <a:p>
            <a:pPr algn="l">
              <a:spcAft>
                <a:spcPts val="600"/>
              </a:spcAft>
            </a:pPr>
            <a:r>
              <a:rPr sz="1500" b="1">
                <a:solidFill>
                  <a:srgbClr val="FF3228"/>
                </a:solidFill>
              </a:rPr>
              <a:t>Objetivo: </a:t>
            </a:r>
            <a:r>
              <a:rPr sz="1500" b="0">
                <a:solidFill>
                  <a:srgbClr val="FFFFFF"/>
                </a:solidFill>
              </a:rPr>
              <a:t>IA explicable desde vídeo monocular en CPU. Indicaciones del director: la explicabilidad (SHAP) es lo más importante · dos verticales de IA, visión y tabular · optimizar YOLO frente a MoveNet y ViTPose.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Algoritmos: qué y por qué</a:t>
            </a:r>
          </a:p>
        </p:txBody>
      </p:sp>
      <p:sp>
        <p:nvSpPr>
          <p:cNvPr id="4" name="Text Placeholder 3"/>
          <p:cNvSpPr>
            <a:spLocks noGrp="1"/>
          </p:cNvSpPr>
          <p:nvPr>
            <p:ph type="body" idx="18" sz="quarter"/>
          </p:nvPr>
        </p:nvSpPr>
        <p:spPr>
          <a:xfrm>
            <a:ext cx="12344400" cy="0"/>
          </a:xfrm>
        </p:spPr>
        <p:txBody>
          <a:bodyPr/>
          <a:lstStyle/>
          <a:p>
            <a:r>
              <a:t>Vertical de visión (pose) → vertical tabular (ciclos, fatiga, SHAP)</a:t>
            </a:r>
          </a:p>
        </p:txBody>
      </p:sp>
      <p:graphicFrame>
        <p:nvGraphicFramePr>
          <p:cNvPr id="5" name="Table 4"/>
          <p:cNvGraphicFramePr>
            <a:graphicFrameLocks noGrp="1"/>
          </p:cNvGraphicFramePr>
          <p:nvPr/>
        </p:nvGraphicFramePr>
        <p:xfrm>
          <a:off x="905256" y="2743200"/>
          <a:ext cx="12801600" cy="4023360"/>
        </p:xfrm>
        <a:graphic>
          <a:graphicData uri="http://schemas.openxmlformats.org/drawingml/2006/table">
            <a:tbl>
              <a:tblPr firstRow="1" bandRow="1">
                <a:tableStyleId>{5C22544A-7EE6-4342-B048-85BDC9FD1C3A}</a:tableStyleId>
              </a:tblPr>
              <a:tblGrid>
                <a:gridCol w="1463040"/>
                <a:gridCol w="3566160"/>
                <a:gridCol w="3291840"/>
                <a:gridCol w="4480560"/>
              </a:tblGrid>
              <a:tr h="502920">
                <a:tc>
                  <a:txBody>
                    <a:bodyPr/>
                    <a:lstStyle/>
                    <a:p>
                      <a:r>
                        <a:rPr sz="1200" b="1">
                          <a:solidFill>
                            <a:srgbClr val="FFFFFF"/>
                          </a:solidFill>
                        </a:rPr>
                        <a:t>Etapa</a:t>
                      </a:r>
                    </a:p>
                  </a:txBody>
                  <a:tcPr marL="91440" marR="91440" marT="27432" marB="27432" anchor="ctr">
                    <a:solidFill>
                      <a:srgbClr val="FF3228"/>
                    </a:solidFill>
                  </a:tcPr>
                </a:tc>
                <a:tc>
                  <a:txBody>
                    <a:bodyPr/>
                    <a:lstStyle/>
                    <a:p>
                      <a:r>
                        <a:rPr sz="1200" b="1">
                          <a:solidFill>
                            <a:srgbClr val="FFFFFF"/>
                          </a:solidFill>
                        </a:rPr>
                        <a:t>Algoritmo elegido</a:t>
                      </a:r>
                    </a:p>
                  </a:txBody>
                  <a:tcPr marL="91440" marR="91440" marT="27432" marB="27432" anchor="ctr">
                    <a:solidFill>
                      <a:srgbClr val="FF3228"/>
                    </a:solidFill>
                  </a:tcPr>
                </a:tc>
                <a:tc>
                  <a:txBody>
                    <a:bodyPr/>
                    <a:lstStyle/>
                    <a:p>
                      <a:r>
                        <a:rPr sz="1200" b="1">
                          <a:solidFill>
                            <a:srgbClr val="FFFFFF"/>
                          </a:solidFill>
                        </a:rPr>
                        <a:t>Alternativa comparada</a:t>
                      </a:r>
                    </a:p>
                  </a:txBody>
                  <a:tcPr marL="91440" marR="91440" marT="27432" marB="27432" anchor="ctr">
                    <a:solidFill>
                      <a:srgbClr val="FF3228"/>
                    </a:solidFill>
                  </a:tcPr>
                </a:tc>
                <a:tc>
                  <a:txBody>
                    <a:bodyPr/>
                    <a:lstStyle/>
                    <a:p>
                      <a:r>
                        <a:rPr sz="1200" b="1">
                          <a:solidFill>
                            <a:srgbClr val="FFFFFF"/>
                          </a:solidFill>
                        </a:rPr>
                        <a:t>Por qué</a:t>
                      </a:r>
                    </a:p>
                  </a:txBody>
                  <a:tcPr marL="91440" marR="91440" marT="27432" marB="27432" anchor="ctr">
                    <a:solidFill>
                      <a:srgbClr val="FF3228"/>
                    </a:solidFill>
                  </a:tcPr>
                </a:tc>
              </a:tr>
              <a:tr h="502920">
                <a:tc>
                  <a:txBody>
                    <a:bodyPr/>
                    <a:lstStyle/>
                    <a:p>
                      <a:r>
                        <a:rPr sz="1200" b="0">
                          <a:solidFill>
                            <a:srgbClr val="1E1E1E"/>
                          </a:solidFill>
                        </a:rPr>
                        <a:t>Pose 2D</a:t>
                      </a:r>
                    </a:p>
                  </a:txBody>
                  <a:tcPr marL="91440" marR="91440" marT="27432" marB="27432" anchor="ctr">
                    <a:solidFill>
                      <a:srgbClr val="FFFFFF"/>
                    </a:solidFill>
                  </a:tcPr>
                </a:tc>
                <a:tc>
                  <a:txBody>
                    <a:bodyPr/>
                    <a:lstStyle/>
                    <a:p>
                      <a:r>
                        <a:rPr sz="1200" b="0">
                          <a:solidFill>
                            <a:srgbClr val="1E1E1E"/>
                          </a:solidFill>
                        </a:rPr>
                        <a:t>YOLOv8n-Pose (CNN, una etapa)</a:t>
                      </a:r>
                    </a:p>
                  </a:txBody>
                  <a:tcPr marL="91440" marR="91440" marT="27432" marB="27432" anchor="ctr">
                    <a:solidFill>
                      <a:srgbClr val="FFFFFF"/>
                    </a:solidFill>
                  </a:tcPr>
                </a:tc>
                <a:tc>
                  <a:txBody>
                    <a:bodyPr/>
                    <a:lstStyle/>
                    <a:p>
                      <a:r>
                        <a:rPr sz="1200" b="0">
                          <a:solidFill>
                            <a:srgbClr val="1E1E1E"/>
                          </a:solidFill>
                        </a:rPr>
                        <a:t>YOLO11n, YOLOv8s, MoveNet, HRNet, ViTPose</a:t>
                      </a:r>
                    </a:p>
                  </a:txBody>
                  <a:tcPr marL="91440" marR="91440" marT="27432" marB="27432" anchor="ctr">
                    <a:solidFill>
                      <a:srgbClr val="FFFFFF"/>
                    </a:solidFill>
                  </a:tcPr>
                </a:tc>
                <a:tc>
                  <a:txBody>
                    <a:bodyPr/>
                    <a:lstStyle/>
                    <a:p>
                      <a:r>
                        <a:rPr sz="1200" b="0">
                          <a:solidFill>
                            <a:srgbClr val="1E1E1E"/>
                          </a:solidFill>
                        </a:rPr>
                        <a:t>Detecta como v8s con 3,5× menos parámetros; doble de confianza que MoveNet</a:t>
                      </a:r>
                    </a:p>
                  </a:txBody>
                  <a:tcPr marL="91440" marR="91440" marT="27432" marB="27432" anchor="ctr">
                    <a:solidFill>
                      <a:srgbClr val="FFFFFF"/>
                    </a:solidFill>
                  </a:tcPr>
                </a:tc>
              </a:tr>
              <a:tr h="502920">
                <a:tc>
                  <a:txBody>
                    <a:bodyPr/>
                    <a:lstStyle/>
                    <a:p>
                      <a:r>
                        <a:rPr sz="1200" b="0">
                          <a:solidFill>
                            <a:srgbClr val="1E1E1E"/>
                          </a:solidFill>
                        </a:rPr>
                        <a:t>Pose 3D</a:t>
                      </a:r>
                    </a:p>
                  </a:txBody>
                  <a:tcPr marL="91440" marR="91440" marT="27432" marB="27432" anchor="ctr">
                    <a:solidFill>
                      <a:srgbClr val="EEEDED"/>
                    </a:solidFill>
                  </a:tcPr>
                </a:tc>
                <a:tc>
                  <a:txBody>
                    <a:bodyPr/>
                    <a:lstStyle/>
                    <a:p>
                      <a:r>
                        <a:rPr sz="1200" b="0">
                          <a:solidFill>
                            <a:srgbClr val="1E1E1E"/>
                          </a:solidFill>
                        </a:rPr>
                        <a:t>MotionBERT-Lite (transformer)</a:t>
                      </a:r>
                    </a:p>
                  </a:txBody>
                  <a:tcPr marL="91440" marR="91440" marT="27432" marB="27432" anchor="ctr">
                    <a:solidFill>
                      <a:srgbClr val="EEEDED"/>
                    </a:solidFill>
                  </a:tcPr>
                </a:tc>
                <a:tc>
                  <a:txBody>
                    <a:bodyPr/>
                    <a:lstStyle/>
                    <a:p>
                      <a:r>
                        <a:rPr sz="1200" b="0">
                          <a:solidFill>
                            <a:srgbClr val="1E1E1E"/>
                          </a:solidFill>
                        </a:rPr>
                        <a:t>Ángulos 2D</a:t>
                      </a:r>
                    </a:p>
                  </a:txBody>
                  <a:tcPr marL="91440" marR="91440" marT="27432" marB="27432" anchor="ctr">
                    <a:solidFill>
                      <a:srgbClr val="EEEDED"/>
                    </a:solidFill>
                  </a:tcPr>
                </a:tc>
                <a:tc>
                  <a:txBody>
                    <a:bodyPr/>
                    <a:lstStyle/>
                    <a:p>
                      <a:r>
                        <a:rPr sz="1200" b="0">
                          <a:solidFill>
                            <a:srgbClr val="1E1E1E"/>
                          </a:solidFill>
                        </a:rPr>
                        <a:t>Solo de frente: en lateral falla la rodilla (107° frente a 173°)</a:t>
                      </a:r>
                    </a:p>
                  </a:txBody>
                  <a:tcPr marL="91440" marR="91440" marT="27432" marB="27432" anchor="ctr">
                    <a:solidFill>
                      <a:srgbClr val="EEEDED"/>
                    </a:solidFill>
                  </a:tcPr>
                </a:tc>
              </a:tr>
              <a:tr h="502920">
                <a:tc>
                  <a:txBody>
                    <a:bodyPr/>
                    <a:lstStyle/>
                    <a:p>
                      <a:r>
                        <a:rPr sz="1200" b="0">
                          <a:solidFill>
                            <a:srgbClr val="1E1E1E"/>
                          </a:solidFill>
                        </a:rPr>
                        <a:t>Vista</a:t>
                      </a:r>
                    </a:p>
                  </a:txBody>
                  <a:tcPr marL="91440" marR="91440" marT="27432" marB="27432" anchor="ctr">
                    <a:solidFill>
                      <a:srgbClr val="FFFFFF"/>
                    </a:solidFill>
                  </a:tcPr>
                </a:tc>
                <a:tc>
                  <a:txBody>
                    <a:bodyPr/>
                    <a:lstStyle/>
                    <a:p>
                      <a:r>
                        <a:rPr sz="1200" b="0">
                          <a:solidFill>
                            <a:srgbClr val="1E1E1E"/>
                          </a:solidFill>
                        </a:rPr>
                        <a:t>Orientación del tronco, tramos de 60 s</a:t>
                      </a:r>
                    </a:p>
                  </a:txBody>
                  <a:tcPr marL="91440" marR="91440" marT="27432" marB="27432" anchor="ctr">
                    <a:solidFill>
                      <a:srgbClr val="FFFFFF"/>
                    </a:solidFill>
                  </a:tcPr>
                </a:tc>
                <a:tc>
                  <a:txBody>
                    <a:bodyPr/>
                    <a:lstStyle/>
                    <a:p>
                      <a:r>
                        <a:rPr sz="1200" b="0">
                          <a:solidFill>
                            <a:srgbClr val="1E1E1E"/>
                          </a:solidFill>
                        </a:rPr>
                        <a:t>Vista indicada a mano</a:t>
                      </a:r>
                    </a:p>
                  </a:txBody>
                  <a:tcPr marL="91440" marR="91440" marT="27432" marB="27432" anchor="ctr">
                    <a:solidFill>
                      <a:srgbClr val="FFFFFF"/>
                    </a:solidFill>
                  </a:tcPr>
                </a:tc>
                <a:tc>
                  <a:txBody>
                    <a:bodyPr/>
                    <a:lstStyle/>
                    <a:p>
                      <a:r>
                        <a:rPr sz="1200" b="0">
                          <a:solidFill>
                            <a:srgbClr val="1E1E1E"/>
                          </a:solidFill>
                        </a:rPr>
                        <a:t>Hay vídeos laterales y frontales, incluso en el mismo vídeo</a:t>
                      </a:r>
                    </a:p>
                  </a:txBody>
                  <a:tcPr marL="91440" marR="91440" marT="27432" marB="27432" anchor="ctr">
                    <a:solidFill>
                      <a:srgbClr val="FFFFFF"/>
                    </a:solidFill>
                  </a:tcPr>
                </a:tc>
              </a:tr>
              <a:tr h="502920">
                <a:tc>
                  <a:txBody>
                    <a:bodyPr/>
                    <a:lstStyle/>
                    <a:p>
                      <a:r>
                        <a:rPr sz="1200" b="0">
                          <a:solidFill>
                            <a:srgbClr val="1E1E1E"/>
                          </a:solidFill>
                        </a:rPr>
                        <a:t>Ciclos</a:t>
                      </a:r>
                    </a:p>
                  </a:txBody>
                  <a:tcPr marL="91440" marR="91440" marT="27432" marB="27432" anchor="ctr">
                    <a:solidFill>
                      <a:srgbClr val="EEEDED"/>
                    </a:solidFill>
                  </a:tcPr>
                </a:tc>
                <a:tc>
                  <a:txBody>
                    <a:bodyPr/>
                    <a:lstStyle/>
                    <a:p>
                      <a:r>
                        <a:rPr sz="1200" b="0">
                          <a:solidFill>
                            <a:srgbClr val="1E1E1E"/>
                          </a:solidFill>
                        </a:rPr>
                        <a:t>Picos de la mano (lateral) · PCA (frontal)</a:t>
                      </a:r>
                    </a:p>
                  </a:txBody>
                  <a:tcPr marL="91440" marR="91440" marT="27432" marB="27432" anchor="ctr">
                    <a:solidFill>
                      <a:srgbClr val="EEEDED"/>
                    </a:solidFill>
                  </a:tcPr>
                </a:tc>
                <a:tc>
                  <a:txBody>
                    <a:bodyPr/>
                    <a:lstStyle/>
                    <a:p>
                      <a:r>
                        <a:rPr sz="1200" b="0">
                          <a:solidFill>
                            <a:srgbClr val="1E1E1E"/>
                          </a:solidFill>
                        </a:rPr>
                        <a:t>Cada muñeca por separado</a:t>
                      </a:r>
                    </a:p>
                  </a:txBody>
                  <a:tcPr marL="91440" marR="91440" marT="27432" marB="27432" anchor="ctr">
                    <a:solidFill>
                      <a:srgbClr val="EEEDED"/>
                    </a:solidFill>
                  </a:tcPr>
                </a:tc>
                <a:tc>
                  <a:txBody>
                    <a:bodyPr/>
                    <a:lstStyle/>
                    <a:p>
                      <a:r>
                        <a:rPr sz="1200" b="0">
                          <a:solidFill>
                            <a:srgbClr val="1E1E1E"/>
                          </a:solidFill>
                        </a:rPr>
                        <a:t>YOLO copia el brazo visible en el oculto</a:t>
                      </a:r>
                    </a:p>
                  </a:txBody>
                  <a:tcPr marL="91440" marR="91440" marT="27432" marB="27432" anchor="ctr">
                    <a:solidFill>
                      <a:srgbClr val="EEEDED"/>
                    </a:solidFill>
                  </a:tcPr>
                </a:tc>
              </a:tr>
              <a:tr h="502920">
                <a:tc>
                  <a:txBody>
                    <a:bodyPr/>
                    <a:lstStyle/>
                    <a:p>
                      <a:r>
                        <a:rPr sz="1200" b="1">
                          <a:solidFill>
                            <a:srgbClr val="1E1E1E"/>
                          </a:solidFill>
                        </a:rPr>
                        <a:t>Fatiga</a:t>
                      </a:r>
                    </a:p>
                  </a:txBody>
                  <a:tcPr marL="91440" marR="91440" marT="27432" marB="27432" anchor="ctr">
                    <a:solidFill>
                      <a:srgbClr val="FFAFAA"/>
                    </a:solidFill>
                  </a:tcPr>
                </a:tc>
                <a:tc>
                  <a:txBody>
                    <a:bodyPr/>
                    <a:lstStyle/>
                    <a:p>
                      <a:r>
                        <a:rPr sz="1200" b="1">
                          <a:solidFill>
                            <a:srgbClr val="1E1E1E"/>
                          </a:solidFill>
                        </a:rPr>
                        <a:t>Isolation Forest + PELT</a:t>
                      </a:r>
                    </a:p>
                  </a:txBody>
                  <a:tcPr marL="91440" marR="91440" marT="27432" marB="27432" anchor="ctr">
                    <a:solidFill>
                      <a:srgbClr val="FFAFAA"/>
                    </a:solidFill>
                  </a:tcPr>
                </a:tc>
                <a:tc>
                  <a:txBody>
                    <a:bodyPr/>
                    <a:lstStyle/>
                    <a:p>
                      <a:r>
                        <a:rPr sz="1200" b="1">
                          <a:solidFill>
                            <a:srgbClr val="1E1E1E"/>
                          </a:solidFill>
                        </a:rPr>
                        <a:t>Red recurrente supervisada</a:t>
                      </a:r>
                    </a:p>
                  </a:txBody>
                  <a:tcPr marL="91440" marR="91440" marT="27432" marB="27432" anchor="ctr">
                    <a:solidFill>
                      <a:srgbClr val="FFAFAA"/>
                    </a:solidFill>
                  </a:tcPr>
                </a:tc>
                <a:tc>
                  <a:txBody>
                    <a:bodyPr/>
                    <a:lstStyle/>
                    <a:p>
                      <a:r>
                        <a:rPr sz="1200" b="1">
                          <a:solidFill>
                            <a:srgbClr val="1E1E1E"/>
                          </a:solidFill>
                        </a:rPr>
                        <a:t>No hay etiquetas de fatiga; coste lineal; SHAP exacto</a:t>
                      </a:r>
                    </a:p>
                  </a:txBody>
                  <a:tcPr marL="91440" marR="91440" marT="27432" marB="27432" anchor="ctr">
                    <a:solidFill>
                      <a:srgbClr val="FFAFAA"/>
                    </a:solidFill>
                  </a:tcPr>
                </a:tc>
              </a:tr>
              <a:tr h="502920">
                <a:tc>
                  <a:txBody>
                    <a:bodyPr/>
                    <a:lstStyle/>
                    <a:p>
                      <a:r>
                        <a:rPr sz="1200" b="0">
                          <a:solidFill>
                            <a:srgbClr val="1E1E1E"/>
                          </a:solidFill>
                        </a:rPr>
                        <a:t>Explicación</a:t>
                      </a:r>
                    </a:p>
                  </a:txBody>
                  <a:tcPr marL="91440" marR="91440" marT="27432" marB="27432" anchor="ctr">
                    <a:solidFill>
                      <a:srgbClr val="EEEDED"/>
                    </a:solidFill>
                  </a:tcPr>
                </a:tc>
                <a:tc>
                  <a:txBody>
                    <a:bodyPr/>
                    <a:lstStyle/>
                    <a:p>
                      <a:r>
                        <a:rPr sz="1200" b="0">
                          <a:solidFill>
                            <a:srgbClr val="1E1E1E"/>
                          </a:solidFill>
                        </a:rPr>
                        <a:t>TreeSHAP</a:t>
                      </a:r>
                    </a:p>
                  </a:txBody>
                  <a:tcPr marL="91440" marR="91440" marT="27432" marB="27432" anchor="ctr">
                    <a:solidFill>
                      <a:srgbClr val="EEEDED"/>
                    </a:solidFill>
                  </a:tcPr>
                </a:tc>
                <a:tc>
                  <a:txBody>
                    <a:bodyPr/>
                    <a:lstStyle/>
                    <a:p>
                      <a:r>
                        <a:rPr sz="1200" b="0">
                          <a:solidFill>
                            <a:srgbClr val="1E1E1E"/>
                          </a:solidFill>
                        </a:rPr>
                        <a:t>—</a:t>
                      </a:r>
                    </a:p>
                  </a:txBody>
                  <a:tcPr marL="91440" marR="91440" marT="27432" marB="27432" anchor="ctr">
                    <a:solidFill>
                      <a:srgbClr val="EEEDED"/>
                    </a:solidFill>
                  </a:tcPr>
                </a:tc>
                <a:tc>
                  <a:txBody>
                    <a:bodyPr/>
                    <a:lstStyle/>
                    <a:p>
                      <a:r>
                        <a:rPr sz="1200" b="0">
                          <a:solidFill>
                            <a:srgbClr val="1E1E1E"/>
                          </a:solidFill>
                        </a:rPr>
                        <a:t>Valores de Shapley exactos para modelos de árboles</a:t>
                      </a:r>
                    </a:p>
                  </a:txBody>
                  <a:tcPr marL="91440" marR="91440" marT="27432" marB="27432" anchor="ctr">
                    <a:solidFill>
                      <a:srgbClr val="EEEDED"/>
                    </a:solidFill>
                  </a:tcPr>
                </a:tc>
              </a:tr>
              <a:tr h="502920">
                <a:tc>
                  <a:txBody>
                    <a:bodyPr/>
                    <a:lstStyle/>
                    <a:p>
                      <a:r>
                        <a:rPr sz="1200" b="0">
                          <a:solidFill>
                            <a:srgbClr val="1E1E1E"/>
                          </a:solidFill>
                        </a:rPr>
                        <a:t>Estilo</a:t>
                      </a:r>
                    </a:p>
                  </a:txBody>
                  <a:tcPr marL="91440" marR="91440" marT="27432" marB="27432" anchor="ctr">
                    <a:solidFill>
                      <a:srgbClr val="FFFFFF"/>
                    </a:solidFill>
                  </a:tcPr>
                </a:tc>
                <a:tc>
                  <a:txBody>
                    <a:bodyPr/>
                    <a:lstStyle/>
                    <a:p>
                      <a:r>
                        <a:rPr sz="1200" b="0">
                          <a:solidFill>
                            <a:srgbClr val="1E1E1E"/>
                          </a:solidFill>
                        </a:rPr>
                        <a:t>Reglas biomecánicas</a:t>
                      </a:r>
                    </a:p>
                  </a:txBody>
                  <a:tcPr marL="91440" marR="91440" marT="27432" marB="27432" anchor="ctr">
                    <a:solidFill>
                      <a:srgbClr val="FFFFFF"/>
                    </a:solidFill>
                  </a:tcPr>
                </a:tc>
                <a:tc>
                  <a:txBody>
                    <a:bodyPr/>
                    <a:lstStyle/>
                    <a:p>
                      <a:r>
                        <a:rPr sz="1200" b="0">
                          <a:solidFill>
                            <a:srgbClr val="1E1E1E"/>
                          </a:solidFill>
                        </a:rPr>
                        <a:t>XGBoost, bosque aleatorio</a:t>
                      </a:r>
                    </a:p>
                  </a:txBody>
                  <a:tcPr marL="91440" marR="91440" marT="27432" marB="27432" anchor="ctr">
                    <a:solidFill>
                      <a:srgbClr val="FFFFFF"/>
                    </a:solidFill>
                  </a:tcPr>
                </a:tc>
                <a:tc>
                  <a:txBody>
                    <a:bodyPr/>
                    <a:lstStyle/>
                    <a:p>
                      <a:r>
                        <a:rPr sz="1200" b="0">
                          <a:solidFill>
                            <a:srgbClr val="1E1E1E"/>
                          </a:solidFill>
                        </a:rPr>
                        <a:t>El supervisado aprendía al nadador: 9,1 % con un nadador nuevo</a:t>
                      </a:r>
                    </a:p>
                  </a:txBody>
                  <a:tcPr marL="91440" marR="91440" marT="27432" marB="27432" anchor="ctr">
                    <a:solidFill>
                      <a:srgbClr val="FFFFFF"/>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Visión: pose bajo el agua</a:t>
            </a:r>
          </a:p>
        </p:txBody>
      </p:sp>
      <p:sp>
        <p:nvSpPr>
          <p:cNvPr id="4" name="Text Placeholder 3"/>
          <p:cNvSpPr>
            <a:spLocks noGrp="1"/>
          </p:cNvSpPr>
          <p:nvPr>
            <p:ph type="body" idx="18" sz="quarter"/>
          </p:nvPr>
        </p:nvSpPr>
        <p:spPr>
          <a:xfrm>
            <a:ext cx="12344400" cy="0"/>
          </a:xfrm>
        </p:spPr>
        <p:txBody>
          <a:bodyPr/>
          <a:lstStyle/>
          <a:p>
            <a:r>
              <a:t>Modelos medidos en el vídeo real (GX011614, CPU de 4 hilos)</a:t>
            </a:r>
          </a:p>
        </p:txBody>
      </p:sp>
      <p:graphicFrame>
        <p:nvGraphicFramePr>
          <p:cNvPr id="5" name="Table 4"/>
          <p:cNvGraphicFramePr>
            <a:graphicFrameLocks noGrp="1"/>
          </p:cNvGraphicFramePr>
          <p:nvPr/>
        </p:nvGraphicFramePr>
        <p:xfrm>
          <a:off x="905256" y="2743200"/>
          <a:ext cx="7223760" cy="2286000"/>
        </p:xfrm>
        <a:graphic>
          <a:graphicData uri="http://schemas.openxmlformats.org/drawingml/2006/table">
            <a:tbl>
              <a:tblPr firstRow="1" bandRow="1">
                <a:tableStyleId>{5C22544A-7EE6-4342-B048-85BDC9FD1C3A}</a:tableStyleId>
              </a:tblPr>
              <a:tblGrid>
                <a:gridCol w="2377440"/>
                <a:gridCol w="1188720"/>
                <a:gridCol w="822960"/>
                <a:gridCol w="1371600"/>
                <a:gridCol w="1463040"/>
              </a:tblGrid>
              <a:tr h="457200">
                <a:tc>
                  <a:txBody>
                    <a:bodyPr/>
                    <a:lstStyle/>
                    <a:p>
                      <a:r>
                        <a:rPr sz="1300" b="1">
                          <a:solidFill>
                            <a:srgbClr val="FFFFFF"/>
                          </a:solidFill>
                        </a:rPr>
                        <a:t>Modelo</a:t>
                      </a:r>
                    </a:p>
                  </a:txBody>
                  <a:tcPr marL="91440" marR="91440" marT="27432" marB="27432" anchor="ctr">
                    <a:solidFill>
                      <a:srgbClr val="FF3228"/>
                    </a:solidFill>
                  </a:tcPr>
                </a:tc>
                <a:tc>
                  <a:txBody>
                    <a:bodyPr/>
                    <a:lstStyle/>
                    <a:p>
                      <a:r>
                        <a:rPr sz="1300" b="1">
                          <a:solidFill>
                            <a:srgbClr val="FFFFFF"/>
                          </a:solidFill>
                        </a:rPr>
                        <a:t>Parám. (M)</a:t>
                      </a:r>
                    </a:p>
                  </a:txBody>
                  <a:tcPr marL="91440" marR="91440" marT="27432" marB="27432" anchor="ctr">
                    <a:solidFill>
                      <a:srgbClr val="FF3228"/>
                    </a:solidFill>
                  </a:tcPr>
                </a:tc>
                <a:tc>
                  <a:txBody>
                    <a:bodyPr/>
                    <a:lstStyle/>
                    <a:p>
                      <a:r>
                        <a:rPr sz="1300" b="1">
                          <a:solidFill>
                            <a:srgbClr val="FFFFFF"/>
                          </a:solidFill>
                        </a:rPr>
                        <a:t>FPS</a:t>
                      </a:r>
                    </a:p>
                  </a:txBody>
                  <a:tcPr marL="91440" marR="91440" marT="27432" marB="27432" anchor="ctr">
                    <a:solidFill>
                      <a:srgbClr val="FF3228"/>
                    </a:solidFill>
                  </a:tcPr>
                </a:tc>
                <a:tc>
                  <a:txBody>
                    <a:bodyPr/>
                    <a:lstStyle/>
                    <a:p>
                      <a:r>
                        <a:rPr sz="1300" b="1">
                          <a:solidFill>
                            <a:srgbClr val="FFFFFF"/>
                          </a:solidFill>
                        </a:rPr>
                        <a:t>Detección</a:t>
                      </a:r>
                    </a:p>
                  </a:txBody>
                  <a:tcPr marL="91440" marR="91440" marT="27432" marB="27432" anchor="ctr">
                    <a:solidFill>
                      <a:srgbClr val="FF3228"/>
                    </a:solidFill>
                  </a:tcPr>
                </a:tc>
                <a:tc>
                  <a:txBody>
                    <a:bodyPr/>
                    <a:lstStyle/>
                    <a:p>
                      <a:r>
                        <a:rPr sz="1300" b="1">
                          <a:solidFill>
                            <a:srgbClr val="FFFFFF"/>
                          </a:solidFill>
                        </a:rPr>
                        <a:t>Confianza</a:t>
                      </a:r>
                    </a:p>
                  </a:txBody>
                  <a:tcPr marL="91440" marR="91440" marT="27432" marB="27432" anchor="ctr">
                    <a:solidFill>
                      <a:srgbClr val="FF3228"/>
                    </a:solidFill>
                  </a:tcPr>
                </a:tc>
              </a:tr>
              <a:tr h="457200">
                <a:tc>
                  <a:txBody>
                    <a:bodyPr/>
                    <a:lstStyle/>
                    <a:p>
                      <a:r>
                        <a:rPr sz="1300" b="1">
                          <a:solidFill>
                            <a:srgbClr val="1E1E1E"/>
                          </a:solidFill>
                        </a:rPr>
                        <a:t>YOLOv8n (elegido)</a:t>
                      </a:r>
                    </a:p>
                  </a:txBody>
                  <a:tcPr marL="91440" marR="91440" marT="27432" marB="27432" anchor="ctr">
                    <a:solidFill>
                      <a:srgbClr val="FFAFAA"/>
                    </a:solidFill>
                  </a:tcPr>
                </a:tc>
                <a:tc>
                  <a:txBody>
                    <a:bodyPr/>
                    <a:lstStyle/>
                    <a:p>
                      <a:r>
                        <a:rPr sz="1300" b="1">
                          <a:solidFill>
                            <a:srgbClr val="1E1E1E"/>
                          </a:solidFill>
                        </a:rPr>
                        <a:t>3,3</a:t>
                      </a:r>
                    </a:p>
                  </a:txBody>
                  <a:tcPr marL="91440" marR="91440" marT="27432" marB="27432" anchor="ctr">
                    <a:solidFill>
                      <a:srgbClr val="FFAFAA"/>
                    </a:solidFill>
                  </a:tcPr>
                </a:tc>
                <a:tc>
                  <a:txBody>
                    <a:bodyPr/>
                    <a:lstStyle/>
                    <a:p>
                      <a:r>
                        <a:rPr sz="1300" b="1">
                          <a:solidFill>
                            <a:srgbClr val="1E1E1E"/>
                          </a:solidFill>
                        </a:rPr>
                        <a:t>6,6</a:t>
                      </a:r>
                    </a:p>
                  </a:txBody>
                  <a:tcPr marL="91440" marR="91440" marT="27432" marB="27432" anchor="ctr">
                    <a:solidFill>
                      <a:srgbClr val="FFAFAA"/>
                    </a:solidFill>
                  </a:tcPr>
                </a:tc>
                <a:tc>
                  <a:txBody>
                    <a:bodyPr/>
                    <a:lstStyle/>
                    <a:p>
                      <a:r>
                        <a:rPr sz="1300" b="1">
                          <a:solidFill>
                            <a:srgbClr val="1E1E1E"/>
                          </a:solidFill>
                        </a:rPr>
                        <a:t>35,6 %</a:t>
                      </a:r>
                    </a:p>
                  </a:txBody>
                  <a:tcPr marL="91440" marR="91440" marT="27432" marB="27432" anchor="ctr">
                    <a:solidFill>
                      <a:srgbClr val="FFAFAA"/>
                    </a:solidFill>
                  </a:tcPr>
                </a:tc>
                <a:tc>
                  <a:txBody>
                    <a:bodyPr/>
                    <a:lstStyle/>
                    <a:p>
                      <a:r>
                        <a:rPr sz="1300" b="1">
                          <a:solidFill>
                            <a:srgbClr val="1E1E1E"/>
                          </a:solidFill>
                        </a:rPr>
                        <a:t>0,76</a:t>
                      </a:r>
                    </a:p>
                  </a:txBody>
                  <a:tcPr marL="91440" marR="91440" marT="27432" marB="27432" anchor="ctr">
                    <a:solidFill>
                      <a:srgbClr val="FFAFAA"/>
                    </a:solidFill>
                  </a:tcPr>
                </a:tc>
              </a:tr>
              <a:tr h="457200">
                <a:tc>
                  <a:txBody>
                    <a:bodyPr/>
                    <a:lstStyle/>
                    <a:p>
                      <a:r>
                        <a:rPr sz="1300" b="0">
                          <a:solidFill>
                            <a:srgbClr val="1E1E1E"/>
                          </a:solidFill>
                        </a:rPr>
                        <a:t>YOLO11n</a:t>
                      </a:r>
                    </a:p>
                  </a:txBody>
                  <a:tcPr marL="91440" marR="91440" marT="27432" marB="27432" anchor="ctr">
                    <a:solidFill>
                      <a:srgbClr val="EEEDED"/>
                    </a:solidFill>
                  </a:tcPr>
                </a:tc>
                <a:tc>
                  <a:txBody>
                    <a:bodyPr/>
                    <a:lstStyle/>
                    <a:p>
                      <a:r>
                        <a:rPr sz="1300" b="0">
                          <a:solidFill>
                            <a:srgbClr val="1E1E1E"/>
                          </a:solidFill>
                        </a:rPr>
                        <a:t>2,9</a:t>
                      </a:r>
                    </a:p>
                  </a:txBody>
                  <a:tcPr marL="91440" marR="91440" marT="27432" marB="27432" anchor="ctr">
                    <a:solidFill>
                      <a:srgbClr val="EEEDED"/>
                    </a:solidFill>
                  </a:tcPr>
                </a:tc>
                <a:tc>
                  <a:txBody>
                    <a:bodyPr/>
                    <a:lstStyle/>
                    <a:p>
                      <a:r>
                        <a:rPr sz="1300" b="0">
                          <a:solidFill>
                            <a:srgbClr val="1E1E1E"/>
                          </a:solidFill>
                        </a:rPr>
                        <a:t>6,2</a:t>
                      </a:r>
                    </a:p>
                  </a:txBody>
                  <a:tcPr marL="91440" marR="91440" marT="27432" marB="27432" anchor="ctr">
                    <a:solidFill>
                      <a:srgbClr val="EEEDED"/>
                    </a:solidFill>
                  </a:tcPr>
                </a:tc>
                <a:tc>
                  <a:txBody>
                    <a:bodyPr/>
                    <a:lstStyle/>
                    <a:p>
                      <a:r>
                        <a:rPr sz="1300" b="0">
                          <a:solidFill>
                            <a:srgbClr val="1E1E1E"/>
                          </a:solidFill>
                        </a:rPr>
                        <a:t>37,6 %</a:t>
                      </a:r>
                    </a:p>
                  </a:txBody>
                  <a:tcPr marL="91440" marR="91440" marT="27432" marB="27432" anchor="ctr">
                    <a:solidFill>
                      <a:srgbClr val="EEEDED"/>
                    </a:solidFill>
                  </a:tcPr>
                </a:tc>
                <a:tc>
                  <a:txBody>
                    <a:bodyPr/>
                    <a:lstStyle/>
                    <a:p>
                      <a:r>
                        <a:rPr sz="1300" b="0">
                          <a:solidFill>
                            <a:srgbClr val="1E1E1E"/>
                          </a:solidFill>
                        </a:rPr>
                        <a:t>0,78</a:t>
                      </a:r>
                    </a:p>
                  </a:txBody>
                  <a:tcPr marL="91440" marR="91440" marT="27432" marB="27432" anchor="ctr">
                    <a:solidFill>
                      <a:srgbClr val="EEEDED"/>
                    </a:solidFill>
                  </a:tcPr>
                </a:tc>
              </a:tr>
              <a:tr h="457200">
                <a:tc>
                  <a:txBody>
                    <a:bodyPr/>
                    <a:lstStyle/>
                    <a:p>
                      <a:r>
                        <a:rPr sz="1300" b="0">
                          <a:solidFill>
                            <a:srgbClr val="1E1E1E"/>
                          </a:solidFill>
                        </a:rPr>
                        <a:t>YOLOv8s</a:t>
                      </a:r>
                    </a:p>
                  </a:txBody>
                  <a:tcPr marL="91440" marR="91440" marT="27432" marB="27432" anchor="ctr">
                    <a:solidFill>
                      <a:srgbClr val="FFFFFF"/>
                    </a:solidFill>
                  </a:tcPr>
                </a:tc>
                <a:tc>
                  <a:txBody>
                    <a:bodyPr/>
                    <a:lstStyle/>
                    <a:p>
                      <a:r>
                        <a:rPr sz="1300" b="0">
                          <a:solidFill>
                            <a:srgbClr val="1E1E1E"/>
                          </a:solidFill>
                        </a:rPr>
                        <a:t>11,6</a:t>
                      </a:r>
                    </a:p>
                  </a:txBody>
                  <a:tcPr marL="91440" marR="91440" marT="27432" marB="27432" anchor="ctr">
                    <a:solidFill>
                      <a:srgbClr val="FFFFFF"/>
                    </a:solidFill>
                  </a:tcPr>
                </a:tc>
                <a:tc>
                  <a:txBody>
                    <a:bodyPr/>
                    <a:lstStyle/>
                    <a:p>
                      <a:r>
                        <a:rPr sz="1300" b="0">
                          <a:solidFill>
                            <a:srgbClr val="1E1E1E"/>
                          </a:solidFill>
                        </a:rPr>
                        <a:t>3,3</a:t>
                      </a:r>
                    </a:p>
                  </a:txBody>
                  <a:tcPr marL="91440" marR="91440" marT="27432" marB="27432" anchor="ctr">
                    <a:solidFill>
                      <a:srgbClr val="FFFFFF"/>
                    </a:solidFill>
                  </a:tcPr>
                </a:tc>
                <a:tc>
                  <a:txBody>
                    <a:bodyPr/>
                    <a:lstStyle/>
                    <a:p>
                      <a:r>
                        <a:rPr sz="1300" b="0">
                          <a:solidFill>
                            <a:srgbClr val="1E1E1E"/>
                          </a:solidFill>
                        </a:rPr>
                        <a:t>35,6 %</a:t>
                      </a:r>
                    </a:p>
                  </a:txBody>
                  <a:tcPr marL="91440" marR="91440" marT="27432" marB="27432" anchor="ctr">
                    <a:solidFill>
                      <a:srgbClr val="FFFFFF"/>
                    </a:solidFill>
                  </a:tcPr>
                </a:tc>
                <a:tc>
                  <a:txBody>
                    <a:bodyPr/>
                    <a:lstStyle/>
                    <a:p>
                      <a:r>
                        <a:rPr sz="1300" b="0">
                          <a:solidFill>
                            <a:srgbClr val="1E1E1E"/>
                          </a:solidFill>
                        </a:rPr>
                        <a:t>0,74</a:t>
                      </a:r>
                    </a:p>
                  </a:txBody>
                  <a:tcPr marL="91440" marR="91440" marT="27432" marB="27432" anchor="ctr">
                    <a:solidFill>
                      <a:srgbClr val="FFFFFF"/>
                    </a:solidFill>
                  </a:tcPr>
                </a:tc>
              </a:tr>
              <a:tr h="457200">
                <a:tc>
                  <a:txBody>
                    <a:bodyPr/>
                    <a:lstStyle/>
                    <a:p>
                      <a:r>
                        <a:rPr sz="1300" b="0">
                          <a:solidFill>
                            <a:srgbClr val="1E1E1E"/>
                          </a:solidFill>
                        </a:rPr>
                        <a:t>MoveNet Lightning</a:t>
                      </a:r>
                    </a:p>
                  </a:txBody>
                  <a:tcPr marL="91440" marR="91440" marT="27432" marB="27432" anchor="ctr">
                    <a:solidFill>
                      <a:srgbClr val="EEEDED"/>
                    </a:solidFill>
                  </a:tcPr>
                </a:tc>
                <a:tc>
                  <a:txBody>
                    <a:bodyPr/>
                    <a:lstStyle/>
                    <a:p>
                      <a:r>
                        <a:rPr sz="1300" b="0">
                          <a:solidFill>
                            <a:srgbClr val="1E1E1E"/>
                          </a:solidFill>
                        </a:rPr>
                        <a:t>—</a:t>
                      </a:r>
                    </a:p>
                  </a:txBody>
                  <a:tcPr marL="91440" marR="91440" marT="27432" marB="27432" anchor="ctr">
                    <a:solidFill>
                      <a:srgbClr val="EEEDED"/>
                    </a:solidFill>
                  </a:tcPr>
                </a:tc>
                <a:tc>
                  <a:txBody>
                    <a:bodyPr/>
                    <a:lstStyle/>
                    <a:p>
                      <a:r>
                        <a:rPr sz="1300" b="0">
                          <a:solidFill>
                            <a:srgbClr val="1E1E1E"/>
                          </a:solidFill>
                        </a:rPr>
                        <a:t>—</a:t>
                      </a:r>
                    </a:p>
                  </a:txBody>
                  <a:tcPr marL="91440" marR="91440" marT="27432" marB="27432" anchor="ctr">
                    <a:solidFill>
                      <a:srgbClr val="EEEDED"/>
                    </a:solidFill>
                  </a:tcPr>
                </a:tc>
                <a:tc>
                  <a:txBody>
                    <a:bodyPr/>
                    <a:lstStyle/>
                    <a:p>
                      <a:r>
                        <a:rPr sz="1300" b="0">
                          <a:solidFill>
                            <a:srgbClr val="1E1E1E"/>
                          </a:solidFill>
                        </a:rPr>
                        <a:t>35-48 %*</a:t>
                      </a:r>
                    </a:p>
                  </a:txBody>
                  <a:tcPr marL="91440" marR="91440" marT="27432" marB="27432" anchor="ctr">
                    <a:solidFill>
                      <a:srgbClr val="EEEDED"/>
                    </a:solidFill>
                  </a:tcPr>
                </a:tc>
                <a:tc>
                  <a:txBody>
                    <a:bodyPr/>
                    <a:lstStyle/>
                    <a:p>
                      <a:r>
                        <a:rPr sz="1300" b="0">
                          <a:solidFill>
                            <a:srgbClr val="1E1E1E"/>
                          </a:solidFill>
                        </a:rPr>
                        <a:t>0,34-0,37*</a:t>
                      </a:r>
                    </a:p>
                  </a:txBody>
                  <a:tcPr marL="91440" marR="91440" marT="27432" marB="27432" anchor="ctr">
                    <a:solidFill>
                      <a:srgbClr val="EEEDED"/>
                    </a:solidFill>
                  </a:tcPr>
                </a:tc>
              </a:tr>
            </a:tbl>
          </a:graphicData>
        </a:graphic>
      </p:graphicFrame>
      <p:sp>
        <p:nvSpPr>
          <p:cNvPr id="6" name="TextBox 5"/>
          <p:cNvSpPr txBox="1"/>
          <p:nvPr/>
        </p:nvSpPr>
        <p:spPr>
          <a:xfrm>
            <a:off x="905256" y="5120640"/>
            <a:ext cx="7223760" cy="1645920"/>
          </a:xfrm>
          <a:prstGeom prst="rect">
            <a:avLst/>
          </a:prstGeom>
          <a:noFill/>
        </p:spPr>
        <p:txBody>
          <a:bodyPr wrap="square" anchor="t" lIns="0" rIns="0" tIns="0" bIns="0">
            <a:spAutoFit/>
          </a:bodyPr>
          <a:lstStyle/>
          <a:p>
            <a:pPr algn="l">
              <a:spcAft>
                <a:spcPts val="500"/>
              </a:spcAft>
            </a:pPr>
            <a:r>
              <a:rPr sz="1300" b="0">
                <a:solidFill>
                  <a:srgbClr val="1E1E1E"/>
                </a:solidFill>
              </a:rPr>
              <a:t>•  Frente a MoveNet: 15 ciclos válidos frente a 3 en el mismo vídeo</a:t>
            </a:r>
          </a:p>
          <a:p>
            <a:pPr algn="l">
              <a:spcAft>
                <a:spcPts val="500"/>
              </a:spcAft>
            </a:pPr>
            <a:r>
              <a:rPr sz="1300" b="0">
                <a:solidFill>
                  <a:srgbClr val="1E1E1E"/>
                </a:solidFill>
              </a:rPr>
              <a:t>•  HRNet (AP 75,5) y ViTPose (80,9): más precisos en COCO, coste elevado en CPU</a:t>
            </a:r>
          </a:p>
        </p:txBody>
      </p:sp>
      <p:sp>
        <p:nvSpPr>
          <p:cNvPr id="7" name="Rectangle 6"/>
          <p:cNvSpPr/>
          <p:nvPr/>
        </p:nvSpPr>
        <p:spPr>
          <a:xfrm>
            <a:off x="8503920" y="2743200"/>
            <a:ext cx="5212080" cy="402336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0" y="2926080"/>
            <a:ext cx="4663440" cy="457200"/>
          </a:xfrm>
          <a:prstGeom prst="rect">
            <a:avLst/>
          </a:prstGeom>
          <a:noFill/>
        </p:spPr>
        <p:txBody>
          <a:bodyPr wrap="square" anchor="t" lIns="0" rIns="0" tIns="0" bIns="0">
            <a:spAutoFit/>
          </a:bodyPr>
          <a:lstStyle/>
          <a:p>
            <a:pPr algn="l">
              <a:spcAft>
                <a:spcPts val="600"/>
              </a:spcAft>
            </a:pPr>
            <a:r>
              <a:rPr sz="1700" b="1">
                <a:solidFill>
                  <a:srgbClr val="FF3228"/>
                </a:solidFill>
              </a:rPr>
              <a:t>Adaptación al agua</a:t>
            </a:r>
          </a:p>
        </p:txBody>
      </p:sp>
      <p:sp>
        <p:nvSpPr>
          <p:cNvPr id="9" name="TextBox 8"/>
          <p:cNvSpPr txBox="1"/>
          <p:nvPr/>
        </p:nvSpPr>
        <p:spPr>
          <a:xfrm>
            <a:off x="8778240" y="3474720"/>
            <a:ext cx="4663440" cy="3200400"/>
          </a:xfrm>
          <a:prstGeom prst="rect">
            <a:avLst/>
          </a:prstGeom>
          <a:noFill/>
        </p:spPr>
        <p:txBody>
          <a:bodyPr wrap="square" anchor="t" lIns="0" rIns="0" tIns="0" bIns="0">
            <a:spAutoFit/>
          </a:bodyPr>
          <a:lstStyle/>
          <a:p>
            <a:pPr algn="l">
              <a:spcAft>
                <a:spcPts val="700"/>
              </a:spcAft>
            </a:pPr>
            <a:r>
              <a:rPr sz="1300" b="0">
                <a:solidFill>
                  <a:srgbClr val="1E1E1E"/>
                </a:solidFill>
              </a:rPr>
              <a:t>•  Giro ±90° del fotograma si detecta mejor (YOLO se entrenó con personas de pie)</a:t>
            </a:r>
          </a:p>
          <a:p>
            <a:pPr algn="l">
              <a:spcAft>
                <a:spcPts val="700"/>
              </a:spcAft>
            </a:pPr>
            <a:r>
              <a:rPr sz="1300" b="0">
                <a:solidFill>
                  <a:srgbClr val="1E1E1E"/>
                </a:solidFill>
              </a:rPr>
              <a:t>•  Filtros anatómicos: tronco girado o vertical, segmentos imposibles, codos &lt; 25°</a:t>
            </a:r>
          </a:p>
          <a:p>
            <a:pPr algn="l">
              <a:spcAft>
                <a:spcPts val="700"/>
              </a:spcAft>
            </a:pPr>
            <a:r>
              <a:rPr sz="1300" b="0">
                <a:solidFill>
                  <a:srgbClr val="1E1E1E"/>
                </a:solidFill>
              </a:rPr>
              <a:t>•  Savitzky-Golay: suaviza sin aplastar los picos (frente a una media móvil)</a:t>
            </a:r>
          </a:p>
          <a:p>
            <a:pPr algn="l">
              <a:spcAft>
                <a:spcPts val="700"/>
              </a:spcAft>
            </a:pPr>
            <a:r>
              <a:rPr sz="1300" b="0">
                <a:solidFill>
                  <a:srgbClr val="1E1E1E"/>
                </a:solidFill>
              </a:rPr>
              <a:t>•  3D con MotionBERT solo de frente: en lateral la rodilla sale a 107° frente a 173° en 2D</a:t>
            </a:r>
          </a:p>
        </p:txBody>
      </p:sp>
      <p:sp>
        <p:nvSpPr>
          <p:cNvPr id="10" name="TextBox 9"/>
          <p:cNvSpPr txBox="1"/>
          <p:nvPr/>
        </p:nvSpPr>
        <p:spPr>
          <a:xfrm>
            <a:off x="905256" y="694944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 MoveNet medido en otra prueba y con GPU (memoria, Tabla 2). AP: precisión media en COCO publicada.</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Contar ciclos en dos vistas</a:t>
            </a:r>
          </a:p>
        </p:txBody>
      </p:sp>
      <p:sp>
        <p:nvSpPr>
          <p:cNvPr id="4" name="Text Placeholder 3"/>
          <p:cNvSpPr>
            <a:spLocks noGrp="1"/>
          </p:cNvSpPr>
          <p:nvPr>
            <p:ph type="body" idx="18" sz="quarter"/>
          </p:nvPr>
        </p:nvSpPr>
        <p:spPr>
          <a:xfrm>
            <a:ext cx="12344400" cy="0"/>
          </a:xfrm>
        </p:spPr>
        <p:txBody>
          <a:bodyPr/>
          <a:lstStyle/>
          <a:p>
            <a:r>
              <a:t>Cada vista usa la señal de brazada que puede ver</a:t>
            </a:r>
          </a:p>
        </p:txBody>
      </p:sp>
      <p:pic>
        <p:nvPicPr>
          <p:cNvPr id="5" name="Picture 4" descr="aaron_brazadas.png"/>
          <p:cNvPicPr>
            <a:picLocks noChangeAspect="1"/>
          </p:cNvPicPr>
          <p:nvPr/>
        </p:nvPicPr>
        <p:blipFill>
          <a:blip r:embed="rId3"/>
          <a:stretch>
            <a:fillRect/>
          </a:stretch>
        </p:blipFill>
        <p:spPr>
          <a:xfrm>
            <a:off x="905256" y="2931566"/>
            <a:ext cx="7680960" cy="2457907"/>
          </a:xfrm>
          <a:prstGeom prst="rect">
            <a:avLst/>
          </a:prstGeom>
        </p:spPr>
      </p:pic>
      <p:sp>
        <p:nvSpPr>
          <p:cNvPr id="6" name="TextBox 5"/>
          <p:cNvSpPr txBox="1"/>
          <p:nvPr/>
        </p:nvSpPr>
        <p:spPr>
          <a:xfrm>
            <a:off x="905256" y="5760720"/>
            <a:ext cx="7680960" cy="1188720"/>
          </a:xfrm>
          <a:prstGeom prst="rect">
            <a:avLst/>
          </a:prstGeom>
          <a:noFill/>
        </p:spPr>
        <p:txBody>
          <a:bodyPr wrap="square" anchor="t" lIns="0" rIns="0" tIns="0" bIns="0">
            <a:spAutoFit/>
          </a:bodyPr>
          <a:lstStyle/>
          <a:p>
            <a:pPr algn="l">
              <a:spcAft>
                <a:spcPts val="600"/>
              </a:spcAft>
            </a:pPr>
            <a:r>
              <a:rPr sz="1300" b="1">
                <a:solidFill>
                  <a:srgbClr val="1E1E1E"/>
                </a:solidFill>
              </a:rPr>
              <a:t>Lateral: </a:t>
            </a:r>
            <a:r>
              <a:rPr sz="1300" b="0">
                <a:solidFill>
                  <a:srgbClr val="1E1E1E"/>
                </a:solidFill>
              </a:rPr>
              <a:t>profundidad de la mano más profunda (YOLO copia el brazo oculto); cada pico, una brazada.</a:t>
            </a:r>
          </a:p>
          <a:p>
            <a:pPr algn="l">
              <a:spcAft>
                <a:spcPts val="600"/>
              </a:spcAft>
            </a:pPr>
            <a:r>
              <a:rPr sz="1300" b="1">
                <a:solidFill>
                  <a:srgbClr val="1E1E1E"/>
                </a:solidFill>
              </a:rPr>
              <a:t>Frontal: </a:t>
            </a:r>
            <a:r>
              <a:rPr sz="1300" b="0">
                <a:solidFill>
                  <a:srgbClr val="1E1E1E"/>
                </a:solidFill>
              </a:rPr>
              <a:t>recorrido de la muñeca en su dirección principal (PCA), en anchos de hombros.</a:t>
            </a:r>
          </a:p>
        </p:txBody>
      </p:sp>
      <p:graphicFrame>
        <p:nvGraphicFramePr>
          <p:cNvPr id="7" name="Table 6"/>
          <p:cNvGraphicFramePr>
            <a:graphicFrameLocks noGrp="1"/>
          </p:cNvGraphicFramePr>
          <p:nvPr/>
        </p:nvGraphicFramePr>
        <p:xfrm>
          <a:off x="8961120" y="2743200"/>
          <a:ext cx="4754880" cy="1828800"/>
        </p:xfrm>
        <a:graphic>
          <a:graphicData uri="http://schemas.openxmlformats.org/drawingml/2006/table">
            <a:tbl>
              <a:tblPr firstRow="1" bandRow="1">
                <a:tableStyleId>{5C22544A-7EE6-4342-B048-85BDC9FD1C3A}</a:tableStyleId>
              </a:tblPr>
              <a:tblGrid>
                <a:gridCol w="1920240"/>
                <a:gridCol w="868680"/>
                <a:gridCol w="1005840"/>
                <a:gridCol w="960120"/>
              </a:tblGrid>
              <a:tr h="457200">
                <a:tc>
                  <a:txBody>
                    <a:bodyPr/>
                    <a:lstStyle/>
                    <a:p>
                      <a:r>
                        <a:rPr sz="1100" b="1">
                          <a:solidFill>
                            <a:srgbClr val="FFFFFF"/>
                          </a:solidFill>
                        </a:rPr>
                        <a:t>Secuencia (P1, crol)</a:t>
                      </a:r>
                    </a:p>
                  </a:txBody>
                  <a:tcPr marL="91440" marR="91440" marT="27432" marB="27432" anchor="ctr">
                    <a:solidFill>
                      <a:srgbClr val="FF3228"/>
                    </a:solidFill>
                  </a:tcPr>
                </a:tc>
                <a:tc>
                  <a:txBody>
                    <a:bodyPr/>
                    <a:lstStyle/>
                    <a:p>
                      <a:r>
                        <a:rPr sz="1100" b="1">
                          <a:solidFill>
                            <a:srgbClr val="FFFFFF"/>
                          </a:solidFill>
                        </a:rPr>
                        <a:t>Manual</a:t>
                      </a:r>
                    </a:p>
                  </a:txBody>
                  <a:tcPr marL="91440" marR="91440" marT="27432" marB="27432" anchor="ctr">
                    <a:solidFill>
                      <a:srgbClr val="FF3228"/>
                    </a:solidFill>
                  </a:tcPr>
                </a:tc>
                <a:tc>
                  <a:txBody>
                    <a:bodyPr/>
                    <a:lstStyle/>
                    <a:p>
                      <a:r>
                        <a:rPr sz="1100" b="1">
                          <a:solidFill>
                            <a:srgbClr val="FFFFFF"/>
                          </a:solidFill>
                        </a:rPr>
                        <a:t>Sistema</a:t>
                      </a:r>
                    </a:p>
                  </a:txBody>
                  <a:tcPr marL="91440" marR="91440" marT="27432" marB="27432" anchor="ctr">
                    <a:solidFill>
                      <a:srgbClr val="FF3228"/>
                    </a:solidFill>
                  </a:tcPr>
                </a:tc>
                <a:tc>
                  <a:txBody>
                    <a:bodyPr/>
                    <a:lstStyle/>
                    <a:p>
                      <a:r>
                        <a:rPr sz="1100" b="1">
                          <a:solidFill>
                            <a:srgbClr val="FFFFFF"/>
                          </a:solidFill>
                        </a:rPr>
                        <a:t>Error</a:t>
                      </a:r>
                    </a:p>
                  </a:txBody>
                  <a:tcPr marL="91440" marR="91440" marT="27432" marB="27432" anchor="ctr">
                    <a:solidFill>
                      <a:srgbClr val="FF3228"/>
                    </a:solidFill>
                  </a:tcPr>
                </a:tc>
              </a:tr>
              <a:tr h="457200">
                <a:tc>
                  <a:txBody>
                    <a:bodyPr/>
                    <a:lstStyle/>
                    <a:p>
                      <a:r>
                        <a:rPr sz="1100" b="0">
                          <a:solidFill>
                            <a:srgbClr val="1E1E1E"/>
                          </a:solidFill>
                        </a:rPr>
                        <a:t>GX011614 · lateral</a:t>
                      </a:r>
                    </a:p>
                  </a:txBody>
                  <a:tcPr marL="91440" marR="91440" marT="27432" marB="27432" anchor="ctr">
                    <a:solidFill>
                      <a:srgbClr val="FFFFFF"/>
                    </a:solidFill>
                  </a:tcPr>
                </a:tc>
                <a:tc>
                  <a:txBody>
                    <a:bodyPr/>
                    <a:lstStyle/>
                    <a:p>
                      <a:r>
                        <a:rPr sz="1100" b="0">
                          <a:solidFill>
                            <a:srgbClr val="1E1E1E"/>
                          </a:solidFill>
                        </a:rPr>
                        <a:t>54,0</a:t>
                      </a:r>
                    </a:p>
                  </a:txBody>
                  <a:tcPr marL="91440" marR="91440" marT="27432" marB="27432" anchor="ctr">
                    <a:solidFill>
                      <a:srgbClr val="FFFFFF"/>
                    </a:solidFill>
                  </a:tcPr>
                </a:tc>
                <a:tc>
                  <a:txBody>
                    <a:bodyPr/>
                    <a:lstStyle/>
                    <a:p>
                      <a:r>
                        <a:rPr sz="1100" b="0">
                          <a:solidFill>
                            <a:srgbClr val="1E1E1E"/>
                          </a:solidFill>
                        </a:rPr>
                        <a:t>50,5</a:t>
                      </a:r>
                    </a:p>
                  </a:txBody>
                  <a:tcPr marL="91440" marR="91440" marT="27432" marB="27432" anchor="ctr">
                    <a:solidFill>
                      <a:srgbClr val="FFFFFF"/>
                    </a:solidFill>
                  </a:tcPr>
                </a:tc>
                <a:tc>
                  <a:txBody>
                    <a:bodyPr/>
                    <a:lstStyle/>
                    <a:p>
                      <a:r>
                        <a:rPr sz="1100" b="0">
                          <a:solidFill>
                            <a:srgbClr val="1E1E1E"/>
                          </a:solidFill>
                        </a:rPr>
                        <a:t>−6,5 %</a:t>
                      </a:r>
                    </a:p>
                  </a:txBody>
                  <a:tcPr marL="91440" marR="91440" marT="27432" marB="27432" anchor="ctr">
                    <a:solidFill>
                      <a:srgbClr val="FFFFFF"/>
                    </a:solidFill>
                  </a:tcPr>
                </a:tc>
              </a:tr>
              <a:tr h="457200">
                <a:tc>
                  <a:txBody>
                    <a:bodyPr/>
                    <a:lstStyle/>
                    <a:p>
                      <a:r>
                        <a:rPr sz="1100" b="0">
                          <a:solidFill>
                            <a:srgbClr val="1E1E1E"/>
                          </a:solidFill>
                        </a:rPr>
                        <a:t>IMG_7207 · frontal</a:t>
                      </a:r>
                    </a:p>
                  </a:txBody>
                  <a:tcPr marL="91440" marR="91440" marT="27432" marB="27432" anchor="ctr">
                    <a:solidFill>
                      <a:srgbClr val="EEEDED"/>
                    </a:solidFill>
                  </a:tcPr>
                </a:tc>
                <a:tc>
                  <a:txBody>
                    <a:bodyPr/>
                    <a:lstStyle/>
                    <a:p>
                      <a:r>
                        <a:rPr sz="1100" b="0">
                          <a:solidFill>
                            <a:srgbClr val="1E1E1E"/>
                          </a:solidFill>
                        </a:rPr>
                        <a:t>80,0</a:t>
                      </a:r>
                    </a:p>
                  </a:txBody>
                  <a:tcPr marL="91440" marR="91440" marT="27432" marB="27432" anchor="ctr">
                    <a:solidFill>
                      <a:srgbClr val="EEEDED"/>
                    </a:solidFill>
                  </a:tcPr>
                </a:tc>
                <a:tc>
                  <a:txBody>
                    <a:bodyPr/>
                    <a:lstStyle/>
                    <a:p>
                      <a:r>
                        <a:rPr sz="1100" b="0">
                          <a:solidFill>
                            <a:srgbClr val="1E1E1E"/>
                          </a:solidFill>
                        </a:rPr>
                        <a:t>73,9</a:t>
                      </a:r>
                    </a:p>
                  </a:txBody>
                  <a:tcPr marL="91440" marR="91440" marT="27432" marB="27432" anchor="ctr">
                    <a:solidFill>
                      <a:srgbClr val="EEEDED"/>
                    </a:solidFill>
                  </a:tcPr>
                </a:tc>
                <a:tc>
                  <a:txBody>
                    <a:bodyPr/>
                    <a:lstStyle/>
                    <a:p>
                      <a:r>
                        <a:rPr sz="1100" b="0">
                          <a:solidFill>
                            <a:srgbClr val="1E1E1E"/>
                          </a:solidFill>
                        </a:rPr>
                        <a:t>−7,6 %</a:t>
                      </a:r>
                    </a:p>
                  </a:txBody>
                  <a:tcPr marL="91440" marR="91440" marT="27432" marB="27432" anchor="ctr">
                    <a:solidFill>
                      <a:srgbClr val="EEEDED"/>
                    </a:solidFill>
                  </a:tcPr>
                </a:tc>
              </a:tr>
              <a:tr h="457200">
                <a:tc>
                  <a:txBody>
                    <a:bodyPr/>
                    <a:lstStyle/>
                    <a:p>
                      <a:r>
                        <a:rPr sz="1100" b="0">
                          <a:solidFill>
                            <a:srgbClr val="1E1E1E"/>
                          </a:solidFill>
                        </a:rPr>
                        <a:t>IMG_7215 · frontal</a:t>
                      </a:r>
                    </a:p>
                  </a:txBody>
                  <a:tcPr marL="91440" marR="91440" marT="27432" marB="27432" anchor="ctr">
                    <a:solidFill>
                      <a:srgbClr val="FFFFFF"/>
                    </a:solidFill>
                  </a:tcPr>
                </a:tc>
                <a:tc>
                  <a:txBody>
                    <a:bodyPr/>
                    <a:lstStyle/>
                    <a:p>
                      <a:r>
                        <a:rPr sz="1100" b="0">
                          <a:solidFill>
                            <a:srgbClr val="1E1E1E"/>
                          </a:solidFill>
                        </a:rPr>
                        <a:t>51,1</a:t>
                      </a:r>
                    </a:p>
                  </a:txBody>
                  <a:tcPr marL="91440" marR="91440" marT="27432" marB="27432" anchor="ctr">
                    <a:solidFill>
                      <a:srgbClr val="FFFFFF"/>
                    </a:solidFill>
                  </a:tcPr>
                </a:tc>
                <a:tc>
                  <a:txBody>
                    <a:bodyPr/>
                    <a:lstStyle/>
                    <a:p>
                      <a:r>
                        <a:rPr sz="1100" b="0">
                          <a:solidFill>
                            <a:srgbClr val="1E1E1E"/>
                          </a:solidFill>
                        </a:rPr>
                        <a:t>55,2</a:t>
                      </a:r>
                    </a:p>
                  </a:txBody>
                  <a:tcPr marL="91440" marR="91440" marT="27432" marB="27432" anchor="ctr">
                    <a:solidFill>
                      <a:srgbClr val="FFFFFF"/>
                    </a:solidFill>
                  </a:tcPr>
                </a:tc>
                <a:tc>
                  <a:txBody>
                    <a:bodyPr/>
                    <a:lstStyle/>
                    <a:p>
                      <a:r>
                        <a:rPr sz="1100" b="0">
                          <a:solidFill>
                            <a:srgbClr val="1E1E1E"/>
                          </a:solidFill>
                        </a:rPr>
                        <a:t>+8,2 %</a:t>
                      </a:r>
                    </a:p>
                  </a:txBody>
                  <a:tcPr marL="91440" marR="91440" marT="27432" marB="27432" anchor="ctr">
                    <a:solidFill>
                      <a:srgbClr val="FFFFFF"/>
                    </a:solidFill>
                  </a:tcPr>
                </a:tc>
              </a:tr>
            </a:tbl>
          </a:graphicData>
        </a:graphic>
      </p:graphicFrame>
      <p:sp>
        <p:nvSpPr>
          <p:cNvPr id="8" name="TextBox 7"/>
          <p:cNvSpPr txBox="1"/>
          <p:nvPr/>
        </p:nvSpPr>
        <p:spPr>
          <a:xfrm>
            <a:off x="8961120" y="4663440"/>
            <a:ext cx="4754880" cy="365760"/>
          </a:xfrm>
          <a:prstGeom prst="rect">
            <a:avLst/>
          </a:prstGeom>
          <a:noFill/>
        </p:spPr>
        <p:txBody>
          <a:bodyPr wrap="square" anchor="t" lIns="0" rIns="0" tIns="0" bIns="0">
            <a:spAutoFit/>
          </a:bodyPr>
          <a:lstStyle/>
          <a:p>
            <a:pPr algn="l">
              <a:spcAft>
                <a:spcPts val="600"/>
              </a:spcAft>
            </a:pPr>
            <a:r>
              <a:rPr sz="1100" b="0">
                <a:solidFill>
                  <a:srgbClr val="504B4B"/>
                </a:solidFill>
              </a:rPr>
              <a:t>Frecuencia (ciclos/min) frente al conteo manual</a:t>
            </a:r>
          </a:p>
        </p:txBody>
      </p:sp>
      <p:sp>
        <p:nvSpPr>
          <p:cNvPr id="9" name="Rectangle 8"/>
          <p:cNvSpPr/>
          <p:nvPr/>
        </p:nvSpPr>
        <p:spPr>
          <a:xfrm>
            <a:off x="8961120" y="5166360"/>
            <a:ext cx="4754880" cy="16002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89720" y="5166360"/>
            <a:ext cx="4297680" cy="1600200"/>
          </a:xfrm>
          <a:prstGeom prst="rect">
            <a:avLst/>
          </a:prstGeom>
          <a:noFill/>
        </p:spPr>
        <p:txBody>
          <a:bodyPr wrap="square" anchor="ctr" lIns="0" rIns="0" tIns="0" bIns="0">
            <a:spAutoFit/>
          </a:bodyPr>
          <a:lstStyle/>
          <a:p>
            <a:pPr algn="l">
              <a:spcAft>
                <a:spcPts val="600"/>
              </a:spcAft>
            </a:pPr>
            <a:r>
              <a:rPr sz="1300" b="1">
                <a:solidFill>
                  <a:srgbClr val="FF3228"/>
                </a:solidFill>
              </a:rPr>
              <a:t>Vista automática: </a:t>
            </a:r>
            <a:r>
              <a:rPr sz="1300" b="0">
                <a:solidFill>
                  <a:srgbClr val="FFFFFF"/>
                </a:solidFill>
              </a:rPr>
              <a:t>tramo frontal si ≥ 65 % de fotogramas con el tronco a &gt; 55° de la horizontal.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Fatiga con Isolation Forest</a:t>
            </a:r>
          </a:p>
        </p:txBody>
      </p:sp>
      <p:sp>
        <p:nvSpPr>
          <p:cNvPr id="4" name="Text Placeholder 3"/>
          <p:cNvSpPr>
            <a:spLocks noGrp="1"/>
          </p:cNvSpPr>
          <p:nvPr>
            <p:ph type="body" idx="18" sz="quarter"/>
          </p:nvPr>
        </p:nvSpPr>
        <p:spPr>
          <a:xfrm>
            <a:ext cx="12344400" cy="0"/>
          </a:xfrm>
        </p:spPr>
        <p:txBody>
          <a:bodyPr/>
          <a:lstStyle/>
          <a:p>
            <a:r>
              <a:t>Sin etiquetas: cuánto se aparta cada ciclo del nadador fresco</a:t>
            </a:r>
          </a:p>
        </p:txBody>
      </p:sp>
      <p:sp>
        <p:nvSpPr>
          <p:cNvPr id="5" name="Rectangle 4"/>
          <p:cNvSpPr/>
          <p:nvPr/>
        </p:nvSpPr>
        <p:spPr>
          <a:xfrm>
            <a:off x="905256" y="2743200"/>
            <a:ext cx="5486400" cy="96012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43000" y="2743200"/>
            <a:ext cx="5029200" cy="960120"/>
          </a:xfrm>
          <a:prstGeom prst="rect">
            <a:avLst/>
          </a:prstGeom>
          <a:noFill/>
        </p:spPr>
        <p:txBody>
          <a:bodyPr wrap="square" anchor="ctr" lIns="0" rIns="0" tIns="0" bIns="0">
            <a:spAutoFit/>
          </a:bodyPr>
          <a:lstStyle/>
          <a:p>
            <a:pPr algn="l">
              <a:spcAft>
                <a:spcPts val="600"/>
              </a:spcAft>
            </a:pPr>
            <a:r>
              <a:rPr sz="1300" b="1">
                <a:solidFill>
                  <a:srgbClr val="504B4B"/>
                </a:solidFill>
              </a:rPr>
              <a:t>Descartada: red recurrente supervisada. </a:t>
            </a:r>
            <a:r>
              <a:rPr sz="1300" b="0">
                <a:solidFill>
                  <a:srgbClr val="1E1E1E"/>
                </a:solidFill>
              </a:rPr>
              <a:t>Necesita ciclos etiquetados como fatigados: no existen.</a:t>
            </a:r>
          </a:p>
        </p:txBody>
      </p:sp>
      <p:sp>
        <p:nvSpPr>
          <p:cNvPr id="7" name="Rectangle 6"/>
          <p:cNvSpPr/>
          <p:nvPr/>
        </p:nvSpPr>
        <p:spPr>
          <a:xfrm>
            <a:off x="905256" y="3886200"/>
            <a:ext cx="594360" cy="59436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3886200"/>
            <a:ext cx="594360" cy="594360"/>
          </a:xfrm>
          <a:prstGeom prst="rect">
            <a:avLst/>
          </a:prstGeom>
          <a:noFill/>
        </p:spPr>
        <p:txBody>
          <a:bodyPr wrap="square" anchor="ctr" lIns="0" rIns="0" tIns="0" bIns="0">
            <a:spAutoFit/>
          </a:bodyPr>
          <a:lstStyle/>
          <a:p>
            <a:pPr algn="ctr">
              <a:spcAft>
                <a:spcPts val="600"/>
              </a:spcAft>
            </a:pPr>
            <a:r>
              <a:rPr sz="2000" b="1">
                <a:solidFill>
                  <a:srgbClr val="FFFFFF"/>
                </a:solidFill>
              </a:rPr>
              <a:t>1</a:t>
            </a:r>
          </a:p>
        </p:txBody>
      </p:sp>
      <p:sp>
        <p:nvSpPr>
          <p:cNvPr id="9" name="TextBox 8"/>
          <p:cNvSpPr txBox="1"/>
          <p:nvPr/>
        </p:nvSpPr>
        <p:spPr>
          <a:xfrm>
            <a:off x="1645920" y="3867912"/>
            <a:ext cx="4754880" cy="320040"/>
          </a:xfrm>
          <a:prstGeom prst="rect">
            <a:avLst/>
          </a:prstGeom>
          <a:noFill/>
        </p:spPr>
        <p:txBody>
          <a:bodyPr wrap="square" anchor="t" lIns="0" rIns="0" tIns="0" bIns="0">
            <a:spAutoFit/>
          </a:bodyPr>
          <a:lstStyle/>
          <a:p>
            <a:pPr algn="l">
              <a:spcAft>
                <a:spcPts val="600"/>
              </a:spcAft>
            </a:pPr>
            <a:r>
              <a:rPr sz="1400" b="1">
                <a:solidFill>
                  <a:srgbClr val="1E1E1E"/>
                </a:solidFill>
              </a:rPr>
              <a:t>Fase fresca</a:t>
            </a:r>
          </a:p>
        </p:txBody>
      </p:sp>
      <p:sp>
        <p:nvSpPr>
          <p:cNvPr id="10" name="TextBox 9"/>
          <p:cNvSpPr txBox="1"/>
          <p:nvPr/>
        </p:nvSpPr>
        <p:spPr>
          <a:xfrm>
            <a:off x="1645920" y="4187952"/>
            <a:ext cx="4754880" cy="411480"/>
          </a:xfrm>
          <a:prstGeom prst="rect">
            <a:avLst/>
          </a:prstGeom>
          <a:noFill/>
        </p:spPr>
        <p:txBody>
          <a:bodyPr wrap="square" anchor="t" lIns="0" rIns="0" tIns="0" bIns="0">
            <a:spAutoFit/>
          </a:bodyPr>
          <a:lstStyle/>
          <a:p>
            <a:pPr algn="l">
              <a:spcAft>
                <a:spcPts val="600"/>
              </a:spcAft>
            </a:pPr>
            <a:r>
              <a:rPr sz="1200" b="0">
                <a:solidFill>
                  <a:srgbClr val="504B4B"/>
                </a:solidFill>
              </a:rPr>
              <a:t>Primer 30 % de los ciclos (mín. 5); variables estandarizadas con ella</a:t>
            </a:r>
          </a:p>
        </p:txBody>
      </p:sp>
      <p:sp>
        <p:nvSpPr>
          <p:cNvPr id="11" name="Rectangle 10"/>
          <p:cNvSpPr/>
          <p:nvPr/>
        </p:nvSpPr>
        <p:spPr>
          <a:xfrm>
            <a:off x="905256" y="4645152"/>
            <a:ext cx="594360" cy="59436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4645152"/>
            <a:ext cx="594360" cy="594360"/>
          </a:xfrm>
          <a:prstGeom prst="rect">
            <a:avLst/>
          </a:prstGeom>
          <a:noFill/>
        </p:spPr>
        <p:txBody>
          <a:bodyPr wrap="square" anchor="ctr" lIns="0" rIns="0" tIns="0" bIns="0">
            <a:spAutoFit/>
          </a:bodyPr>
          <a:lstStyle/>
          <a:p>
            <a:pPr algn="ctr">
              <a:spcAft>
                <a:spcPts val="600"/>
              </a:spcAft>
            </a:pPr>
            <a:r>
              <a:rPr sz="2000" b="1">
                <a:solidFill>
                  <a:srgbClr val="FFFFFF"/>
                </a:solidFill>
              </a:rPr>
              <a:t>2</a:t>
            </a:r>
          </a:p>
        </p:txBody>
      </p:sp>
      <p:sp>
        <p:nvSpPr>
          <p:cNvPr id="13" name="TextBox 12"/>
          <p:cNvSpPr txBox="1"/>
          <p:nvPr/>
        </p:nvSpPr>
        <p:spPr>
          <a:xfrm>
            <a:off x="1645920" y="4626864"/>
            <a:ext cx="4754880" cy="320040"/>
          </a:xfrm>
          <a:prstGeom prst="rect">
            <a:avLst/>
          </a:prstGeom>
          <a:noFill/>
        </p:spPr>
        <p:txBody>
          <a:bodyPr wrap="square" anchor="t" lIns="0" rIns="0" tIns="0" bIns="0">
            <a:spAutoFit/>
          </a:bodyPr>
          <a:lstStyle/>
          <a:p>
            <a:pPr algn="l">
              <a:spcAft>
                <a:spcPts val="600"/>
              </a:spcAft>
            </a:pPr>
            <a:r>
              <a:rPr sz="1400" b="1">
                <a:solidFill>
                  <a:srgbClr val="1E1E1E"/>
                </a:solidFill>
              </a:rPr>
              <a:t>Isolation Forest</a:t>
            </a:r>
          </a:p>
        </p:txBody>
      </p:sp>
      <p:sp>
        <p:nvSpPr>
          <p:cNvPr id="14" name="TextBox 13"/>
          <p:cNvSpPr txBox="1"/>
          <p:nvPr/>
        </p:nvSpPr>
        <p:spPr>
          <a:xfrm>
            <a:off x="1645920" y="4946904"/>
            <a:ext cx="4754880" cy="411480"/>
          </a:xfrm>
          <a:prstGeom prst="rect">
            <a:avLst/>
          </a:prstGeom>
          <a:noFill/>
        </p:spPr>
        <p:txBody>
          <a:bodyPr wrap="square" anchor="t" lIns="0" rIns="0" tIns="0" bIns="0">
            <a:spAutoFit/>
          </a:bodyPr>
          <a:lstStyle/>
          <a:p>
            <a:pPr algn="l">
              <a:spcAft>
                <a:spcPts val="600"/>
              </a:spcAft>
            </a:pPr>
            <a:r>
              <a:rPr sz="1200" b="0">
                <a:solidFill>
                  <a:srgbClr val="504B4B"/>
                </a:solidFill>
              </a:rPr>
              <a:t>500 árboles; lo anómalo se aísla con menos cortes aleatorios</a:t>
            </a:r>
          </a:p>
        </p:txBody>
      </p:sp>
      <p:sp>
        <p:nvSpPr>
          <p:cNvPr id="15" name="Rectangle 14"/>
          <p:cNvSpPr/>
          <p:nvPr/>
        </p:nvSpPr>
        <p:spPr>
          <a:xfrm>
            <a:off x="905256" y="5404104"/>
            <a:ext cx="594360" cy="59436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5404104"/>
            <a:ext cx="594360" cy="594360"/>
          </a:xfrm>
          <a:prstGeom prst="rect">
            <a:avLst/>
          </a:prstGeom>
          <a:noFill/>
        </p:spPr>
        <p:txBody>
          <a:bodyPr wrap="square" anchor="ctr" lIns="0" rIns="0" tIns="0" bIns="0">
            <a:spAutoFit/>
          </a:bodyPr>
          <a:lstStyle/>
          <a:p>
            <a:pPr algn="ctr">
              <a:spcAft>
                <a:spcPts val="600"/>
              </a:spcAft>
            </a:pPr>
            <a:r>
              <a:rPr sz="2000" b="1">
                <a:solidFill>
                  <a:srgbClr val="FFFFFF"/>
                </a:solidFill>
              </a:rPr>
              <a:t>3</a:t>
            </a:r>
          </a:p>
        </p:txBody>
      </p:sp>
      <p:sp>
        <p:nvSpPr>
          <p:cNvPr id="17" name="TextBox 16"/>
          <p:cNvSpPr txBox="1"/>
          <p:nvPr/>
        </p:nvSpPr>
        <p:spPr>
          <a:xfrm>
            <a:off x="1645920" y="5385816"/>
            <a:ext cx="4754880" cy="320040"/>
          </a:xfrm>
          <a:prstGeom prst="rect">
            <a:avLst/>
          </a:prstGeom>
          <a:noFill/>
        </p:spPr>
        <p:txBody>
          <a:bodyPr wrap="square" anchor="t" lIns="0" rIns="0" tIns="0" bIns="0">
            <a:spAutoFit/>
          </a:bodyPr>
          <a:lstStyle/>
          <a:p>
            <a:pPr algn="l">
              <a:spcAft>
                <a:spcPts val="600"/>
              </a:spcAft>
            </a:pPr>
            <a:r>
              <a:rPr sz="1400" b="1">
                <a:solidFill>
                  <a:srgbClr val="1E1E1E"/>
                </a:solidFill>
              </a:rPr>
              <a:t>Inicio</a:t>
            </a:r>
          </a:p>
        </p:txBody>
      </p:sp>
      <p:sp>
        <p:nvSpPr>
          <p:cNvPr id="18" name="TextBox 17"/>
          <p:cNvSpPr txBox="1"/>
          <p:nvPr/>
        </p:nvSpPr>
        <p:spPr>
          <a:xfrm>
            <a:off x="1645920" y="5705856"/>
            <a:ext cx="4754880" cy="411480"/>
          </a:xfrm>
          <a:prstGeom prst="rect">
            <a:avLst/>
          </a:prstGeom>
          <a:noFill/>
        </p:spPr>
        <p:txBody>
          <a:bodyPr wrap="square" anchor="t" lIns="0" rIns="0" tIns="0" bIns="0">
            <a:spAutoFit/>
          </a:bodyPr>
          <a:lstStyle/>
          <a:p>
            <a:pPr algn="l">
              <a:spcAft>
                <a:spcPts val="600"/>
              </a:spcAft>
            </a:pPr>
            <a:r>
              <a:rPr sz="1200" b="0">
                <a:solidFill>
                  <a:srgbClr val="504B4B"/>
                </a:solidFill>
              </a:rPr>
              <a:t>3 ciclos seguidos sobre el percentil 95 fresco; PELT de contraste</a:t>
            </a:r>
          </a:p>
        </p:txBody>
      </p:sp>
      <p:sp>
        <p:nvSpPr>
          <p:cNvPr id="19" name="Rectangle 18"/>
          <p:cNvSpPr/>
          <p:nvPr/>
        </p:nvSpPr>
        <p:spPr>
          <a:xfrm>
            <a:off x="905256" y="6163056"/>
            <a:ext cx="594360" cy="59436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6163056"/>
            <a:ext cx="594360" cy="594360"/>
          </a:xfrm>
          <a:prstGeom prst="rect">
            <a:avLst/>
          </a:prstGeom>
          <a:noFill/>
        </p:spPr>
        <p:txBody>
          <a:bodyPr wrap="square" anchor="ctr" lIns="0" rIns="0" tIns="0" bIns="0">
            <a:spAutoFit/>
          </a:bodyPr>
          <a:lstStyle/>
          <a:p>
            <a:pPr algn="ctr">
              <a:spcAft>
                <a:spcPts val="600"/>
              </a:spcAft>
            </a:pPr>
            <a:r>
              <a:rPr sz="2000" b="1">
                <a:solidFill>
                  <a:srgbClr val="FFFFFF"/>
                </a:solidFill>
              </a:rPr>
              <a:t>4</a:t>
            </a:r>
          </a:p>
        </p:txBody>
      </p:sp>
      <p:sp>
        <p:nvSpPr>
          <p:cNvPr id="21" name="TextBox 20"/>
          <p:cNvSpPr txBox="1"/>
          <p:nvPr/>
        </p:nvSpPr>
        <p:spPr>
          <a:xfrm>
            <a:off x="1645920" y="6144768"/>
            <a:ext cx="4754880" cy="320040"/>
          </a:xfrm>
          <a:prstGeom prst="rect">
            <a:avLst/>
          </a:prstGeom>
          <a:noFill/>
        </p:spPr>
        <p:txBody>
          <a:bodyPr wrap="square" anchor="t" lIns="0" rIns="0" tIns="0" bIns="0">
            <a:spAutoFit/>
          </a:bodyPr>
          <a:lstStyle/>
          <a:p>
            <a:pPr algn="l">
              <a:spcAft>
                <a:spcPts val="600"/>
              </a:spcAft>
            </a:pPr>
            <a:r>
              <a:rPr sz="1400" b="1">
                <a:solidFill>
                  <a:srgbClr val="1E1E1E"/>
                </a:solidFill>
              </a:rPr>
              <a:t>TreeSHAP</a:t>
            </a:r>
          </a:p>
        </p:txBody>
      </p:sp>
      <p:sp>
        <p:nvSpPr>
          <p:cNvPr id="22" name="TextBox 21"/>
          <p:cNvSpPr txBox="1"/>
          <p:nvPr/>
        </p:nvSpPr>
        <p:spPr>
          <a:xfrm>
            <a:off x="1645920" y="6464808"/>
            <a:ext cx="4754880" cy="411480"/>
          </a:xfrm>
          <a:prstGeom prst="rect">
            <a:avLst/>
          </a:prstGeom>
          <a:noFill/>
        </p:spPr>
        <p:txBody>
          <a:bodyPr wrap="square" anchor="t" lIns="0" rIns="0" tIns="0" bIns="0">
            <a:spAutoFit/>
          </a:bodyPr>
          <a:lstStyle/>
          <a:p>
            <a:pPr algn="l">
              <a:spcAft>
                <a:spcPts val="600"/>
              </a:spcAft>
            </a:pPr>
            <a:r>
              <a:rPr sz="1200" b="0">
                <a:solidFill>
                  <a:srgbClr val="504B4B"/>
                </a:solidFill>
              </a:rPr>
              <a:t>Qué variable acerca cada ciclo a la fatiga</a:t>
            </a:r>
          </a:p>
        </p:txBody>
      </p:sp>
      <p:pic>
        <p:nvPicPr>
          <p:cNvPr id="23" name="Picture 22" descr="sintetico_fatiga_timeline.png"/>
          <p:cNvPicPr>
            <a:picLocks noChangeAspect="1"/>
          </p:cNvPicPr>
          <p:nvPr/>
        </p:nvPicPr>
        <p:blipFill>
          <a:blip r:embed="rId3"/>
          <a:stretch>
            <a:fillRect/>
          </a:stretch>
        </p:blipFill>
        <p:spPr>
          <a:xfrm>
            <a:off x="6903720" y="2697480"/>
            <a:ext cx="6583680" cy="3291840"/>
          </a:xfrm>
          <a:prstGeom prst="rect">
            <a:avLst/>
          </a:prstGeom>
        </p:spPr>
      </p:pic>
      <p:graphicFrame>
        <p:nvGraphicFramePr>
          <p:cNvPr id="24" name="Table 23"/>
          <p:cNvGraphicFramePr>
            <a:graphicFrameLocks noGrp="1"/>
          </p:cNvGraphicFramePr>
          <p:nvPr/>
        </p:nvGraphicFramePr>
        <p:xfrm>
          <a:off x="6675120" y="6035040"/>
          <a:ext cx="7040880" cy="731520"/>
        </p:xfrm>
        <a:graphic>
          <a:graphicData uri="http://schemas.openxmlformats.org/drawingml/2006/table">
            <a:tbl>
              <a:tblPr firstRow="1" bandRow="1">
                <a:tableStyleId>{5C22544A-7EE6-4342-B048-85BDC9FD1C3A}</a:tableStyleId>
              </a:tblPr>
              <a:tblGrid>
                <a:gridCol w="1463040"/>
                <a:gridCol w="1828800"/>
                <a:gridCol w="1737360"/>
                <a:gridCol w="2011680"/>
              </a:tblGrid>
              <a:tr h="365760">
                <a:tc>
                  <a:txBody>
                    <a:bodyPr/>
                    <a:lstStyle/>
                    <a:p>
                      <a:r>
                        <a:rPr sz="1100" b="1">
                          <a:solidFill>
                            <a:srgbClr val="FFFFFF"/>
                          </a:solidFill>
                        </a:rPr>
                        <a:t>Percentil</a:t>
                      </a:r>
                    </a:p>
                  </a:txBody>
                  <a:tcPr marL="91440" marR="91440" marT="27432" marB="27432" anchor="ctr">
                    <a:solidFill>
                      <a:srgbClr val="FF3228"/>
                    </a:solidFill>
                  </a:tcPr>
                </a:tc>
                <a:tc>
                  <a:txBody>
                    <a:bodyPr/>
                    <a:lstStyle/>
                    <a:p>
                      <a:r>
                        <a:rPr sz="1100" b="1">
                          <a:solidFill>
                            <a:srgbClr val="FFFFFF"/>
                          </a:solidFill>
                        </a:rPr>
                        <a:t>Detección</a:t>
                      </a:r>
                    </a:p>
                  </a:txBody>
                  <a:tcPr marL="91440" marR="91440" marT="27432" marB="27432" anchor="ctr">
                    <a:solidFill>
                      <a:srgbClr val="FF3228"/>
                    </a:solidFill>
                  </a:tcPr>
                </a:tc>
                <a:tc>
                  <a:txBody>
                    <a:bodyPr/>
                    <a:lstStyle/>
                    <a:p>
                      <a:r>
                        <a:rPr sz="1100" b="1">
                          <a:solidFill>
                            <a:srgbClr val="FFFFFF"/>
                          </a:solidFill>
                        </a:rPr>
                        <a:t>Falsas alarmas</a:t>
                      </a:r>
                    </a:p>
                  </a:txBody>
                  <a:tcPr marL="91440" marR="91440" marT="27432" marB="27432" anchor="ctr">
                    <a:solidFill>
                      <a:srgbClr val="FF3228"/>
                    </a:solidFill>
                  </a:tcPr>
                </a:tc>
                <a:tc>
                  <a:txBody>
                    <a:bodyPr/>
                    <a:lstStyle/>
                    <a:p>
                      <a:r>
                        <a:rPr sz="1100" b="1">
                          <a:solidFill>
                            <a:srgbClr val="FFFFFF"/>
                          </a:solidFill>
                        </a:rPr>
                        <a:t>Inicio (59-81 s)</a:t>
                      </a:r>
                    </a:p>
                  </a:txBody>
                  <a:tcPr marL="91440" marR="91440" marT="27432" marB="27432" anchor="ctr">
                    <a:solidFill>
                      <a:srgbClr val="FF3228"/>
                    </a:solidFill>
                  </a:tcPr>
                </a:tc>
              </a:tr>
              <a:tr h="365760">
                <a:tc>
                  <a:txBody>
                    <a:bodyPr/>
                    <a:lstStyle/>
                    <a:p>
                      <a:r>
                        <a:rPr sz="1100" b="0">
                          <a:solidFill>
                            <a:srgbClr val="1E1E1E"/>
                          </a:solidFill>
                        </a:rPr>
                        <a:t>90 · 95 · 99</a:t>
                      </a:r>
                    </a:p>
                  </a:txBody>
                  <a:tcPr marL="91440" marR="91440" marT="27432" marB="27432" anchor="ctr">
                    <a:solidFill>
                      <a:srgbClr val="FFFFFF"/>
                    </a:solidFill>
                  </a:tcPr>
                </a:tc>
                <a:tc>
                  <a:txBody>
                    <a:bodyPr/>
                    <a:lstStyle/>
                    <a:p>
                      <a:r>
                        <a:rPr sz="1100" b="0">
                          <a:solidFill>
                            <a:srgbClr val="1E1E1E"/>
                          </a:solidFill>
                        </a:rPr>
                        <a:t>100 · 100 · 60 %</a:t>
                      </a:r>
                    </a:p>
                  </a:txBody>
                  <a:tcPr marL="91440" marR="91440" marT="27432" marB="27432" anchor="ctr">
                    <a:solidFill>
                      <a:srgbClr val="FFFFFF"/>
                    </a:solidFill>
                  </a:tcPr>
                </a:tc>
                <a:tc>
                  <a:txBody>
                    <a:bodyPr/>
                    <a:lstStyle/>
                    <a:p>
                      <a:r>
                        <a:rPr sz="1100" b="0">
                          <a:solidFill>
                            <a:srgbClr val="1E1E1E"/>
                          </a:solidFill>
                        </a:rPr>
                        <a:t>30 · 10 · 0 %</a:t>
                      </a:r>
                    </a:p>
                  </a:txBody>
                  <a:tcPr marL="91440" marR="91440" marT="27432" marB="27432" anchor="ctr">
                    <a:solidFill>
                      <a:srgbClr val="FFFFFF"/>
                    </a:solidFill>
                  </a:tcPr>
                </a:tc>
                <a:tc>
                  <a:txBody>
                    <a:bodyPr/>
                    <a:lstStyle/>
                    <a:p>
                      <a:r>
                        <a:rPr sz="1100" b="0">
                          <a:solidFill>
                            <a:srgbClr val="1E1E1E"/>
                          </a:solidFill>
                        </a:rPr>
                        <a:t>64,1 · 70,5 · 80,5 s</a:t>
                      </a:r>
                    </a:p>
                  </a:txBody>
                  <a:tcPr marL="91440" marR="91440" marT="27432" marB="27432" anchor="ctr">
                    <a:solidFill>
                      <a:srgbClr val="FFFFFF"/>
                    </a:solidFill>
                  </a:tcPr>
                </a:tc>
              </a:tr>
            </a:tbl>
          </a:graphicData>
        </a:graphic>
      </p:graphicFrame>
      <p:sp>
        <p:nvSpPr>
          <p:cNvPr id="25" name="TextBox 24"/>
          <p:cNvSpPr txBox="1"/>
          <p:nvPr/>
        </p:nvSpPr>
        <p:spPr>
          <a:xfrm>
            <a:off x="905256" y="690372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Gráfica y sensibilidad: datos sintéticos con fatiga programada (referencia conocida), no un nadador real.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Resultados</a:t>
            </a:r>
          </a:p>
        </p:txBody>
      </p:sp>
      <p:sp>
        <p:nvSpPr>
          <p:cNvPr id="4" name="Text Placeholder 3"/>
          <p:cNvSpPr>
            <a:spLocks noGrp="1"/>
          </p:cNvSpPr>
          <p:nvPr>
            <p:ph type="body" idx="18" sz="quarter"/>
          </p:nvPr>
        </p:nvSpPr>
        <p:spPr>
          <a:xfrm>
            <a:ext cx="12344400" cy="0"/>
          </a:xfrm>
        </p:spPr>
        <p:txBody>
          <a:bodyPr/>
          <a:lstStyle/>
          <a:p>
            <a:r>
              <a:t>Nadadores reales y datos sintéticos, por separado</a:t>
            </a:r>
          </a:p>
        </p:txBody>
      </p:sp>
      <p:sp>
        <p:nvSpPr>
          <p:cNvPr id="5" name="TextBox 4"/>
          <p:cNvSpPr txBox="1"/>
          <p:nvPr/>
        </p:nvSpPr>
        <p:spPr>
          <a:xfrm>
            <a:off x="905256" y="2697480"/>
            <a:ext cx="12801600" cy="365760"/>
          </a:xfrm>
          <a:prstGeom prst="rect">
            <a:avLst/>
          </a:prstGeom>
          <a:noFill/>
        </p:spPr>
        <p:txBody>
          <a:bodyPr wrap="square" anchor="t" lIns="0" rIns="0" tIns="0" bIns="0">
            <a:spAutoFit/>
          </a:bodyPr>
          <a:lstStyle/>
          <a:p>
            <a:pPr algn="l">
              <a:spcAft>
                <a:spcPts val="600"/>
              </a:spcAft>
            </a:pPr>
            <a:r>
              <a:rPr sz="1500" b="1">
                <a:solidFill>
                  <a:srgbClr val="FF3228"/>
                </a:solidFill>
              </a:rPr>
              <a:t>Nadadores reales · 17 secuencias, 4 participantes, 4 estilos</a:t>
            </a:r>
          </a:p>
        </p:txBody>
      </p:sp>
      <p:sp>
        <p:nvSpPr>
          <p:cNvPr id="6" name="Rectangle 5"/>
          <p:cNvSpPr/>
          <p:nvPr/>
        </p:nvSpPr>
        <p:spPr>
          <a:xfrm>
            <a:off x="905256" y="3108960"/>
            <a:ext cx="3063240" cy="160020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33856" y="3200400"/>
            <a:ext cx="2743200" cy="777240"/>
          </a:xfrm>
          <a:prstGeom prst="rect">
            <a:avLst/>
          </a:prstGeom>
          <a:noFill/>
        </p:spPr>
        <p:txBody>
          <a:bodyPr wrap="square" anchor="t" lIns="0" rIns="0" tIns="0" bIns="0">
            <a:spAutoFit/>
          </a:bodyPr>
          <a:lstStyle/>
          <a:p>
            <a:pPr algn="l">
              <a:spcAft>
                <a:spcPts val="600"/>
              </a:spcAft>
            </a:pPr>
            <a:r>
              <a:rPr sz="3200" b="1">
                <a:solidFill>
                  <a:srgbClr val="FF3228"/>
                </a:solidFill>
              </a:rPr>
              <a:t>95</a:t>
            </a:r>
          </a:p>
        </p:txBody>
      </p:sp>
      <p:sp>
        <p:nvSpPr>
          <p:cNvPr id="8" name="TextBox 7"/>
          <p:cNvSpPr txBox="1"/>
          <p:nvPr/>
        </p:nvSpPr>
        <p:spPr>
          <a:xfrm>
            <a:off x="1133856" y="4023360"/>
            <a:ext cx="2743200" cy="822960"/>
          </a:xfrm>
          <a:prstGeom prst="rect">
            <a:avLst/>
          </a:prstGeom>
          <a:noFill/>
        </p:spPr>
        <p:txBody>
          <a:bodyPr wrap="square" anchor="t" lIns="0" rIns="0" tIns="0" bIns="0">
            <a:spAutoFit/>
          </a:bodyPr>
          <a:lstStyle/>
          <a:p>
            <a:pPr algn="l">
              <a:spcAft>
                <a:spcPts val="600"/>
              </a:spcAft>
            </a:pPr>
            <a:r>
              <a:rPr sz="1300" b="0">
                <a:solidFill>
                  <a:srgbClr val="1E1E1E"/>
                </a:solidFill>
              </a:rPr>
              <a:t>ciclos válidos (2,2 de 6,6 min analizables)</a:t>
            </a:r>
          </a:p>
        </p:txBody>
      </p:sp>
      <p:sp>
        <p:nvSpPr>
          <p:cNvPr id="9" name="Rectangle 8"/>
          <p:cNvSpPr/>
          <p:nvPr/>
        </p:nvSpPr>
        <p:spPr>
          <a:xfrm>
            <a:off x="4151376" y="3108960"/>
            <a:ext cx="3063240" cy="160020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79976" y="3200400"/>
            <a:ext cx="2743200" cy="777240"/>
          </a:xfrm>
          <a:prstGeom prst="rect">
            <a:avLst/>
          </a:prstGeom>
          <a:noFill/>
        </p:spPr>
        <p:txBody>
          <a:bodyPr wrap="square" anchor="t" lIns="0" rIns="0" tIns="0" bIns="0">
            <a:spAutoFit/>
          </a:bodyPr>
          <a:lstStyle/>
          <a:p>
            <a:pPr algn="l">
              <a:spcAft>
                <a:spcPts val="600"/>
              </a:spcAft>
            </a:pPr>
            <a:r>
              <a:rPr sz="3200" b="1">
                <a:solidFill>
                  <a:srgbClr val="FF3228"/>
                </a:solidFill>
              </a:rPr>
              <a:t>6,5-8,2 %</a:t>
            </a:r>
          </a:p>
        </p:txBody>
      </p:sp>
      <p:sp>
        <p:nvSpPr>
          <p:cNvPr id="11" name="TextBox 10"/>
          <p:cNvSpPr txBox="1"/>
          <p:nvPr/>
        </p:nvSpPr>
        <p:spPr>
          <a:xfrm>
            <a:off x="4379976" y="4023360"/>
            <a:ext cx="2743200" cy="822960"/>
          </a:xfrm>
          <a:prstGeom prst="rect">
            <a:avLst/>
          </a:prstGeom>
          <a:noFill/>
        </p:spPr>
        <p:txBody>
          <a:bodyPr wrap="square" anchor="t" lIns="0" rIns="0" tIns="0" bIns="0">
            <a:spAutoFit/>
          </a:bodyPr>
          <a:lstStyle/>
          <a:p>
            <a:pPr algn="l">
              <a:spcAft>
                <a:spcPts val="600"/>
              </a:spcAft>
            </a:pPr>
            <a:r>
              <a:rPr sz="1300" b="0">
                <a:solidFill>
                  <a:srgbClr val="1E1E1E"/>
                </a:solidFill>
              </a:rPr>
              <a:t>error de frecuencia frente al conteo manual</a:t>
            </a:r>
          </a:p>
        </p:txBody>
      </p:sp>
      <p:sp>
        <p:nvSpPr>
          <p:cNvPr id="12" name="Rectangle 11"/>
          <p:cNvSpPr/>
          <p:nvPr/>
        </p:nvSpPr>
        <p:spPr>
          <a:xfrm>
            <a:off x="7397496" y="3108960"/>
            <a:ext cx="3063240" cy="160020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26096" y="3200400"/>
            <a:ext cx="2743200" cy="777240"/>
          </a:xfrm>
          <a:prstGeom prst="rect">
            <a:avLst/>
          </a:prstGeom>
          <a:noFill/>
        </p:spPr>
        <p:txBody>
          <a:bodyPr wrap="square" anchor="t" lIns="0" rIns="0" tIns="0" bIns="0">
            <a:spAutoFit/>
          </a:bodyPr>
          <a:lstStyle/>
          <a:p>
            <a:pPr algn="l">
              <a:spcAft>
                <a:spcPts val="600"/>
              </a:spcAft>
            </a:pPr>
            <a:r>
              <a:rPr sz="3200" b="1">
                <a:solidFill>
                  <a:srgbClr val="FF3228"/>
                </a:solidFill>
              </a:rPr>
              <a:t>12/13</a:t>
            </a:r>
          </a:p>
        </p:txBody>
      </p:sp>
      <p:sp>
        <p:nvSpPr>
          <p:cNvPr id="14" name="TextBox 13"/>
          <p:cNvSpPr txBox="1"/>
          <p:nvPr/>
        </p:nvSpPr>
        <p:spPr>
          <a:xfrm>
            <a:off x="7626096" y="4023360"/>
            <a:ext cx="2743200" cy="822960"/>
          </a:xfrm>
          <a:prstGeom prst="rect">
            <a:avLst/>
          </a:prstGeom>
          <a:noFill/>
        </p:spPr>
        <p:txBody>
          <a:bodyPr wrap="square" anchor="t" lIns="0" rIns="0" tIns="0" bIns="0">
            <a:spAutoFit/>
          </a:bodyPr>
          <a:lstStyle/>
          <a:p>
            <a:pPr algn="l">
              <a:spcAft>
                <a:spcPts val="600"/>
              </a:spcAft>
            </a:pPr>
            <a:r>
              <a:rPr sz="1300" b="0">
                <a:solidFill>
                  <a:srgbClr val="1E1E1E"/>
                </a:solidFill>
              </a:rPr>
              <a:t>familia del estilo correcta (reglas)</a:t>
            </a:r>
          </a:p>
        </p:txBody>
      </p:sp>
      <p:sp>
        <p:nvSpPr>
          <p:cNvPr id="15" name="Rectangle 14"/>
          <p:cNvSpPr/>
          <p:nvPr/>
        </p:nvSpPr>
        <p:spPr>
          <a:xfrm>
            <a:off x="10643615" y="3108960"/>
            <a:ext cx="3063240" cy="160020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872215" y="3200400"/>
            <a:ext cx="2743200" cy="777240"/>
          </a:xfrm>
          <a:prstGeom prst="rect">
            <a:avLst/>
          </a:prstGeom>
          <a:noFill/>
        </p:spPr>
        <p:txBody>
          <a:bodyPr wrap="square" anchor="t" lIns="0" rIns="0" tIns="0" bIns="0">
            <a:spAutoFit/>
          </a:bodyPr>
          <a:lstStyle/>
          <a:p>
            <a:pPr algn="l">
              <a:spcAft>
                <a:spcPts val="600"/>
              </a:spcAft>
            </a:pPr>
            <a:r>
              <a:rPr sz="3200" b="1">
                <a:solidFill>
                  <a:srgbClr val="FF3228"/>
                </a:solidFill>
              </a:rPr>
              <a:t>0</a:t>
            </a:r>
          </a:p>
        </p:txBody>
      </p:sp>
      <p:sp>
        <p:nvSpPr>
          <p:cNvPr id="17" name="TextBox 16"/>
          <p:cNvSpPr txBox="1"/>
          <p:nvPr/>
        </p:nvSpPr>
        <p:spPr>
          <a:xfrm>
            <a:off x="10872215" y="4023360"/>
            <a:ext cx="2743200" cy="822960"/>
          </a:xfrm>
          <a:prstGeom prst="rect">
            <a:avLst/>
          </a:prstGeom>
          <a:noFill/>
        </p:spPr>
        <p:txBody>
          <a:bodyPr wrap="square" anchor="t" lIns="0" rIns="0" tIns="0" bIns="0">
            <a:spAutoFit/>
          </a:bodyPr>
          <a:lstStyle/>
          <a:p>
            <a:pPr algn="l">
              <a:spcAft>
                <a:spcPts val="600"/>
              </a:spcAft>
            </a:pPr>
            <a:r>
              <a:rPr sz="1300" b="0">
                <a:solidFill>
                  <a:srgbClr val="1E1E1E"/>
                </a:solidFill>
              </a:rPr>
              <a:t>falsas alarmas en 3 sesiones de pasadas cortas</a:t>
            </a:r>
          </a:p>
        </p:txBody>
      </p:sp>
      <p:sp>
        <p:nvSpPr>
          <p:cNvPr id="18" name="TextBox 17"/>
          <p:cNvSpPr txBox="1"/>
          <p:nvPr/>
        </p:nvSpPr>
        <p:spPr>
          <a:xfrm>
            <a:off x="905256" y="4846320"/>
            <a:ext cx="12801600" cy="365760"/>
          </a:xfrm>
          <a:prstGeom prst="rect">
            <a:avLst/>
          </a:prstGeom>
          <a:noFill/>
        </p:spPr>
        <p:txBody>
          <a:bodyPr wrap="square" anchor="t" lIns="0" rIns="0" tIns="0" bIns="0">
            <a:spAutoFit/>
          </a:bodyPr>
          <a:lstStyle/>
          <a:p>
            <a:pPr algn="l">
              <a:spcAft>
                <a:spcPts val="600"/>
              </a:spcAft>
            </a:pPr>
            <a:r>
              <a:rPr sz="1500" b="1">
                <a:solidFill>
                  <a:srgbClr val="1E1E1E"/>
                </a:solidFill>
              </a:rPr>
              <a:t>Datos sintéticos · referencia conocida</a:t>
            </a:r>
          </a:p>
        </p:txBody>
      </p:sp>
      <p:sp>
        <p:nvSpPr>
          <p:cNvPr id="19" name="Rectangle 18"/>
          <p:cNvSpPr/>
          <p:nvPr/>
        </p:nvSpPr>
        <p:spPr>
          <a:xfrm>
            <a:off x="905256" y="5257800"/>
            <a:ext cx="3063240" cy="160020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33856" y="5349240"/>
            <a:ext cx="2743200" cy="777240"/>
          </a:xfrm>
          <a:prstGeom prst="rect">
            <a:avLst/>
          </a:prstGeom>
          <a:noFill/>
        </p:spPr>
        <p:txBody>
          <a:bodyPr wrap="square" anchor="t" lIns="0" rIns="0" tIns="0" bIns="0">
            <a:spAutoFit/>
          </a:bodyPr>
          <a:lstStyle/>
          <a:p>
            <a:pPr algn="l">
              <a:spcAft>
                <a:spcPts val="600"/>
              </a:spcAft>
            </a:pPr>
            <a:r>
              <a:rPr sz="3200" b="1">
                <a:solidFill>
                  <a:srgbClr val="1E1E1E"/>
                </a:solidFill>
              </a:rPr>
              <a:t>4,7 %</a:t>
            </a:r>
          </a:p>
        </p:txBody>
      </p:sp>
      <p:sp>
        <p:nvSpPr>
          <p:cNvPr id="21" name="TextBox 20"/>
          <p:cNvSpPr txBox="1"/>
          <p:nvPr/>
        </p:nvSpPr>
        <p:spPr>
          <a:xfrm>
            <a:off x="1133856" y="6172200"/>
            <a:ext cx="2743200" cy="822960"/>
          </a:xfrm>
          <a:prstGeom prst="rect">
            <a:avLst/>
          </a:prstGeom>
          <a:noFill/>
        </p:spPr>
        <p:txBody>
          <a:bodyPr wrap="square" anchor="t" lIns="0" rIns="0" tIns="0" bIns="0">
            <a:spAutoFit/>
          </a:bodyPr>
          <a:lstStyle/>
          <a:p>
            <a:pPr algn="l">
              <a:spcAft>
                <a:spcPts val="600"/>
              </a:spcAft>
            </a:pPr>
            <a:r>
              <a:rPr sz="1300" b="0">
                <a:solidFill>
                  <a:srgbClr val="1E1E1E"/>
                </a:solidFill>
              </a:rPr>
              <a:t>error mediano en la frecuencia de ciclo</a:t>
            </a:r>
          </a:p>
        </p:txBody>
      </p:sp>
      <p:sp>
        <p:nvSpPr>
          <p:cNvPr id="22" name="Rectangle 21"/>
          <p:cNvSpPr/>
          <p:nvPr/>
        </p:nvSpPr>
        <p:spPr>
          <a:xfrm>
            <a:off x="4151376" y="5257800"/>
            <a:ext cx="3063240" cy="160020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379976" y="5349240"/>
            <a:ext cx="2743200" cy="777240"/>
          </a:xfrm>
          <a:prstGeom prst="rect">
            <a:avLst/>
          </a:prstGeom>
          <a:noFill/>
        </p:spPr>
        <p:txBody>
          <a:bodyPr wrap="square" anchor="t" lIns="0" rIns="0" tIns="0" bIns="0">
            <a:spAutoFit/>
          </a:bodyPr>
          <a:lstStyle/>
          <a:p>
            <a:pPr algn="l">
              <a:spcAft>
                <a:spcPts val="600"/>
              </a:spcAft>
            </a:pPr>
            <a:r>
              <a:rPr sz="3200" b="1">
                <a:solidFill>
                  <a:srgbClr val="1E1E1E"/>
                </a:solidFill>
              </a:rPr>
              <a:t>100 %</a:t>
            </a:r>
          </a:p>
        </p:txBody>
      </p:sp>
      <p:sp>
        <p:nvSpPr>
          <p:cNvPr id="24" name="TextBox 23"/>
          <p:cNvSpPr txBox="1"/>
          <p:nvPr/>
        </p:nvSpPr>
        <p:spPr>
          <a:xfrm>
            <a:off x="4379976" y="6172200"/>
            <a:ext cx="2743200" cy="822960"/>
          </a:xfrm>
          <a:prstGeom prst="rect">
            <a:avLst/>
          </a:prstGeom>
          <a:noFill/>
        </p:spPr>
        <p:txBody>
          <a:bodyPr wrap="square" anchor="t" lIns="0" rIns="0" tIns="0" bIns="0">
            <a:spAutoFit/>
          </a:bodyPr>
          <a:lstStyle/>
          <a:p>
            <a:pPr algn="l">
              <a:spcAft>
                <a:spcPts val="600"/>
              </a:spcAft>
            </a:pPr>
            <a:r>
              <a:rPr sz="1300" b="0">
                <a:solidFill>
                  <a:srgbClr val="1E1E1E"/>
                </a:solidFill>
              </a:rPr>
              <a:t>fatigas detectadas</a:t>
            </a:r>
          </a:p>
        </p:txBody>
      </p:sp>
      <p:sp>
        <p:nvSpPr>
          <p:cNvPr id="25" name="Rectangle 24"/>
          <p:cNvSpPr/>
          <p:nvPr/>
        </p:nvSpPr>
        <p:spPr>
          <a:xfrm>
            <a:off x="7397496" y="5257800"/>
            <a:ext cx="3063240" cy="160020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26096" y="5349240"/>
            <a:ext cx="2743200" cy="777240"/>
          </a:xfrm>
          <a:prstGeom prst="rect">
            <a:avLst/>
          </a:prstGeom>
          <a:noFill/>
        </p:spPr>
        <p:txBody>
          <a:bodyPr wrap="square" anchor="t" lIns="0" rIns="0" tIns="0" bIns="0">
            <a:spAutoFit/>
          </a:bodyPr>
          <a:lstStyle/>
          <a:p>
            <a:pPr algn="l">
              <a:spcAft>
                <a:spcPts val="600"/>
              </a:spcAft>
            </a:pPr>
            <a:r>
              <a:rPr sz="3200" b="1">
                <a:solidFill>
                  <a:srgbClr val="1E1E1E"/>
                </a:solidFill>
              </a:rPr>
              <a:t>10 %</a:t>
            </a:r>
          </a:p>
        </p:txBody>
      </p:sp>
      <p:sp>
        <p:nvSpPr>
          <p:cNvPr id="27" name="TextBox 26"/>
          <p:cNvSpPr txBox="1"/>
          <p:nvPr/>
        </p:nvSpPr>
        <p:spPr>
          <a:xfrm>
            <a:off x="7626096" y="6172200"/>
            <a:ext cx="2743200" cy="822960"/>
          </a:xfrm>
          <a:prstGeom prst="rect">
            <a:avLst/>
          </a:prstGeom>
          <a:noFill/>
        </p:spPr>
        <p:txBody>
          <a:bodyPr wrap="square" anchor="t" lIns="0" rIns="0" tIns="0" bIns="0">
            <a:spAutoFit/>
          </a:bodyPr>
          <a:lstStyle/>
          <a:p>
            <a:pPr algn="l">
              <a:spcAft>
                <a:spcPts val="600"/>
              </a:spcAft>
            </a:pPr>
            <a:r>
              <a:rPr sz="1300" b="0">
                <a:solidFill>
                  <a:srgbClr val="1E1E1E"/>
                </a:solidFill>
              </a:rPr>
              <a:t>falsas alarmas</a:t>
            </a:r>
          </a:p>
        </p:txBody>
      </p:sp>
      <p:sp>
        <p:nvSpPr>
          <p:cNvPr id="28" name="Rectangle 27"/>
          <p:cNvSpPr/>
          <p:nvPr/>
        </p:nvSpPr>
        <p:spPr>
          <a:xfrm>
            <a:off x="10643615" y="5257800"/>
            <a:ext cx="3063240" cy="160020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872215" y="5349240"/>
            <a:ext cx="2743200" cy="777240"/>
          </a:xfrm>
          <a:prstGeom prst="rect">
            <a:avLst/>
          </a:prstGeom>
          <a:noFill/>
        </p:spPr>
        <p:txBody>
          <a:bodyPr wrap="square" anchor="t" lIns="0" rIns="0" tIns="0" bIns="0">
            <a:spAutoFit/>
          </a:bodyPr>
          <a:lstStyle/>
          <a:p>
            <a:pPr algn="l">
              <a:spcAft>
                <a:spcPts val="600"/>
              </a:spcAft>
            </a:pPr>
            <a:r>
              <a:rPr sz="3200" b="1">
                <a:solidFill>
                  <a:srgbClr val="1E1E1E"/>
                </a:solidFill>
              </a:rPr>
              <a:t>10/10</a:t>
            </a:r>
          </a:p>
        </p:txBody>
      </p:sp>
      <p:sp>
        <p:nvSpPr>
          <p:cNvPr id="30" name="TextBox 29"/>
          <p:cNvSpPr txBox="1"/>
          <p:nvPr/>
        </p:nvSpPr>
        <p:spPr>
          <a:xfrm>
            <a:off x="10872215" y="6172200"/>
            <a:ext cx="2743200" cy="822960"/>
          </a:xfrm>
          <a:prstGeom prst="rect">
            <a:avLst/>
          </a:prstGeom>
          <a:noFill/>
        </p:spPr>
        <p:txBody>
          <a:bodyPr wrap="square" anchor="t" lIns="0" rIns="0" tIns="0" bIns="0">
            <a:spAutoFit/>
          </a:bodyPr>
          <a:lstStyle/>
          <a:p>
            <a:pPr algn="l">
              <a:spcAft>
                <a:spcPts val="600"/>
              </a:spcAft>
            </a:pPr>
            <a:r>
              <a:rPr sz="1300" b="0">
                <a:solidFill>
                  <a:srgbClr val="1E1E1E"/>
                </a:solidFill>
              </a:rPr>
              <a:t>detectadas en tiempo real, sin falsas alarmas</a:t>
            </a:r>
          </a:p>
        </p:txBody>
      </p:sp>
      <p:sp>
        <p:nvSpPr>
          <p:cNvPr id="31" name="TextBox 30"/>
          <p:cNvSpPr txBox="1"/>
          <p:nvPr/>
        </p:nvSpPr>
        <p:spPr>
          <a:xfrm>
            <a:off x="905256" y="704088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Limitación principal: el nadador fue analizable el 34 % del tiempo grabado (detección bajo el agua).</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ext cx="10789920" cy="0"/>
          </a:xfrm>
        </p:spPr>
        <p:txBody>
          <a:bodyPr/>
          <a:lstStyle/>
          <a:p>
            <a:r>
              <a:rPr sz="3200"/>
              <a:t>Conclusiones y trabajo futuro</a:t>
            </a:r>
          </a:p>
        </p:txBody>
      </p:sp>
      <p:sp>
        <p:nvSpPr>
          <p:cNvPr id="4" name="Text Placeholder 3"/>
          <p:cNvSpPr>
            <a:spLocks noGrp="1"/>
          </p:cNvSpPr>
          <p:nvPr>
            <p:ph type="body" idx="18" sz="quarter"/>
          </p:nvPr>
        </p:nvSpPr>
        <p:spPr>
          <a:xfrm>
            <a:ext cx="12344400" cy="0"/>
          </a:xfrm>
        </p:spPr>
        <p:txBody>
          <a:bodyPr/>
          <a:lstStyle/>
          <a:p>
            <a:r>
              <a:t>7 objetivos cumplidos y 2 parciales</a:t>
            </a:r>
          </a:p>
        </p:txBody>
      </p:sp>
      <p:sp>
        <p:nvSpPr>
          <p:cNvPr id="5" name="Rectangle 4"/>
          <p:cNvSpPr/>
          <p:nvPr/>
        </p:nvSpPr>
        <p:spPr>
          <a:xfrm>
            <a:off x="905256" y="2743200"/>
            <a:ext cx="2377440" cy="91440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42415" y="2834640"/>
            <a:ext cx="2148840" cy="320040"/>
          </a:xfrm>
          <a:prstGeom prst="rect">
            <a:avLst/>
          </a:prstGeom>
          <a:noFill/>
        </p:spPr>
        <p:txBody>
          <a:bodyPr wrap="square" anchor="t" lIns="0" rIns="0" tIns="0" bIns="0">
            <a:spAutoFit/>
          </a:bodyPr>
          <a:lstStyle/>
          <a:p>
            <a:pPr algn="l">
              <a:spcAft>
                <a:spcPts val="600"/>
              </a:spcAft>
            </a:pPr>
            <a:r>
              <a:rPr sz="1100" b="1">
                <a:solidFill>
                  <a:srgbClr val="FFFFFF"/>
                </a:solidFill>
              </a:rPr>
              <a:t>OE1 · Cumplido</a:t>
            </a:r>
          </a:p>
        </p:txBody>
      </p:sp>
      <p:sp>
        <p:nvSpPr>
          <p:cNvPr id="7" name="TextBox 6"/>
          <p:cNvSpPr txBox="1"/>
          <p:nvPr/>
        </p:nvSpPr>
        <p:spPr>
          <a:xfrm>
            <a:off x="1042415" y="3182112"/>
            <a:ext cx="2148840" cy="411480"/>
          </a:xfrm>
          <a:prstGeom prst="rect">
            <a:avLst/>
          </a:prstGeom>
          <a:noFill/>
        </p:spPr>
        <p:txBody>
          <a:bodyPr wrap="square" anchor="t" lIns="0" rIns="0" tIns="0" bIns="0">
            <a:spAutoFit/>
          </a:bodyPr>
          <a:lstStyle/>
          <a:p>
            <a:pPr algn="l">
              <a:spcAft>
                <a:spcPts val="600"/>
              </a:spcAft>
            </a:pPr>
            <a:r>
              <a:rPr sz="1200" b="0">
                <a:solidFill>
                  <a:srgbClr val="FFFFFF"/>
                </a:solidFill>
              </a:rPr>
              <a:t>Modelo de pose</a:t>
            </a:r>
          </a:p>
        </p:txBody>
      </p:sp>
      <p:sp>
        <p:nvSpPr>
          <p:cNvPr id="8" name="Rectangle 7"/>
          <p:cNvSpPr/>
          <p:nvPr/>
        </p:nvSpPr>
        <p:spPr>
          <a:xfrm>
            <a:off x="3419856" y="2743200"/>
            <a:ext cx="2377440" cy="91440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57016" y="2834640"/>
            <a:ext cx="2148840" cy="320040"/>
          </a:xfrm>
          <a:prstGeom prst="rect">
            <a:avLst/>
          </a:prstGeom>
          <a:noFill/>
        </p:spPr>
        <p:txBody>
          <a:bodyPr wrap="square" anchor="t" lIns="0" rIns="0" tIns="0" bIns="0">
            <a:spAutoFit/>
          </a:bodyPr>
          <a:lstStyle/>
          <a:p>
            <a:pPr algn="l">
              <a:spcAft>
                <a:spcPts val="600"/>
              </a:spcAft>
            </a:pPr>
            <a:r>
              <a:rPr sz="1100" b="1">
                <a:solidFill>
                  <a:srgbClr val="FFFFFF"/>
                </a:solidFill>
              </a:rPr>
              <a:t>OE2 · Cumplido*</a:t>
            </a:r>
          </a:p>
        </p:txBody>
      </p:sp>
      <p:sp>
        <p:nvSpPr>
          <p:cNvPr id="10" name="TextBox 9"/>
          <p:cNvSpPr txBox="1"/>
          <p:nvPr/>
        </p:nvSpPr>
        <p:spPr>
          <a:xfrm>
            <a:off x="3557016" y="3182112"/>
            <a:ext cx="2148840" cy="411480"/>
          </a:xfrm>
          <a:prstGeom prst="rect">
            <a:avLst/>
          </a:prstGeom>
          <a:noFill/>
        </p:spPr>
        <p:txBody>
          <a:bodyPr wrap="square" anchor="t" lIns="0" rIns="0" tIns="0" bIns="0">
            <a:spAutoFit/>
          </a:bodyPr>
          <a:lstStyle/>
          <a:p>
            <a:pPr algn="l">
              <a:spcAft>
                <a:spcPts val="600"/>
              </a:spcAft>
            </a:pPr>
            <a:r>
              <a:rPr sz="1200" b="0">
                <a:solidFill>
                  <a:srgbClr val="FFFFFF"/>
                </a:solidFill>
              </a:rPr>
              <a:t>Elevación a 3D</a:t>
            </a:r>
          </a:p>
        </p:txBody>
      </p:sp>
      <p:sp>
        <p:nvSpPr>
          <p:cNvPr id="11" name="Rectangle 10"/>
          <p:cNvSpPr/>
          <p:nvPr/>
        </p:nvSpPr>
        <p:spPr>
          <a:xfrm>
            <a:off x="5934456" y="2743200"/>
            <a:ext cx="2377440" cy="91440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71616" y="2834640"/>
            <a:ext cx="2148840" cy="320040"/>
          </a:xfrm>
          <a:prstGeom prst="rect">
            <a:avLst/>
          </a:prstGeom>
          <a:noFill/>
        </p:spPr>
        <p:txBody>
          <a:bodyPr wrap="square" anchor="t" lIns="0" rIns="0" tIns="0" bIns="0">
            <a:spAutoFit/>
          </a:bodyPr>
          <a:lstStyle/>
          <a:p>
            <a:pPr algn="l">
              <a:spcAft>
                <a:spcPts val="600"/>
              </a:spcAft>
            </a:pPr>
            <a:r>
              <a:rPr sz="1100" b="1">
                <a:solidFill>
                  <a:srgbClr val="FFFFFF"/>
                </a:solidFill>
              </a:rPr>
              <a:t>OE3 · Cumplido</a:t>
            </a:r>
          </a:p>
        </p:txBody>
      </p:sp>
      <p:sp>
        <p:nvSpPr>
          <p:cNvPr id="13" name="TextBox 12"/>
          <p:cNvSpPr txBox="1"/>
          <p:nvPr/>
        </p:nvSpPr>
        <p:spPr>
          <a:xfrm>
            <a:off x="6071616" y="3182112"/>
            <a:ext cx="2148840" cy="411480"/>
          </a:xfrm>
          <a:prstGeom prst="rect">
            <a:avLst/>
          </a:prstGeom>
          <a:noFill/>
        </p:spPr>
        <p:txBody>
          <a:bodyPr wrap="square" anchor="t" lIns="0" rIns="0" tIns="0" bIns="0">
            <a:spAutoFit/>
          </a:bodyPr>
          <a:lstStyle/>
          <a:p>
            <a:pPr algn="l">
              <a:spcAft>
                <a:spcPts val="600"/>
              </a:spcAft>
            </a:pPr>
            <a:r>
              <a:rPr sz="1200" b="0">
                <a:solidFill>
                  <a:srgbClr val="FFFFFF"/>
                </a:solidFill>
              </a:rPr>
              <a:t>Ciclos de brazada</a:t>
            </a:r>
          </a:p>
        </p:txBody>
      </p:sp>
      <p:sp>
        <p:nvSpPr>
          <p:cNvPr id="14" name="Rectangle 13"/>
          <p:cNvSpPr/>
          <p:nvPr/>
        </p:nvSpPr>
        <p:spPr>
          <a:xfrm>
            <a:off x="905256" y="3794760"/>
            <a:ext cx="2377440" cy="91440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42415" y="3886200"/>
            <a:ext cx="2148840" cy="320040"/>
          </a:xfrm>
          <a:prstGeom prst="rect">
            <a:avLst/>
          </a:prstGeom>
          <a:noFill/>
        </p:spPr>
        <p:txBody>
          <a:bodyPr wrap="square" anchor="t" lIns="0" rIns="0" tIns="0" bIns="0">
            <a:spAutoFit/>
          </a:bodyPr>
          <a:lstStyle/>
          <a:p>
            <a:pPr algn="l">
              <a:spcAft>
                <a:spcPts val="600"/>
              </a:spcAft>
            </a:pPr>
            <a:r>
              <a:rPr sz="1100" b="1">
                <a:solidFill>
                  <a:srgbClr val="FFFFFF"/>
                </a:solidFill>
              </a:rPr>
              <a:t>OE4 · Cumplido</a:t>
            </a:r>
          </a:p>
        </p:txBody>
      </p:sp>
      <p:sp>
        <p:nvSpPr>
          <p:cNvPr id="16" name="TextBox 15"/>
          <p:cNvSpPr txBox="1"/>
          <p:nvPr/>
        </p:nvSpPr>
        <p:spPr>
          <a:xfrm>
            <a:off x="1042415" y="4233672"/>
            <a:ext cx="2148840" cy="411480"/>
          </a:xfrm>
          <a:prstGeom prst="rect">
            <a:avLst/>
          </a:prstGeom>
          <a:noFill/>
        </p:spPr>
        <p:txBody>
          <a:bodyPr wrap="square" anchor="t" lIns="0" rIns="0" tIns="0" bIns="0">
            <a:spAutoFit/>
          </a:bodyPr>
          <a:lstStyle/>
          <a:p>
            <a:pPr algn="l">
              <a:spcAft>
                <a:spcPts val="600"/>
              </a:spcAft>
            </a:pPr>
            <a:r>
              <a:rPr sz="1200" b="0">
                <a:solidFill>
                  <a:srgbClr val="FFFFFF"/>
                </a:solidFill>
              </a:rPr>
              <a:t>Variables por ciclo</a:t>
            </a:r>
          </a:p>
        </p:txBody>
      </p:sp>
      <p:sp>
        <p:nvSpPr>
          <p:cNvPr id="17" name="Rectangle 16"/>
          <p:cNvSpPr/>
          <p:nvPr/>
        </p:nvSpPr>
        <p:spPr>
          <a:xfrm>
            <a:off x="3419856" y="3794760"/>
            <a:ext cx="2377440" cy="9144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57016" y="3886200"/>
            <a:ext cx="2148840" cy="320040"/>
          </a:xfrm>
          <a:prstGeom prst="rect">
            <a:avLst/>
          </a:prstGeom>
          <a:noFill/>
        </p:spPr>
        <p:txBody>
          <a:bodyPr wrap="square" anchor="t" lIns="0" rIns="0" tIns="0" bIns="0">
            <a:spAutoFit/>
          </a:bodyPr>
          <a:lstStyle/>
          <a:p>
            <a:pPr algn="l">
              <a:spcAft>
                <a:spcPts val="600"/>
              </a:spcAft>
            </a:pPr>
            <a:r>
              <a:rPr sz="1100" b="1">
                <a:solidFill>
                  <a:srgbClr val="FFFFFF"/>
                </a:solidFill>
              </a:rPr>
              <a:t>OE5 · Parcial</a:t>
            </a:r>
          </a:p>
        </p:txBody>
      </p:sp>
      <p:sp>
        <p:nvSpPr>
          <p:cNvPr id="19" name="TextBox 18"/>
          <p:cNvSpPr txBox="1"/>
          <p:nvPr/>
        </p:nvSpPr>
        <p:spPr>
          <a:xfrm>
            <a:off x="3557016" y="4233672"/>
            <a:ext cx="2148840" cy="411480"/>
          </a:xfrm>
          <a:prstGeom prst="rect">
            <a:avLst/>
          </a:prstGeom>
          <a:noFill/>
        </p:spPr>
        <p:txBody>
          <a:bodyPr wrap="square" anchor="t" lIns="0" rIns="0" tIns="0" bIns="0">
            <a:spAutoFit/>
          </a:bodyPr>
          <a:lstStyle/>
          <a:p>
            <a:pPr algn="l">
              <a:spcAft>
                <a:spcPts val="600"/>
              </a:spcAft>
            </a:pPr>
            <a:r>
              <a:rPr sz="1200" b="0">
                <a:solidFill>
                  <a:srgbClr val="FFFFFF"/>
                </a:solidFill>
              </a:rPr>
              <a:t>Inicio de la fatiga</a:t>
            </a:r>
          </a:p>
        </p:txBody>
      </p:sp>
      <p:sp>
        <p:nvSpPr>
          <p:cNvPr id="20" name="Rectangle 19"/>
          <p:cNvSpPr/>
          <p:nvPr/>
        </p:nvSpPr>
        <p:spPr>
          <a:xfrm>
            <a:off x="5934456" y="3794760"/>
            <a:ext cx="2377440" cy="91440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071616" y="3886200"/>
            <a:ext cx="2148840" cy="320040"/>
          </a:xfrm>
          <a:prstGeom prst="rect">
            <a:avLst/>
          </a:prstGeom>
          <a:noFill/>
        </p:spPr>
        <p:txBody>
          <a:bodyPr wrap="square" anchor="t" lIns="0" rIns="0" tIns="0" bIns="0">
            <a:spAutoFit/>
          </a:bodyPr>
          <a:lstStyle/>
          <a:p>
            <a:pPr algn="l">
              <a:spcAft>
                <a:spcPts val="600"/>
              </a:spcAft>
            </a:pPr>
            <a:r>
              <a:rPr sz="1100" b="1">
                <a:solidFill>
                  <a:srgbClr val="FFFFFF"/>
                </a:solidFill>
              </a:rPr>
              <a:t>OE6 · Cumplido</a:t>
            </a:r>
          </a:p>
        </p:txBody>
      </p:sp>
      <p:sp>
        <p:nvSpPr>
          <p:cNvPr id="22" name="TextBox 21"/>
          <p:cNvSpPr txBox="1"/>
          <p:nvPr/>
        </p:nvSpPr>
        <p:spPr>
          <a:xfrm>
            <a:off x="6071616" y="4233672"/>
            <a:ext cx="2148840" cy="411480"/>
          </a:xfrm>
          <a:prstGeom prst="rect">
            <a:avLst/>
          </a:prstGeom>
          <a:noFill/>
        </p:spPr>
        <p:txBody>
          <a:bodyPr wrap="square" anchor="t" lIns="0" rIns="0" tIns="0" bIns="0">
            <a:spAutoFit/>
          </a:bodyPr>
          <a:lstStyle/>
          <a:p>
            <a:pPr algn="l">
              <a:spcAft>
                <a:spcPts val="600"/>
              </a:spcAft>
            </a:pPr>
            <a:r>
              <a:rPr sz="1200" b="0">
                <a:solidFill>
                  <a:srgbClr val="FFFFFF"/>
                </a:solidFill>
              </a:rPr>
              <a:t>Atribución SHAP</a:t>
            </a:r>
          </a:p>
        </p:txBody>
      </p:sp>
      <p:sp>
        <p:nvSpPr>
          <p:cNvPr id="23" name="Rectangle 22"/>
          <p:cNvSpPr/>
          <p:nvPr/>
        </p:nvSpPr>
        <p:spPr>
          <a:xfrm>
            <a:off x="905256" y="4846320"/>
            <a:ext cx="2377440" cy="9144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42415" y="4937759"/>
            <a:ext cx="2148840" cy="320040"/>
          </a:xfrm>
          <a:prstGeom prst="rect">
            <a:avLst/>
          </a:prstGeom>
          <a:noFill/>
        </p:spPr>
        <p:txBody>
          <a:bodyPr wrap="square" anchor="t" lIns="0" rIns="0" tIns="0" bIns="0">
            <a:spAutoFit/>
          </a:bodyPr>
          <a:lstStyle/>
          <a:p>
            <a:pPr algn="l">
              <a:spcAft>
                <a:spcPts val="600"/>
              </a:spcAft>
            </a:pPr>
            <a:r>
              <a:rPr sz="1100" b="1">
                <a:solidFill>
                  <a:srgbClr val="FFFFFF"/>
                </a:solidFill>
              </a:rPr>
              <a:t>OE7 · Parcial</a:t>
            </a:r>
          </a:p>
        </p:txBody>
      </p:sp>
      <p:sp>
        <p:nvSpPr>
          <p:cNvPr id="25" name="TextBox 24"/>
          <p:cNvSpPr txBox="1"/>
          <p:nvPr/>
        </p:nvSpPr>
        <p:spPr>
          <a:xfrm>
            <a:off x="1042415" y="5285231"/>
            <a:ext cx="2148840" cy="411480"/>
          </a:xfrm>
          <a:prstGeom prst="rect">
            <a:avLst/>
          </a:prstGeom>
          <a:noFill/>
        </p:spPr>
        <p:txBody>
          <a:bodyPr wrap="square" anchor="t" lIns="0" rIns="0" tIns="0" bIns="0">
            <a:spAutoFit/>
          </a:bodyPr>
          <a:lstStyle/>
          <a:p>
            <a:pPr algn="l">
              <a:spcAft>
                <a:spcPts val="600"/>
              </a:spcAft>
            </a:pPr>
            <a:r>
              <a:rPr sz="1200" b="0">
                <a:solidFill>
                  <a:srgbClr val="FFFFFF"/>
                </a:solidFill>
              </a:rPr>
              <a:t>Estilo de nado</a:t>
            </a:r>
          </a:p>
        </p:txBody>
      </p:sp>
      <p:sp>
        <p:nvSpPr>
          <p:cNvPr id="26" name="Rectangle 25"/>
          <p:cNvSpPr/>
          <p:nvPr/>
        </p:nvSpPr>
        <p:spPr>
          <a:xfrm>
            <a:off x="3419856" y="4846320"/>
            <a:ext cx="2377440" cy="91440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557016" y="4937759"/>
            <a:ext cx="2148840" cy="320040"/>
          </a:xfrm>
          <a:prstGeom prst="rect">
            <a:avLst/>
          </a:prstGeom>
          <a:noFill/>
        </p:spPr>
        <p:txBody>
          <a:bodyPr wrap="square" anchor="t" lIns="0" rIns="0" tIns="0" bIns="0">
            <a:spAutoFit/>
          </a:bodyPr>
          <a:lstStyle/>
          <a:p>
            <a:pPr algn="l">
              <a:spcAft>
                <a:spcPts val="600"/>
              </a:spcAft>
            </a:pPr>
            <a:r>
              <a:rPr sz="1100" b="1">
                <a:solidFill>
                  <a:srgbClr val="FFFFFF"/>
                </a:solidFill>
              </a:rPr>
              <a:t>OE8 · Cumplido</a:t>
            </a:r>
          </a:p>
        </p:txBody>
      </p:sp>
      <p:sp>
        <p:nvSpPr>
          <p:cNvPr id="28" name="TextBox 27"/>
          <p:cNvSpPr txBox="1"/>
          <p:nvPr/>
        </p:nvSpPr>
        <p:spPr>
          <a:xfrm>
            <a:off x="3557016" y="5285231"/>
            <a:ext cx="2148840" cy="411480"/>
          </a:xfrm>
          <a:prstGeom prst="rect">
            <a:avLst/>
          </a:prstGeom>
          <a:noFill/>
        </p:spPr>
        <p:txBody>
          <a:bodyPr wrap="square" anchor="t" lIns="0" rIns="0" tIns="0" bIns="0">
            <a:spAutoFit/>
          </a:bodyPr>
          <a:lstStyle/>
          <a:p>
            <a:pPr algn="l">
              <a:spcAft>
                <a:spcPts val="600"/>
              </a:spcAft>
            </a:pPr>
            <a:r>
              <a:rPr sz="1200" b="0">
                <a:solidFill>
                  <a:srgbClr val="FFFFFF"/>
                </a:solidFill>
              </a:rPr>
              <a:t>Vídeo y tiempo real</a:t>
            </a:r>
          </a:p>
        </p:txBody>
      </p:sp>
      <p:sp>
        <p:nvSpPr>
          <p:cNvPr id="29" name="Rectangle 28"/>
          <p:cNvSpPr/>
          <p:nvPr/>
        </p:nvSpPr>
        <p:spPr>
          <a:xfrm>
            <a:off x="5934456" y="4846320"/>
            <a:ext cx="2377440" cy="91440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071616" y="4937759"/>
            <a:ext cx="2148840" cy="320040"/>
          </a:xfrm>
          <a:prstGeom prst="rect">
            <a:avLst/>
          </a:prstGeom>
          <a:noFill/>
        </p:spPr>
        <p:txBody>
          <a:bodyPr wrap="square" anchor="t" lIns="0" rIns="0" tIns="0" bIns="0">
            <a:spAutoFit/>
          </a:bodyPr>
          <a:lstStyle/>
          <a:p>
            <a:pPr algn="l">
              <a:spcAft>
                <a:spcPts val="600"/>
              </a:spcAft>
            </a:pPr>
            <a:r>
              <a:rPr sz="1100" b="1">
                <a:solidFill>
                  <a:srgbClr val="FFFFFF"/>
                </a:solidFill>
              </a:rPr>
              <a:t>OE9 · Cumplido</a:t>
            </a:r>
          </a:p>
        </p:txBody>
      </p:sp>
      <p:sp>
        <p:nvSpPr>
          <p:cNvPr id="31" name="TextBox 30"/>
          <p:cNvSpPr txBox="1"/>
          <p:nvPr/>
        </p:nvSpPr>
        <p:spPr>
          <a:xfrm>
            <a:off x="6071616" y="5285231"/>
            <a:ext cx="2148840" cy="411480"/>
          </a:xfrm>
          <a:prstGeom prst="rect">
            <a:avLst/>
          </a:prstGeom>
          <a:noFill/>
        </p:spPr>
        <p:txBody>
          <a:bodyPr wrap="square" anchor="t" lIns="0" rIns="0" tIns="0" bIns="0">
            <a:spAutoFit/>
          </a:bodyPr>
          <a:lstStyle/>
          <a:p>
            <a:pPr algn="l">
              <a:spcAft>
                <a:spcPts val="600"/>
              </a:spcAft>
            </a:pPr>
            <a:r>
              <a:rPr sz="1200" b="0">
                <a:solidFill>
                  <a:srgbClr val="FFFFFF"/>
                </a:solidFill>
              </a:rPr>
              <a:t>Datos sintéticos</a:t>
            </a:r>
          </a:p>
        </p:txBody>
      </p:sp>
      <p:sp>
        <p:nvSpPr>
          <p:cNvPr id="32" name="TextBox 31"/>
          <p:cNvSpPr txBox="1"/>
          <p:nvPr/>
        </p:nvSpPr>
        <p:spPr>
          <a:xfrm>
            <a:off x="905256" y="5989320"/>
            <a:ext cx="7406640" cy="822960"/>
          </a:xfrm>
          <a:prstGeom prst="rect">
            <a:avLst/>
          </a:prstGeom>
          <a:noFill/>
        </p:spPr>
        <p:txBody>
          <a:bodyPr wrap="square" anchor="t" lIns="0" rIns="0" tIns="0" bIns="0">
            <a:spAutoFit/>
          </a:bodyPr>
          <a:lstStyle/>
          <a:p>
            <a:pPr algn="l">
              <a:spcAft>
                <a:spcPts val="600"/>
              </a:spcAft>
            </a:pPr>
            <a:r>
              <a:rPr sz="1400" b="1">
                <a:solidFill>
                  <a:srgbClr val="FF3228"/>
                </a:solidFill>
              </a:rPr>
              <a:t>La calidad de los datos pesa más que el modelo: </a:t>
            </a:r>
            <a:r>
              <a:rPr sz="1400" b="0">
                <a:solidFill>
                  <a:srgbClr val="1E1E1E"/>
                </a:solidFill>
              </a:rPr>
              <a:t>cada resultado se contrastó con una referencia.</a:t>
            </a:r>
          </a:p>
        </p:txBody>
      </p:sp>
      <p:sp>
        <p:nvSpPr>
          <p:cNvPr id="33" name="Rectangle 32"/>
          <p:cNvSpPr/>
          <p:nvPr/>
        </p:nvSpPr>
        <p:spPr>
          <a:xfrm>
            <a:off x="8686800" y="2743200"/>
            <a:ext cx="5029200" cy="402336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61120" y="2926080"/>
            <a:ext cx="4572000" cy="365760"/>
          </a:xfrm>
          <a:prstGeom prst="rect">
            <a:avLst/>
          </a:prstGeom>
          <a:noFill/>
        </p:spPr>
        <p:txBody>
          <a:bodyPr wrap="square" anchor="t" lIns="0" rIns="0" tIns="0" bIns="0">
            <a:spAutoFit/>
          </a:bodyPr>
          <a:lstStyle/>
          <a:p>
            <a:pPr algn="l">
              <a:spcAft>
                <a:spcPts val="600"/>
              </a:spcAft>
            </a:pPr>
            <a:r>
              <a:rPr sz="1600" b="1">
                <a:solidFill>
                  <a:srgbClr val="FF3228"/>
                </a:solidFill>
              </a:rPr>
              <a:t>Limitaciones → trabajo futuro</a:t>
            </a:r>
          </a:p>
        </p:txBody>
      </p:sp>
      <p:sp>
        <p:nvSpPr>
          <p:cNvPr id="35" name="TextBox 34"/>
          <p:cNvSpPr txBox="1"/>
          <p:nvPr/>
        </p:nvSpPr>
        <p:spPr>
          <a:xfrm>
            <a:off x="8961120" y="3429000"/>
            <a:ext cx="4572000" cy="3291840"/>
          </a:xfrm>
          <a:prstGeom prst="rect">
            <a:avLst/>
          </a:prstGeom>
          <a:noFill/>
        </p:spPr>
        <p:txBody>
          <a:bodyPr wrap="square" anchor="t" lIns="0" rIns="0" tIns="0" bIns="0">
            <a:spAutoFit/>
          </a:bodyPr>
          <a:lstStyle/>
          <a:p>
            <a:pPr algn="l">
              <a:spcAft>
                <a:spcPts val="600"/>
              </a:spcAft>
            </a:pPr>
            <a:r>
              <a:rPr sz="1200" b="0">
                <a:solidFill>
                  <a:srgbClr val="1E1E1E"/>
                </a:solidFill>
              </a:rPr>
              <a:t>•  Sin referencia fisiológica de la fatiga → series largas con lactato, esfuerzo percibido y valoración experta</a:t>
            </a:r>
          </a:p>
          <a:p>
            <a:pPr algn="l">
              <a:spcAft>
                <a:spcPts val="600"/>
              </a:spcAft>
            </a:pPr>
            <a:r>
              <a:rPr sz="1200" b="0">
                <a:solidFill>
                  <a:srgbClr val="1E1E1E"/>
                </a:solidFill>
              </a:rPr>
              <a:t>•  Detección parcial (34 %) → anotar fotogramas propios (OKS, PCK, mAP) y ajustar la pose con SwimXYZ</a:t>
            </a:r>
          </a:p>
          <a:p>
            <a:pPr algn="l">
              <a:spcAft>
                <a:spcPts val="600"/>
              </a:spcAft>
            </a:pPr>
            <a:r>
              <a:rPr sz="1200" b="0">
                <a:solidFill>
                  <a:srgbClr val="1E1E1E"/>
                </a:solidFill>
              </a:rPr>
              <a:t>•  3D poco fiable en piernas → adaptar MotionBERT a nadadores; ViTPose con GPU</a:t>
            </a:r>
          </a:p>
          <a:p>
            <a:pPr algn="l">
              <a:spcAft>
                <a:spcPts val="600"/>
              </a:spcAft>
            </a:pPr>
            <a:r>
              <a:rPr sz="1200" b="0">
                <a:solidFill>
                  <a:srgbClr val="1E1E1E"/>
                </a:solidFill>
              </a:rPr>
              <a:t>•  Umbrales fijados con los mismos vídeos → validar con nadadores nuevos</a:t>
            </a:r>
          </a:p>
        </p:txBody>
      </p:sp>
      <p:sp>
        <p:nvSpPr>
          <p:cNvPr id="36" name="TextBox 35"/>
          <p:cNvSpPr txBox="1"/>
          <p:nvPr/>
        </p:nvSpPr>
        <p:spPr>
          <a:xfrm>
            <a:off x="905256" y="694944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 Cumplido con limitaciones (3D válido en codo y cadera, no en rodilla).</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Gracias</a:t>
            </a:r>
          </a:p>
        </p:txBody>
      </p:sp>
      <p:sp>
        <p:nvSpPr>
          <p:cNvPr id="3" name="Text Placeholder 2"/>
          <p:cNvSpPr>
            <a:spLocks noGrp="1"/>
          </p:cNvSpPr>
          <p:nvPr>
            <p:ph type="body" idx="16" sz="quarter"/>
          </p:nvPr>
        </p:nvSpPr>
        <p:spPr/>
        <p:txBody>
          <a:bodyPr/>
          <a:lstStyle/>
          <a:p>
            <a:r>
              <a:t>¿Preguntas?</a:t>
            </a:r>
          </a:p>
        </p:txBody>
      </p:sp>
      <p:sp>
        <p:nvSpPr>
          <p:cNvPr id="4" name="Text Placeholder 3"/>
          <p:cNvSpPr>
            <a:spLocks noGrp="1"/>
          </p:cNvSpPr>
          <p:nvPr>
            <p:ph type="body" idx="22" sz="quarter"/>
          </p:nvPr>
        </p:nvSpPr>
        <p:spPr/>
        <p:txBody>
          <a:bodyPr/>
          <a:lstStyle/>
          <a:p>
            <a:r>
              <a:t>StrokeLab · TFM Máster en IA</a:t>
            </a:r>
          </a:p>
        </p:txBody>
      </p:sp>
      <p:sp>
        <p:nvSpPr>
          <p:cNvPr id="5" name="Text Placeholder 4"/>
          <p:cNvSpPr>
            <a:spLocks noGrp="1"/>
          </p:cNvSpPr>
          <p:nvPr>
            <p:ph type="body" idx="15" sz="quarter"/>
          </p:nvPr>
        </p:nvSpPr>
        <p:spPr/>
        <p:txBody>
          <a:bodyPr/>
          <a:lstStyle/>
          <a:p>
            <a:r>
              <a:t>Diana Cruz</a:t>
            </a:r>
          </a:p>
        </p:txBody>
      </p:sp>
      <p:sp>
        <p:nvSpPr>
          <p:cNvPr id="6" name="Text Placeholder 5"/>
          <p:cNvSpPr>
            <a:spLocks noGrp="1"/>
          </p:cNvSpPr>
          <p:nvPr>
            <p:ph type="body" idx="23" sz="quarter"/>
          </p:nvPr>
        </p:nvSpPr>
        <p:spPr/>
        <p:txBody>
          <a:bodyPr/>
          <a:lstStyle/>
          <a:p>
            <a:r>
              <a:t>Universidad Europea</a:t>
            </a:r>
          </a:p>
        </p:txBody>
      </p:sp>
    </p:spTree>
  </p:cSld>
  <p:clrMapOvr>
    <a:masterClrMapping/>
  </p:clrMapOvr>
</p:sld>
</file>

<file path=ppt/theme/theme1.xml><?xml version="1.0" encoding="utf-8"?>
<a:theme xmlns:a="http://schemas.openxmlformats.org/drawingml/2006/main" name="Tema de Office">
  <a:themeElements>
    <a:clrScheme name="UEM">
      <a:dk1>
        <a:srgbClr val="1E1E1E"/>
      </a:dk1>
      <a:lt1>
        <a:srgbClr val="FFFFFF"/>
      </a:lt1>
      <a:dk2>
        <a:srgbClr val="504B4B"/>
      </a:dk2>
      <a:lt2>
        <a:srgbClr val="D2D1D1"/>
      </a:lt2>
      <a:accent1>
        <a:srgbClr val="FF3228"/>
      </a:accent1>
      <a:accent2>
        <a:srgbClr val="2D41B4"/>
      </a:accent2>
      <a:accent3>
        <a:srgbClr val="23B4AA"/>
      </a:accent3>
      <a:accent4>
        <a:srgbClr val="FFAFAA"/>
      </a:accent4>
      <a:accent5>
        <a:srgbClr val="FF5A50"/>
      </a:accent5>
      <a:accent6>
        <a:srgbClr val="504B4B"/>
      </a:accent6>
      <a:hlink>
        <a:srgbClr val="FF3228"/>
      </a:hlink>
      <a:folHlink>
        <a:srgbClr val="FF5A50"/>
      </a:folHlink>
    </a:clrScheme>
    <a:fontScheme name="UEM">
      <a:majorFont>
        <a:latin typeface="Century Gothic"/>
        <a:ea typeface=""/>
        <a:cs typeface=""/>
      </a:majorFont>
      <a:minorFont>
        <a:latin typeface="Century Gothic"/>
        <a:ea typeface=""/>
        <a:cs typeface=""/>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o" ma:contentTypeID="0x0101009EDEC3EEDB36734098E55D077E5C3584" ma:contentTypeVersion="10" ma:contentTypeDescription="Crear nuevo documento." ma:contentTypeScope="" ma:versionID="700d96ffd85efff1b4af5f024aa9d5d1">
  <xsd:schema xmlns:xsd="http://www.w3.org/2001/XMLSchema" xmlns:xs="http://www.w3.org/2001/XMLSchema" xmlns:p="http://schemas.microsoft.com/office/2006/metadata/properties" xmlns:ns2="0b4b1c4d-6bb0-4ef4-b5bc-519edc72ffe9" xmlns:ns3="c841b233-7233-448a-ba0a-1f28b3423e96" targetNamespace="http://schemas.microsoft.com/office/2006/metadata/properties" ma:root="true" ma:fieldsID="9a799093db3c68c21b3b0ed03e23df8a" ns2:_="" ns3:_="">
    <xsd:import namespace="0b4b1c4d-6bb0-4ef4-b5bc-519edc72ffe9"/>
    <xsd:import namespace="c841b233-7233-448a-ba0a-1f28b3423e96"/>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DateTaken" minOccurs="0"/>
                <xsd:element ref="ns2:MediaServiceGenerationTime" minOccurs="0"/>
                <xsd:element ref="ns2:MediaServiceEventHashCode" minOccurs="0"/>
                <xsd:element ref="ns2:MediaLengthInSeconds"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b4b1c4d-6bb0-4ef4-b5bc-519edc72ffe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c841b233-7233-448a-ba0a-1f28b3423e96" elementFormDefault="qualified">
    <xsd:import namespace="http://schemas.microsoft.com/office/2006/documentManagement/types"/>
    <xsd:import namespace="http://schemas.microsoft.com/office/infopath/2007/PartnerControls"/>
    <xsd:element name="SharedWithUsers" ma:index="16" nillable="true" ma:displayName="Compartido c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7" nillable="true" ma:displayName="Detalles de uso compartido"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0B891B3C-3D9C-41C4-BE08-6A5A2B7FF88B}"/>
</file>

<file path=customXml/itemProps2.xml><?xml version="1.0" encoding="utf-8"?>
<ds:datastoreItem xmlns:ds="http://schemas.openxmlformats.org/officeDocument/2006/customXml" ds:itemID="{44B4F3E1-F5B6-4E25-A7A1-EC58D87DE939}"/>
</file>

<file path=customXml/itemProps3.xml><?xml version="1.0" encoding="utf-8"?>
<ds:datastoreItem xmlns:ds="http://schemas.openxmlformats.org/officeDocument/2006/customXml" ds:itemID="{DA714949-6569-40D0-B2D1-9C8493BA6FB6}"/>
</file>

<file path=docProps/app.xml><?xml version="1.0" encoding="utf-8"?>
<Properties xmlns="http://schemas.openxmlformats.org/officeDocument/2006/extended-properties" xmlns:vt="http://schemas.openxmlformats.org/officeDocument/2006/docPropsVTypes">
  <Template>Office Theme</Template>
  <TotalTime>2399</TotalTime>
  <Words>1320</Words>
  <Application>Microsoft Office PowerPoint</Application>
  <PresentationFormat>Personalizado</PresentationFormat>
  <Paragraphs>511</Paragraphs>
  <Slides>66</Slides>
  <Notes>0</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66</vt:i4>
      </vt:variant>
    </vt:vector>
  </HeadingPairs>
  <TitlesOfParts>
    <vt:vector size="71" baseType="lpstr">
      <vt:lpstr>Arial</vt:lpstr>
      <vt:lpstr>Calibri</vt:lpstr>
      <vt:lpstr>Century Gothic</vt:lpstr>
      <vt:lpstr>Wingdings</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Estilo de gráfico de barras II</vt:lpstr>
      <vt:lpstr>Estilo de gráfico de barras III</vt:lpstr>
      <vt:lpstr>Estilo de gráfico de barras IV</vt:lpstr>
      <vt:lpstr>Estilo de gráfico de barras V</vt:lpstr>
      <vt:lpstr>Estilo de gráfico de circular I</vt:lpstr>
      <vt:lpstr>Estilo de gráfico de área I</vt:lpstr>
      <vt:lpstr>Estilo de gráfico de área II</vt:lpstr>
      <vt:lpstr>Estilo de gráfico de área II</vt:lpstr>
      <vt:lpstr>Estilo de tabla I</vt:lpstr>
      <vt:lpstr>Estilo de tabla II</vt:lpstr>
      <vt:lpstr>Estilo de tabla III</vt:lpstr>
      <vt:lpstr>Estilo de tabla IV</vt:lpstr>
      <vt:lpstr>Estilo de tabla V</vt:lpstr>
      <vt:lpstr>Iconos</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Teletrabajo</dc:creator>
  <cp:lastModifiedBy>LAURA GARCIA CUENCA</cp:lastModifiedBy>
  <cp:revision>147</cp:revision>
  <dcterms:created xsi:type="dcterms:W3CDTF">2021-02-03T10:15:32Z</dcterms:created>
  <dcterms:modified xsi:type="dcterms:W3CDTF">2025-02-10T13:43:00Z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0x0101009EDEC3EEDB36734098E55D077E5C3584</vt:lpwstr>
  </property>
</Properties>
</file>