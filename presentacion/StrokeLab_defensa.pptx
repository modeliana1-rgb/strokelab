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media/image10.svg" ContentType="image/svg+xml"/>
  <Override PartName="/ppt/media/image14.svg" ContentType="image/svg+xml"/>
  <Override PartName="/ppt/media/image16.svg" ContentType="image/svg+xml"/>
  <Override PartName="/ppt/media/image22.svg" ContentType="image/svg+xml"/>
  <Override PartName="/ppt/media/image24.svg" ContentType="image/svg+xml"/>
  <Override PartName="/ppt/media/image29.svg" ContentType="image/svg+xml"/>
  <Override PartName="/ppt/media/image3.svg" ContentType="image/svg+xml"/>
  <Override PartName="/ppt/media/image49.svg" ContentType="image/svg+xml"/>
  <Override PartName="/ppt/media/image51.svg" ContentType="image/svg+xml"/>
  <Override PartName="/ppt/media/image6.svg" ContentType="image/svg+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68"/>
  </p:notesMasterIdLst>
  <p:sldIdLst>
    <p:sldId id="318" r:id="rId2"/>
    <p:sldId id="319" r:id="rId11"/>
    <p:sldId id="320" r:id="rId12"/>
    <p:sldId id="321" r:id="rId13"/>
    <p:sldId id="322" r:id="rId14"/>
    <p:sldId id="323" r:id="rId15"/>
    <p:sldId id="324" r:id="rId16"/>
    <p:sldId id="325" r:id="rId17"/>
    <p:sldId id="326" r:id="rId18"/>
    <p:sldId id="327" r:id="rId19"/>
    <p:sldId id="328" r:id="rId20"/>
    <p:sldId id="329" r:id="rId21"/>
    <p:sldId id="330" r:id="rId22"/>
    <p:sldId id="332" r:id="rId24"/>
    <p:sldId id="333" r:id="rId25"/>
    <p:sldId id="334" r:id="rId26"/>
    <p:sldId id="335" r:id="rId27"/>
    <p:sldId id="336" r:id="rId28"/>
    <p:sldId id="340" r:id="rId32"/>
    <p:sldId id="341" r:id="rId33"/>
  </p:sldIdLst>
  <p:sldSz cx="14630400" cy="82296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3228"/>
    <a:srgbClr val="2D41B4"/>
    <a:srgbClr val="504B4B"/>
    <a:srgbClr val="23B4AA"/>
    <a:srgbClr val="FFAFAA"/>
    <a:srgbClr val="1E1E1E"/>
    <a:srgbClr val="A5A5A5"/>
    <a:srgbClr val="D2D1D1"/>
    <a:srgbClr val="7D7878"/>
    <a:srgbClr val="33333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2D5ABB26-0587-4C30-8999-92F81FD0307C}">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FD0F851-EC5A-4D38-B0AD-8093EC10F338}" styleName="Estilo claro 1 - Acento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D27102A9-8310-4765-A935-A1911B00CA55}" styleName="Estilo claro 1 - Acento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C083E6E3-FA7D-4D7B-A595-EF9225AFEA82}" styleName="Estilo claro 1 - Acento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0E3FDE45-AF77-4B5C-9715-49D594BDF05E}" styleName="Estilo claro 1 - Acento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2D5ABB26-0587-4C30-8999-92F81FD0307C}" styleName="Sin estilo ni cuadrícula">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032" autoAdjust="0"/>
    <p:restoredTop sz="94660"/>
  </p:normalViewPr>
  <p:slideViewPr>
    <p:cSldViewPr snapToGrid="0">
      <p:cViewPr varScale="1">
        <p:scale>
          <a:sx n="69" d="100"/>
          <a:sy n="69" d="100"/>
        </p:scale>
        <p:origin x="354" y="78"/>
      </p:cViewPr>
      <p:guideLst/>
    </p:cSldViewPr>
  </p:slideViewPr>
  <p:notesTextViewPr>
    <p:cViewPr>
      <p:scale>
        <a:sx n="3" d="2"/>
        <a:sy n="3" d="2"/>
      </p:scale>
      <p:origin x="0" y="0"/>
    </p:cViewPr>
  </p:notesTextViewPr>
  <p:notesViewPr>
    <p:cSldViewPr snapToGrid="0" showGuides="1">
      <p:cViewPr varScale="1">
        <p:scale>
          <a:sx n="84" d="100"/>
          <a:sy n="84" d="100"/>
        </p:scale>
        <p:origin x="2976" y="102"/>
      </p:cViewPr>
      <p:guideLst/>
    </p:cSldViewPr>
  </p:notesViewPr>
  <p:gridSpacing cx="360000" cy="3600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11" Type="http://schemas.openxmlformats.org/officeDocument/2006/relationships/slide" Target="slides/slide2.xml"/><Relationship Id="rId12" Type="http://schemas.openxmlformats.org/officeDocument/2006/relationships/slide" Target="slides/slide3.xml"/><Relationship Id="rId13" Type="http://schemas.openxmlformats.org/officeDocument/2006/relationships/slide" Target="slides/slide4.xml"/><Relationship Id="rId14" Type="http://schemas.openxmlformats.org/officeDocument/2006/relationships/slide" Target="slides/slide5.xml"/><Relationship Id="rId15" Type="http://schemas.openxmlformats.org/officeDocument/2006/relationships/slide" Target="slides/slide6.xml"/><Relationship Id="rId16" Type="http://schemas.openxmlformats.org/officeDocument/2006/relationships/slide" Target="slides/slide7.xml"/><Relationship Id="rId17" Type="http://schemas.openxmlformats.org/officeDocument/2006/relationships/slide" Target="slides/slide8.xml"/><Relationship Id="rId18" Type="http://schemas.openxmlformats.org/officeDocument/2006/relationships/slide" Target="slides/slide9.xml"/><Relationship Id="rId19" Type="http://schemas.openxmlformats.org/officeDocument/2006/relationships/slide" Target="slides/slide10.xml"/><Relationship Id="rId20" Type="http://schemas.openxmlformats.org/officeDocument/2006/relationships/slide" Target="slides/slide11.xml"/><Relationship Id="rId21" Type="http://schemas.openxmlformats.org/officeDocument/2006/relationships/slide" Target="slides/slide12.xml"/><Relationship Id="rId22" Type="http://schemas.openxmlformats.org/officeDocument/2006/relationships/slide" Target="slides/slide13.xml"/><Relationship Id="rId24" Type="http://schemas.openxmlformats.org/officeDocument/2006/relationships/slide" Target="slides/slide15.xml"/><Relationship Id="rId25" Type="http://schemas.openxmlformats.org/officeDocument/2006/relationships/slide" Target="slides/slide16.xml"/><Relationship Id="rId26" Type="http://schemas.openxmlformats.org/officeDocument/2006/relationships/slide" Target="slides/slide17.xml"/><Relationship Id="rId27" Type="http://schemas.openxmlformats.org/officeDocument/2006/relationships/slide" Target="slides/slide18.xml"/><Relationship Id="rId28" Type="http://schemas.openxmlformats.org/officeDocument/2006/relationships/slide" Target="slides/slide19.xml"/><Relationship Id="rId32" Type="http://schemas.openxmlformats.org/officeDocument/2006/relationships/slide" Target="slides/slide23.xml"/><Relationship Id="rId33" Type="http://schemas.openxmlformats.org/officeDocument/2006/relationships/slide" Target="slides/slide24.xml"/><Relationship Id="rId68" Type="http://schemas.openxmlformats.org/officeDocument/2006/relationships/notesMaster" Target="notesMasters/notesMaster1.xml"/><Relationship Id="rId69" Type="http://schemas.openxmlformats.org/officeDocument/2006/relationships/presProps" Target="presProps.xml"/><Relationship Id="rId70" Type="http://schemas.openxmlformats.org/officeDocument/2006/relationships/viewProps" Target="viewProps.xml"/><Relationship Id="rId71" Type="http://schemas.openxmlformats.org/officeDocument/2006/relationships/theme" Target="theme/theme1.xml"/><Relationship Id="rId72" Type="http://schemas.openxmlformats.org/officeDocument/2006/relationships/tableStyles" Target="tableStyles.xml"/><Relationship Id="rId73" Type="http://schemas.openxmlformats.org/officeDocument/2006/relationships/customXml" Target="../customXml/item1.xml"/><Relationship Id="rId74" Type="http://schemas.openxmlformats.org/officeDocument/2006/relationships/customXml" Target="../customXml/item2.xml"/><Relationship Id="rId75" Type="http://schemas.openxmlformats.org/officeDocument/2006/relationships/customXml" Target="../customXml/item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6D15707-0965-4200-92FF-ACFEAFE6E787}" type="datetimeFigureOut">
              <a:rPr lang="es-ES" smtClean="0"/>
              <a:t>10/02/2025</a:t>
            </a:fld>
            <a:endParaRPr lang="es-ES"/>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CA9C7CC-C5F4-4693-B1F7-2A3DC83E93D5}" type="slidenum">
              <a:rPr lang="es-ES" smtClean="0"/>
              <a:t>‹Nº›</a:t>
            </a:fld>
            <a:endParaRPr lang="es-ES"/>
          </a:p>
        </p:txBody>
      </p:sp>
    </p:spTree>
    <p:extLst>
      <p:ext uri="{BB962C8B-B14F-4D97-AF65-F5344CB8AC3E}">
        <p14:creationId xmlns:p14="http://schemas.microsoft.com/office/powerpoint/2010/main" val="235349985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Buenos días. Soy Diana Cruz y presento StrokeLab, un sistema que analiza un vídeo de natación y le dice al entrenador cómo de eficiente es la brazada, en qué momento aparece la fatiga técnica y por qué. Todo funciona con una cámara normal y un portátil sin GPU. [≈ 20 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 es la estructura: el problema, el sistema, cómo lo validé, una demostración con dos grabaciones de 100 m libre y las conclusiones. [≈ 15 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Cuando un nadador se cansa, su técnica cambia antes de que caiga el tiempo: acorta la brazada, sube la frecuencia, baja el codo. Hoy esto se detecta a ojo, de forma subjetiva, o con sistemas instrumentados —sensores inerciales, varias cámaras— que son caros y complejos. StrokeLab propone una tercera vía: una sola cámara convencional y un portátil, y un sistema que no solo detecta la fatiga sino que explica qué variable la provoca. [≈ 1 min]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objetivo general es un sistema de IA explicable que, desde vídeo monocular y en la CPU de un portátil, cuantifique la técnica, detecte el inicio de la fatiga y explique sus causas. El director marcó cuatro indicaciones: la explicabilidad es lo más importante, dos verticales de IA —visión y datos tabulares—, modos diferenciados y optimizar YOLO. La tabla resume cómo responde el sistema a cada una. [≈ 1 min]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 es la arquitectura. La vertical de visión estima la pose: 17 puntos del cuerpo por fotograma con YOLOv8n en 2D y MotionBERT en 3D, y los limpia con filtros anatómicos. La vertical tabular divide el nado en ciclos de brazada, calcula por ciclo la frecuencia, la distancia por ciclo y los ángulos de codo, hombro, cadera, rodilla y tronco, aprende el patrón fresco del propio nadador con Isolation Forest y explica cada desviación con SHAP. El resultado llega al entrenador como vídeo anotado, tablas y un texto. [≈ 1 min 15 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YOLO se entrenó con personas de pie, no con nadadores horizontales bajo el agua. Tres decisiones lo adaptan. Primero, el giro: pruebo el fotograma sin girar y girado 90 grados y me quedo con la orientación que mejor detecta. Segundo, filtros anatómicos: descarto cuerpos imposibles, como un tronco vertical en vista lateral o la cadera encima del hombro. Tercero, la elección del modelo: en el mismo vídeo YOLOv8n dio 15 ciclos válidos frente a 3 de MoveNet. El 3D de MotionBERT reconstruye mal las piernas de un nadador horizontal, así que en vista lateral uso los ángulos 2D. [≈ 1 min]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Bajo el agua YOLO copia el brazo visible en el oculto: las dos muñecas salen casi idénticas. Por eso no sigo cada brazo por separado, sino la mano más profunda respecto al eje del cuerpo. Cada pico es una brazada y en crol dos brazadas forman un ciclo. Lo validé contra mi conteo manual: el error en la frecuencia está entre el 6,5 y el 8,2 %, en vista lateral y frontal. [≈ 1 min]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hay etiquetas de fatiga, así que planteo el problema como detección de anomalías respecto al propio nadador. El primer 30 % de sus ciclos es su patrón fresco. Isolation Forest puntúa cada ciclo por lo distinto que es de ese patrón. El inicio de la fatiga es el primer momento con tres ciclos seguidos por encima del percentil 95 de la fase fresca, y lo contrasto con el detector de cambios PELT. En la gráfica, con datos sintéticos y fatiga programada, el sistema la detecta al comienzo de la transición. [≈ 1 min 15 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parte más importante para el director es la explicación. Para el ciclo en que empieza la fatiga, TreeSHAP reparte la puntuación de anomalía entre las variables. En la secuencia sintética de 90 s el inicio se detecta en el ciclo 35, a los 51,9 segundos, y las causas son el alcance del brazo derecho, que pasa de 1,78 a 1,05 troncos, la asimetría de brazos, del 2 al 23 %, y la amplitud de patada. Son justo variables que se alteraron en la simulación: la explicación es verificable. PELT situó el cambio en el ciclo 33. [≈ 1 min]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 vídeo real analicé 17 secuencias de 4 participantes en 4 estilos: 6,6 minutos grabados, de los que 2,2 minutos fueron analizables, con 95 ciclos válidos. La frecuencia se aproxima al conteo manual con un error del 6,5 al 8,2 %. La vista automática clasificó bien las 17 secuencias, aunque el umbral se fijó con ellas, y la familia del estilo en 12 de 13. Las sesiones de pasadas cortas no dieron fatiga, y tampoco falsas alarmas: es lo esperable, porque son pasadas a ritmo técnico con descansos. El nadador fue analizable en el 34 % del tiempo: la detección bajo el agua es la principal limitación. [≈ 1 min]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Como no tengo una referencia real de fatiga, construí un generador de datos sintéticos en el que sé la verdad: la frecuencia, la velocidad y el momento exacto en que empieza la fatiga. Con él, el error mediano es del 4,7 % en frecuencia, del 1,3 % en velocidad y del 4,3 % en distancia por ciclo. El detector encuentra la fatiga en el 100 % de los casos con un 10 % de falsas alarmas, y en tiempo real detecta 10 de 10 sin falsas alarmas. Son datos sintéticos y así los presento: sirven para comprobar que el método funciona cuando la verdad se conoce. [≈ 1 min]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resultado no es un número suelto. El vídeo anotado muestra en cada momento si el nadador está fresco o fatigado, el ciclo y la frecuencia, y una barra con la anomalía de cada ciclo y el umbral. El modo en tiempo real hace lo mismo mientras se reproduce el vídeo o la cámara, y muestra las causas de SHAP en directo. Además, el sistema decide solo la vista y la familia del estilo, y procesa listas de vídeos por lotes. [≈ 45 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Para terminar, una demostración con dos grabaciones de 100 m libre, una suave y otra rápida, hechas después de entregar la memoria; no forman parte de sus resultados. [Reproducir el vídeo anotado del 100 suave.] En el suave el sistema decidió solo que la vista era lateral y el estilo crol, y obtuvo 20 ciclos válidos a 56 ciclos por minuto. En el rápido la cámara ve al nadador de frente u oblicuo gran parte del tiempo: en lateral solo salían 2 ciclos válidos y, indicando la vista frontal, 39 ciclos a 54 ciclos por minuto. En ninguno hay fatiga sostenida, lo esperable en 100 metros. La frecuencia de los dos es parecida; sin un conteo manual no afirmo cuál es más precisa. Es justo lo que dice la memoria: la vista y la detección condicionan el análisis. [≈ 1 min 30 s] NO mostrar los ángulos de cadera y rodilla del suave: las piernas se detectan mal en este vídeo.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limitaciones son claras y las identifiqué con datos. Faltan grabaciones de nado continuo y una referencia fisiológica, así que la fatiga real no está validada todavía. El nadador solo es analizable el 34 % del tiempo y en vista lateral el modelo copia el brazo oculto. Con una cámara, los ángulos son proyecciones y el 3D falla en las piernas. El trabajo futuro sale directamente de ellas: series largas con lactato, esfuerzo percibido y valoración del entrenador; anotar fotogramas propios para medir OKS, PCK y mAP; ajustar la pose con SwimXYZ y datos propios; y ampliar con audio, sensores inerciales y una interfaz. [≈ 1 min]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resumen: siete objetivos cumplidos y dos parciales. Los parciales son honestos: la fatiga está validada con datos sintéticos y en tiempo real, pero falta la validación fisiológica con nadadores reales; y el clasificador de estilo supervisado no generalizaba, por eso lo sustituí por reglas biomecánicas. La lección principal del trabajo es que la calidad de los datos pesa más que el modelo: detecté una exactitud del 99,99 % que era fuga de datos y, desde entonces, contrasté cada resultado con una referencia. Gracias. [≈ 1 min]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Muchas gracias. Quedo a disposición del tribunal para sus preguntas.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preguntan por qué YOLOv8n: es el más ligero sin perder detección, y en el vídeo real dio muchos más ciclos válidos que MoveNet. ViTPose se descartó por coste en CPU.</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Ninguna sesión mostró fatiga ni falsas alarmas. Son pasadas cortas a ritmo técnico con descansos, no un esfuerzo continuo. No demuestra la capacidad de detectar fatiga real, pero sí que el sistema no inventa fatiga.</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preguntan por la validación con referencia conocida: en vista lateral se estiman frecuencia, velocidad y distancia por ciclo con errores medianos del 4,7, 1,3 y 4,3 %; de frente, la frecuencia con un 0,3 %. El inicio se detecta a los 57,3 s, al comienzo de la transición, y SHAP señala variables alteradas en la simulación.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8.svg"/><Relationship Id="rId4" Type="http://schemas.openxmlformats.org/officeDocument/2006/relationships/image" Target="../media/image2.png"/><Relationship Id="rId5" Type="http://schemas.openxmlformats.org/officeDocument/2006/relationships/image" Target="../media/image3.sv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0.svg"/><Relationship Id="rId4" Type="http://schemas.openxmlformats.org/officeDocument/2006/relationships/image" Target="../media/image5.png"/><Relationship Id="rId5" Type="http://schemas.openxmlformats.org/officeDocument/2006/relationships/image" Target="../media/image6.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2.png"/><Relationship Id="rId4" Type="http://schemas.openxmlformats.org/officeDocument/2006/relationships/image" Target="../media/image3.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 Id="rId3" Type="http://schemas.openxmlformats.org/officeDocument/2006/relationships/image" Target="../media/image14.svg"/><Relationship Id="rId4" Type="http://schemas.openxmlformats.org/officeDocument/2006/relationships/image" Target="../media/image2.png"/><Relationship Id="rId5" Type="http://schemas.openxmlformats.org/officeDocument/2006/relationships/image" Target="../media/image3.sv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16.svg"/><Relationship Id="rId4" Type="http://schemas.openxmlformats.org/officeDocument/2006/relationships/image" Target="../media/image5.png"/><Relationship Id="rId5" Type="http://schemas.openxmlformats.org/officeDocument/2006/relationships/image" Target="../media/image6.sv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svg"/><Relationship Id="rId4" Type="http://schemas.openxmlformats.org/officeDocument/2006/relationships/image" Target="../media/image18.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svg"/><Relationship Id="rId4" Type="http://schemas.openxmlformats.org/officeDocument/2006/relationships/image" Target="../media/image20.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 Id="rId3" Type="http://schemas.openxmlformats.org/officeDocument/2006/relationships/image" Target="../media/image22.svg"/><Relationship Id="rId4" Type="http://schemas.openxmlformats.org/officeDocument/2006/relationships/image" Target="../media/image5.png"/><Relationship Id="rId5" Type="http://schemas.openxmlformats.org/officeDocument/2006/relationships/image" Target="../media/image6.sv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svg"/><Relationship Id="rId4" Type="http://schemas.openxmlformats.org/officeDocument/2006/relationships/image" Target="../media/image23.png"/><Relationship Id="rId5" Type="http://schemas.openxmlformats.org/officeDocument/2006/relationships/image" Target="../media/image24.sv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sv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sv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sv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sv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 Id="rId3" Type="http://schemas.openxmlformats.org/officeDocument/2006/relationships/image" Target="../media/image29.sv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 Id="rId3" Type="http://schemas.openxmlformats.org/officeDocument/2006/relationships/image" Target="../media/image29.sv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 Id="rId3" Type="http://schemas.openxmlformats.org/officeDocument/2006/relationships/image" Target="../media/image29.sv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 Id="rId3" Type="http://schemas.openxmlformats.org/officeDocument/2006/relationships/image" Target="../media/image29.sv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0.png"/><Relationship Id="rId3" Type="http://schemas.openxmlformats.org/officeDocument/2006/relationships/image" Target="../media/image28.png"/><Relationship Id="rId4" Type="http://schemas.openxmlformats.org/officeDocument/2006/relationships/image" Target="../media/image29.sv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1.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2.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2.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3.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4.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4.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4.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4.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5.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6.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7.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8.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9.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0.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1.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2.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3.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4.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5.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6.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7.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sv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sv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sv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sv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8.png"/><Relationship Id="rId3" Type="http://schemas.openxmlformats.org/officeDocument/2006/relationships/image" Target="../media/image49.svg"/><Relationship Id="rId4" Type="http://schemas.openxmlformats.org/officeDocument/2006/relationships/image" Target="../media/image5.png"/><Relationship Id="rId5" Type="http://schemas.openxmlformats.org/officeDocument/2006/relationships/image" Target="../media/image6.sv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0.png"/><Relationship Id="rId3" Type="http://schemas.openxmlformats.org/officeDocument/2006/relationships/image" Target="../media/image51.sv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Portada 01 blanc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4" name="Imagen 3">
            <a:extLst>
              <a:ext uri="{FF2B5EF4-FFF2-40B4-BE49-F238E27FC236}">
                <a16:creationId xmlns:a16="http://schemas.microsoft.com/office/drawing/2014/main" id="{89F0BE85-C225-4003-835C-418D02FC4042}"/>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1232014" y="2730479"/>
            <a:ext cx="4902086" cy="1442094"/>
          </a:xfrm>
        </p:spPr>
        <p:txBody>
          <a:bodyPr anchor="t">
            <a:normAutofit/>
          </a:bodyPr>
          <a:lstStyle>
            <a:lvl1pPr>
              <a:defRPr sz="4300" b="1">
                <a:solidFill>
                  <a:schemeClr val="bg1"/>
                </a:solidFill>
                <a:latin typeface="Century Gothic" panose="020B0502020202020204" pitchFamily="34" charset="0"/>
              </a:defRPr>
            </a:lvl1pPr>
          </a:lstStyle>
          <a:p>
            <a:r>
              <a:rPr lang="es-ES" dirty="0" err="1"/>
              <a:t>Opienscre</a:t>
            </a:r>
            <a:r>
              <a:rPr lang="es-ES" dirty="0"/>
              <a:t> in </a:t>
            </a:r>
            <a:r>
              <a:rPr lang="es-ES" dirty="0" err="1"/>
              <a:t>restiam</a:t>
            </a:r>
            <a:r>
              <a:rPr lang="es-ES" dirty="0"/>
              <a:t> </a:t>
            </a:r>
            <a:r>
              <a:rPr lang="es-ES" dirty="0" err="1"/>
              <a:t>publis</a:t>
            </a:r>
            <a:r>
              <a:rPr lang="es-ES" dirty="0"/>
              <a:t> </a:t>
            </a:r>
            <a:r>
              <a:rPr lang="es-ES" dirty="0" err="1"/>
              <a:t>hor</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1232014" y="4237320"/>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Restiam</a:t>
            </a:r>
            <a:r>
              <a:rPr lang="es-ES" dirty="0"/>
              <a:t> </a:t>
            </a:r>
            <a:r>
              <a:rPr lang="es-ES" dirty="0" err="1"/>
              <a:t>publis</a:t>
            </a:r>
            <a:r>
              <a:rPr lang="es-ES" dirty="0"/>
              <a:t> </a:t>
            </a:r>
            <a:r>
              <a:rPr lang="es-ES" dirty="0" err="1"/>
              <a:t>hore</a:t>
            </a:r>
            <a:r>
              <a:rPr lang="es-ES" dirty="0"/>
              <a:t> </a:t>
            </a:r>
            <a:r>
              <a:rPr lang="es-ES" dirty="0" err="1"/>
              <a:t>estiam</a:t>
            </a:r>
            <a:endParaRPr lang="es-ES" dirty="0"/>
          </a:p>
          <a:p>
            <a:pPr lvl="0"/>
            <a:r>
              <a:rPr lang="es-ES" dirty="0" err="1"/>
              <a:t>Publis</a:t>
            </a:r>
            <a:r>
              <a:rPr lang="es-ES" dirty="0"/>
              <a:t> </a:t>
            </a:r>
            <a:r>
              <a:rPr lang="es-ES" dirty="0" err="1"/>
              <a:t>hore</a:t>
            </a:r>
            <a:r>
              <a:rPr lang="es-ES" dirty="0"/>
              <a:t> </a:t>
            </a:r>
            <a:r>
              <a:rPr lang="es-ES" dirty="0" err="1"/>
              <a:t>hore</a:t>
            </a:r>
            <a:endParaRPr lang="es-ES" dirty="0"/>
          </a:p>
        </p:txBody>
      </p:sp>
      <p:sp>
        <p:nvSpPr>
          <p:cNvPr id="11" name="Marcador de texto 6">
            <a:extLst>
              <a:ext uri="{FF2B5EF4-FFF2-40B4-BE49-F238E27FC236}">
                <a16:creationId xmlns:a16="http://schemas.microsoft.com/office/drawing/2014/main" id="{0A95CA33-F0F0-4110-8F61-E718D61611DC}"/>
              </a:ext>
            </a:extLst>
          </p:cNvPr>
          <p:cNvSpPr>
            <a:spLocks noGrp="1"/>
          </p:cNvSpPr>
          <p:nvPr>
            <p:ph type="body" sz="quarter" idx="11" hasCustomPrompt="1"/>
          </p:nvPr>
        </p:nvSpPr>
        <p:spPr>
          <a:xfrm>
            <a:off x="1232014" y="4979647"/>
            <a:ext cx="4902086" cy="696630"/>
          </a:xfrm>
        </p:spPr>
        <p:txBody>
          <a:bodyPr>
            <a:noAutofit/>
          </a:bodyPr>
          <a:lstStyle>
            <a:lvl1pPr marL="0" indent="0">
              <a:lnSpc>
                <a:spcPts val="2600"/>
              </a:lnSpc>
              <a:spcBef>
                <a:spcPts val="0"/>
              </a:spcBef>
              <a:buNone/>
              <a:defRPr sz="2600" b="1">
                <a:solidFill>
                  <a:schemeClr val="bg1"/>
                </a:solidFill>
              </a:defRPr>
            </a:lvl1pPr>
            <a:lvl2pPr marL="271463" indent="0">
              <a:buNone/>
              <a:defRPr/>
            </a:lvl2pPr>
          </a:lstStyle>
          <a:p>
            <a:pPr lvl="0"/>
            <a:r>
              <a:rPr lang="es-ES" dirty="0"/>
              <a:t>09 de febrero de 2021</a:t>
            </a:r>
          </a:p>
        </p:txBody>
      </p:sp>
      <p:sp>
        <p:nvSpPr>
          <p:cNvPr id="14" name="CuadroTexto 13">
            <a:extLst>
              <a:ext uri="{FF2B5EF4-FFF2-40B4-BE49-F238E27FC236}">
                <a16:creationId xmlns:a16="http://schemas.microsoft.com/office/drawing/2014/main" id="{2BD999AF-4FA8-4A34-BC9D-244C3E9A73D6}"/>
              </a:ext>
            </a:extLst>
          </p:cNvPr>
          <p:cNvSpPr txBox="1"/>
          <p:nvPr userDrawn="1"/>
        </p:nvSpPr>
        <p:spPr>
          <a:xfrm>
            <a:off x="5118806" y="5867012"/>
            <a:ext cx="1800493" cy="430887"/>
          </a:xfrm>
          <a:prstGeom prst="rect">
            <a:avLst/>
          </a:prstGeom>
          <a:noFill/>
        </p:spPr>
        <p:txBody>
          <a:bodyPr wrap="none" rtlCol="0">
            <a:spAutoFit/>
          </a:bodyPr>
          <a:lstStyle/>
          <a:p>
            <a:r>
              <a:rPr lang="es-ES" sz="2200" b="1" dirty="0">
                <a:solidFill>
                  <a:schemeClr val="bg1"/>
                </a:solidFill>
              </a:rPr>
              <a:t>Ve más allá</a:t>
            </a:r>
          </a:p>
        </p:txBody>
      </p:sp>
      <p:pic>
        <p:nvPicPr>
          <p:cNvPr id="12" name="Gráfico 11">
            <a:extLst>
              <a:ext uri="{FF2B5EF4-FFF2-40B4-BE49-F238E27FC236}">
                <a16:creationId xmlns:a16="http://schemas.microsoft.com/office/drawing/2014/main" id="{9370E4E4-B71F-49CD-9929-ADF5802DA3D5}"/>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18038" y="908844"/>
            <a:ext cx="2910840" cy="800100"/>
          </a:xfrm>
          <a:prstGeom prst="rect">
            <a:avLst/>
          </a:prstGeom>
        </p:spPr>
      </p:pic>
    </p:spTree>
    <p:extLst>
      <p:ext uri="{BB962C8B-B14F-4D97-AF65-F5344CB8AC3E}">
        <p14:creationId xmlns:p14="http://schemas.microsoft.com/office/powerpoint/2010/main" val="1913139461"/>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Portada 01 roj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4" name="Imagen 3">
            <a:extLst>
              <a:ext uri="{FF2B5EF4-FFF2-40B4-BE49-F238E27FC236}">
                <a16:creationId xmlns:a16="http://schemas.microsoft.com/office/drawing/2014/main" id="{89F0BE85-C225-4003-835C-418D02FC4042}"/>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1" y="0"/>
            <a:ext cx="14630397" cy="8229599"/>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1232014" y="2730479"/>
            <a:ext cx="4902086" cy="1442094"/>
          </a:xfrm>
        </p:spPr>
        <p:txBody>
          <a:bodyPr anchor="t">
            <a:normAutofit/>
          </a:bodyPr>
          <a:lstStyle>
            <a:lvl1pPr>
              <a:defRPr sz="4300" b="1">
                <a:solidFill>
                  <a:schemeClr val="bg1"/>
                </a:solidFill>
                <a:latin typeface="Century Gothic" panose="020B0502020202020204" pitchFamily="34" charset="0"/>
              </a:defRPr>
            </a:lvl1pPr>
          </a:lstStyle>
          <a:p>
            <a:r>
              <a:rPr lang="es-ES" dirty="0" err="1"/>
              <a:t>Opienscre</a:t>
            </a:r>
            <a:r>
              <a:rPr lang="es-ES" dirty="0"/>
              <a:t> in </a:t>
            </a:r>
            <a:r>
              <a:rPr lang="es-ES" dirty="0" err="1"/>
              <a:t>restiam</a:t>
            </a:r>
            <a:r>
              <a:rPr lang="es-ES" dirty="0"/>
              <a:t> </a:t>
            </a:r>
            <a:r>
              <a:rPr lang="es-ES" dirty="0" err="1"/>
              <a:t>publis</a:t>
            </a:r>
            <a:r>
              <a:rPr lang="es-ES" dirty="0"/>
              <a:t> </a:t>
            </a:r>
            <a:r>
              <a:rPr lang="es-ES" dirty="0" err="1"/>
              <a:t>hor</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1232014" y="4237320"/>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Restiam</a:t>
            </a:r>
            <a:r>
              <a:rPr lang="es-ES" dirty="0"/>
              <a:t> </a:t>
            </a:r>
            <a:r>
              <a:rPr lang="es-ES" dirty="0" err="1"/>
              <a:t>publis</a:t>
            </a:r>
            <a:r>
              <a:rPr lang="es-ES" dirty="0"/>
              <a:t> </a:t>
            </a:r>
            <a:r>
              <a:rPr lang="es-ES" dirty="0" err="1"/>
              <a:t>hore</a:t>
            </a:r>
            <a:r>
              <a:rPr lang="es-ES" dirty="0"/>
              <a:t> </a:t>
            </a:r>
            <a:r>
              <a:rPr lang="es-ES" dirty="0" err="1"/>
              <a:t>estiam</a:t>
            </a:r>
            <a:endParaRPr lang="es-ES" dirty="0"/>
          </a:p>
          <a:p>
            <a:pPr lvl="0"/>
            <a:r>
              <a:rPr lang="es-ES" dirty="0" err="1"/>
              <a:t>Publis</a:t>
            </a:r>
            <a:r>
              <a:rPr lang="es-ES" dirty="0"/>
              <a:t> </a:t>
            </a:r>
            <a:r>
              <a:rPr lang="es-ES" dirty="0" err="1"/>
              <a:t>hore</a:t>
            </a:r>
            <a:r>
              <a:rPr lang="es-ES" dirty="0"/>
              <a:t> </a:t>
            </a:r>
            <a:r>
              <a:rPr lang="es-ES" dirty="0" err="1"/>
              <a:t>hore</a:t>
            </a:r>
            <a:endParaRPr lang="es-ES" dirty="0"/>
          </a:p>
        </p:txBody>
      </p:sp>
      <p:sp>
        <p:nvSpPr>
          <p:cNvPr id="11" name="Marcador de texto 6">
            <a:extLst>
              <a:ext uri="{FF2B5EF4-FFF2-40B4-BE49-F238E27FC236}">
                <a16:creationId xmlns:a16="http://schemas.microsoft.com/office/drawing/2014/main" id="{0A95CA33-F0F0-4110-8F61-E718D61611DC}"/>
              </a:ext>
            </a:extLst>
          </p:cNvPr>
          <p:cNvSpPr>
            <a:spLocks noGrp="1"/>
          </p:cNvSpPr>
          <p:nvPr>
            <p:ph type="body" sz="quarter" idx="11" hasCustomPrompt="1"/>
          </p:nvPr>
        </p:nvSpPr>
        <p:spPr>
          <a:xfrm>
            <a:off x="1232014" y="4979647"/>
            <a:ext cx="4902086" cy="696630"/>
          </a:xfrm>
        </p:spPr>
        <p:txBody>
          <a:bodyPr>
            <a:noAutofit/>
          </a:bodyPr>
          <a:lstStyle>
            <a:lvl1pPr marL="0" indent="0">
              <a:lnSpc>
                <a:spcPts val="2600"/>
              </a:lnSpc>
              <a:spcBef>
                <a:spcPts val="0"/>
              </a:spcBef>
              <a:buNone/>
              <a:defRPr sz="2600" b="1">
                <a:solidFill>
                  <a:schemeClr val="bg1"/>
                </a:solidFill>
              </a:defRPr>
            </a:lvl1pPr>
            <a:lvl2pPr marL="271463" indent="0">
              <a:buNone/>
              <a:defRPr/>
            </a:lvl2pPr>
          </a:lstStyle>
          <a:p>
            <a:pPr lvl="0"/>
            <a:r>
              <a:rPr lang="es-ES" dirty="0"/>
              <a:t>09 de febrero de 2021</a:t>
            </a:r>
          </a:p>
        </p:txBody>
      </p:sp>
      <p:sp>
        <p:nvSpPr>
          <p:cNvPr id="14" name="CuadroTexto 13">
            <a:extLst>
              <a:ext uri="{FF2B5EF4-FFF2-40B4-BE49-F238E27FC236}">
                <a16:creationId xmlns:a16="http://schemas.microsoft.com/office/drawing/2014/main" id="{2BD999AF-4FA8-4A34-BC9D-244C3E9A73D6}"/>
              </a:ext>
            </a:extLst>
          </p:cNvPr>
          <p:cNvSpPr txBox="1"/>
          <p:nvPr userDrawn="1"/>
        </p:nvSpPr>
        <p:spPr>
          <a:xfrm>
            <a:off x="5118806" y="5867012"/>
            <a:ext cx="1800493" cy="430887"/>
          </a:xfrm>
          <a:prstGeom prst="rect">
            <a:avLst/>
          </a:prstGeom>
          <a:noFill/>
        </p:spPr>
        <p:txBody>
          <a:bodyPr wrap="none" rtlCol="0">
            <a:spAutoFit/>
          </a:bodyPr>
          <a:lstStyle/>
          <a:p>
            <a:r>
              <a:rPr lang="es-ES" sz="2200" b="1" dirty="0">
                <a:solidFill>
                  <a:schemeClr val="bg1"/>
                </a:solidFill>
              </a:rPr>
              <a:t>Ve más allá</a:t>
            </a:r>
          </a:p>
        </p:txBody>
      </p:sp>
      <p:pic>
        <p:nvPicPr>
          <p:cNvPr id="3" name="Gráfico 2">
            <a:extLst>
              <a:ext uri="{FF2B5EF4-FFF2-40B4-BE49-F238E27FC236}">
                <a16:creationId xmlns:a16="http://schemas.microsoft.com/office/drawing/2014/main" id="{A369E776-9025-4045-AE48-B61FB55551E7}"/>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18038" y="908844"/>
            <a:ext cx="2908056" cy="800100"/>
          </a:xfrm>
          <a:prstGeom prst="rect">
            <a:avLst/>
          </a:prstGeom>
        </p:spPr>
      </p:pic>
    </p:spTree>
    <p:extLst>
      <p:ext uri="{BB962C8B-B14F-4D97-AF65-F5344CB8AC3E}">
        <p14:creationId xmlns:p14="http://schemas.microsoft.com/office/powerpoint/2010/main" val="3000045432"/>
      </p:ext>
    </p:extLst>
  </p:cSld>
  <p:clrMapOvr>
    <a:masterClrMapping/>
  </p:clrMapOvr>
  <p:extLst>
    <p:ext uri="{DCECCB84-F9BA-43D5-87BE-67443E8EF086}">
      <p15:sldGuideLst xmlns:p15="http://schemas.microsoft.com/office/powerpoint/2012/main"/>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Portada 02 blanc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15" name="Gráfico 14">
            <a:extLst>
              <a:ext uri="{FF2B5EF4-FFF2-40B4-BE49-F238E27FC236}">
                <a16:creationId xmlns:a16="http://schemas.microsoft.com/office/drawing/2014/main" id="{3AA131F7-FE48-4A37-99A2-4382148F7C04}"/>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0" y="0"/>
            <a:ext cx="14630400" cy="8229600"/>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7690871" y="2730479"/>
            <a:ext cx="4902086" cy="1442094"/>
          </a:xfrm>
        </p:spPr>
        <p:txBody>
          <a:bodyPr anchor="t">
            <a:normAutofit/>
          </a:bodyPr>
          <a:lstStyle>
            <a:lvl1pPr>
              <a:defRPr sz="4300" b="1">
                <a:solidFill>
                  <a:schemeClr val="bg1"/>
                </a:solidFill>
                <a:latin typeface="Century Gothic" panose="020B0502020202020204" pitchFamily="34" charset="0"/>
              </a:defRPr>
            </a:lvl1pPr>
          </a:lstStyle>
          <a:p>
            <a:r>
              <a:rPr lang="es-ES" dirty="0" err="1"/>
              <a:t>Opienscre</a:t>
            </a:r>
            <a:r>
              <a:rPr lang="es-ES" dirty="0"/>
              <a:t> in </a:t>
            </a:r>
            <a:r>
              <a:rPr lang="es-ES" dirty="0" err="1"/>
              <a:t>restiam</a:t>
            </a:r>
            <a:r>
              <a:rPr lang="es-ES" dirty="0"/>
              <a:t> </a:t>
            </a:r>
            <a:r>
              <a:rPr lang="es-ES" dirty="0" err="1"/>
              <a:t>publis</a:t>
            </a:r>
            <a:r>
              <a:rPr lang="es-ES" dirty="0"/>
              <a:t> </a:t>
            </a:r>
            <a:r>
              <a:rPr lang="es-ES" dirty="0" err="1"/>
              <a:t>hor</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7690871" y="4237320"/>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Restiam</a:t>
            </a:r>
            <a:r>
              <a:rPr lang="es-ES" dirty="0"/>
              <a:t> </a:t>
            </a:r>
            <a:r>
              <a:rPr lang="es-ES" dirty="0" err="1"/>
              <a:t>publis</a:t>
            </a:r>
            <a:r>
              <a:rPr lang="es-ES" dirty="0"/>
              <a:t> </a:t>
            </a:r>
            <a:r>
              <a:rPr lang="es-ES" dirty="0" err="1"/>
              <a:t>hore</a:t>
            </a:r>
            <a:r>
              <a:rPr lang="es-ES" dirty="0"/>
              <a:t> </a:t>
            </a:r>
            <a:r>
              <a:rPr lang="es-ES" dirty="0" err="1"/>
              <a:t>estiam</a:t>
            </a:r>
            <a:endParaRPr lang="es-ES" dirty="0"/>
          </a:p>
          <a:p>
            <a:pPr lvl="0"/>
            <a:r>
              <a:rPr lang="es-ES" dirty="0" err="1"/>
              <a:t>Publis</a:t>
            </a:r>
            <a:r>
              <a:rPr lang="es-ES" dirty="0"/>
              <a:t> </a:t>
            </a:r>
            <a:r>
              <a:rPr lang="es-ES" dirty="0" err="1"/>
              <a:t>hore</a:t>
            </a:r>
            <a:r>
              <a:rPr lang="es-ES" dirty="0"/>
              <a:t> </a:t>
            </a:r>
            <a:r>
              <a:rPr lang="es-ES" dirty="0" err="1"/>
              <a:t>hore</a:t>
            </a:r>
            <a:endParaRPr lang="es-ES" dirty="0"/>
          </a:p>
        </p:txBody>
      </p:sp>
      <p:sp>
        <p:nvSpPr>
          <p:cNvPr id="11" name="Marcador de texto 6">
            <a:extLst>
              <a:ext uri="{FF2B5EF4-FFF2-40B4-BE49-F238E27FC236}">
                <a16:creationId xmlns:a16="http://schemas.microsoft.com/office/drawing/2014/main" id="{0A95CA33-F0F0-4110-8F61-E718D61611DC}"/>
              </a:ext>
            </a:extLst>
          </p:cNvPr>
          <p:cNvSpPr>
            <a:spLocks noGrp="1"/>
          </p:cNvSpPr>
          <p:nvPr>
            <p:ph type="body" sz="quarter" idx="11" hasCustomPrompt="1"/>
          </p:nvPr>
        </p:nvSpPr>
        <p:spPr>
          <a:xfrm>
            <a:off x="7690871" y="4979647"/>
            <a:ext cx="4902086" cy="696630"/>
          </a:xfrm>
        </p:spPr>
        <p:txBody>
          <a:bodyPr>
            <a:noAutofit/>
          </a:bodyPr>
          <a:lstStyle>
            <a:lvl1pPr marL="0" indent="0">
              <a:lnSpc>
                <a:spcPts val="2600"/>
              </a:lnSpc>
              <a:spcBef>
                <a:spcPts val="0"/>
              </a:spcBef>
              <a:buNone/>
              <a:defRPr sz="2600" b="1">
                <a:solidFill>
                  <a:schemeClr val="bg1"/>
                </a:solidFill>
              </a:defRPr>
            </a:lvl1pPr>
            <a:lvl2pPr marL="271463" indent="0">
              <a:buNone/>
              <a:defRPr/>
            </a:lvl2pPr>
          </a:lstStyle>
          <a:p>
            <a:pPr lvl="0"/>
            <a:r>
              <a:rPr lang="es-ES" dirty="0"/>
              <a:t>09 de febrero de 2021</a:t>
            </a:r>
          </a:p>
        </p:txBody>
      </p:sp>
      <p:sp>
        <p:nvSpPr>
          <p:cNvPr id="14" name="CuadroTexto 13">
            <a:extLst>
              <a:ext uri="{FF2B5EF4-FFF2-40B4-BE49-F238E27FC236}">
                <a16:creationId xmlns:a16="http://schemas.microsoft.com/office/drawing/2014/main" id="{2BD999AF-4FA8-4A34-BC9D-244C3E9A73D6}"/>
              </a:ext>
            </a:extLst>
          </p:cNvPr>
          <p:cNvSpPr txBox="1"/>
          <p:nvPr userDrawn="1"/>
        </p:nvSpPr>
        <p:spPr>
          <a:xfrm>
            <a:off x="6689024" y="5867012"/>
            <a:ext cx="1800493" cy="430887"/>
          </a:xfrm>
          <a:prstGeom prst="rect">
            <a:avLst/>
          </a:prstGeom>
          <a:noFill/>
        </p:spPr>
        <p:txBody>
          <a:bodyPr wrap="none" rtlCol="0">
            <a:spAutoFit/>
          </a:bodyPr>
          <a:lstStyle/>
          <a:p>
            <a:r>
              <a:rPr lang="es-ES" sz="2200" b="1" dirty="0">
                <a:solidFill>
                  <a:schemeClr val="bg1"/>
                </a:solidFill>
              </a:rPr>
              <a:t>Ve más allá</a:t>
            </a:r>
          </a:p>
        </p:txBody>
      </p:sp>
      <p:pic>
        <p:nvPicPr>
          <p:cNvPr id="9" name="Gráfico 8">
            <a:extLst>
              <a:ext uri="{FF2B5EF4-FFF2-40B4-BE49-F238E27FC236}">
                <a16:creationId xmlns:a16="http://schemas.microsoft.com/office/drawing/2014/main" id="{CEDA1D87-413B-4A5E-A34F-3C9CA2BA7C4F}"/>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918038" y="908844"/>
            <a:ext cx="2910840" cy="800100"/>
          </a:xfrm>
          <a:prstGeom prst="rect">
            <a:avLst/>
          </a:prstGeom>
        </p:spPr>
      </p:pic>
    </p:spTree>
    <p:extLst>
      <p:ext uri="{BB962C8B-B14F-4D97-AF65-F5344CB8AC3E}">
        <p14:creationId xmlns:p14="http://schemas.microsoft.com/office/powerpoint/2010/main" val="2630835857"/>
      </p:ext>
    </p:extLst>
  </p:cSld>
  <p:clrMapOvr>
    <a:masterClrMapping/>
  </p:clrMapOvr>
  <p:extLst>
    <p:ext uri="{DCECCB84-F9BA-43D5-87BE-67443E8EF086}">
      <p15:sldGuideLst xmlns:p15="http://schemas.microsoft.com/office/powerpoint/2012/main"/>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Portada 02 roj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3" name="Gráfico 2">
            <a:extLst>
              <a:ext uri="{FF2B5EF4-FFF2-40B4-BE49-F238E27FC236}">
                <a16:creationId xmlns:a16="http://schemas.microsoft.com/office/drawing/2014/main" id="{390F3110-B03E-467A-B204-79CB33AD5E44}"/>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0" y="0"/>
            <a:ext cx="14630400" cy="8229600"/>
          </a:xfrm>
          <a:prstGeom prst="rect">
            <a:avLst/>
          </a:prstGeom>
        </p:spPr>
      </p:pic>
      <p:sp>
        <p:nvSpPr>
          <p:cNvPr id="12" name="Título 12">
            <a:extLst>
              <a:ext uri="{FF2B5EF4-FFF2-40B4-BE49-F238E27FC236}">
                <a16:creationId xmlns:a16="http://schemas.microsoft.com/office/drawing/2014/main" id="{687D23B1-A2E4-47D2-9145-B941FAC926A8}"/>
              </a:ext>
            </a:extLst>
          </p:cNvPr>
          <p:cNvSpPr>
            <a:spLocks noGrp="1"/>
          </p:cNvSpPr>
          <p:nvPr>
            <p:ph type="title" hasCustomPrompt="1"/>
          </p:nvPr>
        </p:nvSpPr>
        <p:spPr>
          <a:xfrm>
            <a:off x="7690871" y="2730479"/>
            <a:ext cx="4902086" cy="1442094"/>
          </a:xfrm>
        </p:spPr>
        <p:txBody>
          <a:bodyPr anchor="t">
            <a:normAutofit/>
          </a:bodyPr>
          <a:lstStyle>
            <a:lvl1pPr>
              <a:defRPr sz="4300" b="1">
                <a:solidFill>
                  <a:schemeClr val="bg1"/>
                </a:solidFill>
                <a:latin typeface="Century Gothic" panose="020B0502020202020204" pitchFamily="34" charset="0"/>
              </a:defRPr>
            </a:lvl1pPr>
          </a:lstStyle>
          <a:p>
            <a:r>
              <a:rPr lang="es-ES" dirty="0" err="1"/>
              <a:t>Opienscre</a:t>
            </a:r>
            <a:r>
              <a:rPr lang="es-ES" dirty="0"/>
              <a:t> in </a:t>
            </a:r>
            <a:r>
              <a:rPr lang="es-ES" dirty="0" err="1"/>
              <a:t>restiam</a:t>
            </a:r>
            <a:r>
              <a:rPr lang="es-ES" dirty="0"/>
              <a:t> </a:t>
            </a:r>
            <a:r>
              <a:rPr lang="es-ES" dirty="0" err="1"/>
              <a:t>publis</a:t>
            </a:r>
            <a:r>
              <a:rPr lang="es-ES" dirty="0"/>
              <a:t> </a:t>
            </a:r>
            <a:r>
              <a:rPr lang="es-ES" dirty="0" err="1"/>
              <a:t>hor</a:t>
            </a:r>
            <a:endParaRPr lang="es-ES" dirty="0"/>
          </a:p>
        </p:txBody>
      </p:sp>
      <p:sp>
        <p:nvSpPr>
          <p:cNvPr id="15" name="Marcador de texto 6">
            <a:extLst>
              <a:ext uri="{FF2B5EF4-FFF2-40B4-BE49-F238E27FC236}">
                <a16:creationId xmlns:a16="http://schemas.microsoft.com/office/drawing/2014/main" id="{0C1055D0-D668-4CEA-98EF-3D27C3A7A835}"/>
              </a:ext>
            </a:extLst>
          </p:cNvPr>
          <p:cNvSpPr>
            <a:spLocks noGrp="1"/>
          </p:cNvSpPr>
          <p:nvPr>
            <p:ph type="body" sz="quarter" idx="10" hasCustomPrompt="1"/>
          </p:nvPr>
        </p:nvSpPr>
        <p:spPr>
          <a:xfrm>
            <a:off x="7690871" y="4237320"/>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Restiam</a:t>
            </a:r>
            <a:r>
              <a:rPr lang="es-ES" dirty="0"/>
              <a:t> </a:t>
            </a:r>
            <a:r>
              <a:rPr lang="es-ES" dirty="0" err="1"/>
              <a:t>publis</a:t>
            </a:r>
            <a:r>
              <a:rPr lang="es-ES" dirty="0"/>
              <a:t> </a:t>
            </a:r>
            <a:r>
              <a:rPr lang="es-ES" dirty="0" err="1"/>
              <a:t>hore</a:t>
            </a:r>
            <a:r>
              <a:rPr lang="es-ES" dirty="0"/>
              <a:t> </a:t>
            </a:r>
            <a:r>
              <a:rPr lang="es-ES" dirty="0" err="1"/>
              <a:t>estiam</a:t>
            </a:r>
            <a:endParaRPr lang="es-ES" dirty="0"/>
          </a:p>
          <a:p>
            <a:pPr lvl="0"/>
            <a:r>
              <a:rPr lang="es-ES" dirty="0" err="1"/>
              <a:t>Publis</a:t>
            </a:r>
            <a:r>
              <a:rPr lang="es-ES" dirty="0"/>
              <a:t> </a:t>
            </a:r>
            <a:r>
              <a:rPr lang="es-ES" dirty="0" err="1"/>
              <a:t>hore</a:t>
            </a:r>
            <a:r>
              <a:rPr lang="es-ES" dirty="0"/>
              <a:t> </a:t>
            </a:r>
            <a:r>
              <a:rPr lang="es-ES" dirty="0" err="1"/>
              <a:t>hore</a:t>
            </a:r>
            <a:endParaRPr lang="es-ES" dirty="0"/>
          </a:p>
        </p:txBody>
      </p:sp>
      <p:sp>
        <p:nvSpPr>
          <p:cNvPr id="16" name="Marcador de texto 6">
            <a:extLst>
              <a:ext uri="{FF2B5EF4-FFF2-40B4-BE49-F238E27FC236}">
                <a16:creationId xmlns:a16="http://schemas.microsoft.com/office/drawing/2014/main" id="{520D1EEB-61C8-4F89-A922-A3F95BE81C1A}"/>
              </a:ext>
            </a:extLst>
          </p:cNvPr>
          <p:cNvSpPr>
            <a:spLocks noGrp="1"/>
          </p:cNvSpPr>
          <p:nvPr>
            <p:ph type="body" sz="quarter" idx="11" hasCustomPrompt="1"/>
          </p:nvPr>
        </p:nvSpPr>
        <p:spPr>
          <a:xfrm>
            <a:off x="7690871" y="4979647"/>
            <a:ext cx="4902086" cy="696630"/>
          </a:xfrm>
        </p:spPr>
        <p:txBody>
          <a:bodyPr>
            <a:noAutofit/>
          </a:bodyPr>
          <a:lstStyle>
            <a:lvl1pPr marL="0" indent="0">
              <a:lnSpc>
                <a:spcPts val="2600"/>
              </a:lnSpc>
              <a:spcBef>
                <a:spcPts val="0"/>
              </a:spcBef>
              <a:buNone/>
              <a:defRPr sz="2600" b="1">
                <a:solidFill>
                  <a:schemeClr val="bg1"/>
                </a:solidFill>
              </a:defRPr>
            </a:lvl1pPr>
            <a:lvl2pPr marL="271463" indent="0">
              <a:buNone/>
              <a:defRPr/>
            </a:lvl2pPr>
          </a:lstStyle>
          <a:p>
            <a:pPr lvl="0"/>
            <a:r>
              <a:rPr lang="es-ES" dirty="0"/>
              <a:t>09 de febrero de 2021</a:t>
            </a:r>
          </a:p>
        </p:txBody>
      </p:sp>
      <p:sp>
        <p:nvSpPr>
          <p:cNvPr id="17" name="CuadroTexto 16">
            <a:extLst>
              <a:ext uri="{FF2B5EF4-FFF2-40B4-BE49-F238E27FC236}">
                <a16:creationId xmlns:a16="http://schemas.microsoft.com/office/drawing/2014/main" id="{F04B9E36-C6C2-4B31-AACB-24F008FF04FE}"/>
              </a:ext>
            </a:extLst>
          </p:cNvPr>
          <p:cNvSpPr txBox="1"/>
          <p:nvPr userDrawn="1"/>
        </p:nvSpPr>
        <p:spPr>
          <a:xfrm>
            <a:off x="6689024" y="5867012"/>
            <a:ext cx="1800493" cy="430887"/>
          </a:xfrm>
          <a:prstGeom prst="rect">
            <a:avLst/>
          </a:prstGeom>
          <a:noFill/>
        </p:spPr>
        <p:txBody>
          <a:bodyPr wrap="none" rtlCol="0">
            <a:spAutoFit/>
          </a:bodyPr>
          <a:lstStyle/>
          <a:p>
            <a:r>
              <a:rPr lang="es-ES" sz="2200" b="1" dirty="0">
                <a:solidFill>
                  <a:schemeClr val="bg1"/>
                </a:solidFill>
              </a:rPr>
              <a:t>Ve más allá</a:t>
            </a:r>
          </a:p>
        </p:txBody>
      </p:sp>
      <p:pic>
        <p:nvPicPr>
          <p:cNvPr id="10" name="Gráfico 9">
            <a:extLst>
              <a:ext uri="{FF2B5EF4-FFF2-40B4-BE49-F238E27FC236}">
                <a16:creationId xmlns:a16="http://schemas.microsoft.com/office/drawing/2014/main" id="{2002B7AF-0789-4D75-B8F0-4A6854252C98}"/>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918038" y="908844"/>
            <a:ext cx="2908056" cy="800100"/>
          </a:xfrm>
          <a:prstGeom prst="rect">
            <a:avLst/>
          </a:prstGeom>
        </p:spPr>
      </p:pic>
    </p:spTree>
    <p:extLst>
      <p:ext uri="{BB962C8B-B14F-4D97-AF65-F5344CB8AC3E}">
        <p14:creationId xmlns:p14="http://schemas.microsoft.com/office/powerpoint/2010/main" val="4186031387"/>
      </p:ext>
    </p:extLst>
  </p:cSld>
  <p:clrMapOvr>
    <a:masterClrMapping/>
  </p:clrMapOvr>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Portada 03 blanc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4" name="Imagen 3">
            <a:extLst>
              <a:ext uri="{FF2B5EF4-FFF2-40B4-BE49-F238E27FC236}">
                <a16:creationId xmlns:a16="http://schemas.microsoft.com/office/drawing/2014/main" id="{A14E8383-EBBB-43A5-8288-826364F072DD}"/>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1" y="0"/>
            <a:ext cx="14630397" cy="8229599"/>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1232014" y="2730479"/>
            <a:ext cx="4902086" cy="927121"/>
          </a:xfrm>
        </p:spPr>
        <p:txBody>
          <a:bodyPr anchor="t">
            <a:normAutofit/>
          </a:bodyPr>
          <a:lstStyle>
            <a:lvl1pPr>
              <a:defRPr sz="6000" b="1">
                <a:solidFill>
                  <a:schemeClr val="bg1"/>
                </a:solidFill>
                <a:latin typeface="Century Gothic" panose="020B0502020202020204" pitchFamily="34" charset="0"/>
              </a:defRPr>
            </a:lvl1pPr>
          </a:lstStyle>
          <a:p>
            <a:r>
              <a:rPr lang="es-ES" dirty="0" err="1"/>
              <a:t>Lorem</a:t>
            </a:r>
            <a:r>
              <a:rPr lang="es-ES" dirty="0"/>
              <a:t> </a:t>
            </a:r>
            <a:r>
              <a:rPr lang="es-ES" dirty="0" err="1"/>
              <a:t>Ipsum</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1232014" y="3629590"/>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Lorem</a:t>
            </a:r>
            <a:r>
              <a:rPr lang="es-ES" dirty="0"/>
              <a:t> </a:t>
            </a:r>
            <a:r>
              <a:rPr lang="es-ES" dirty="0" err="1"/>
              <a:t>ipsumUdae</a:t>
            </a:r>
            <a:r>
              <a:rPr lang="es-ES" dirty="0"/>
              <a:t> </a:t>
            </a:r>
            <a:r>
              <a:rPr lang="es-ES" dirty="0" err="1"/>
              <a:t>voluptatur</a:t>
            </a:r>
            <a:r>
              <a:rPr lang="es-ES" dirty="0"/>
              <a:t>? Pitas </a:t>
            </a:r>
            <a:r>
              <a:rPr lang="es-ES" dirty="0" err="1"/>
              <a:t>dolorem</a:t>
            </a:r>
            <a:endParaRPr lang="es-ES" dirty="0"/>
          </a:p>
        </p:txBody>
      </p:sp>
      <p:sp>
        <p:nvSpPr>
          <p:cNvPr id="14" name="CuadroTexto 13">
            <a:extLst>
              <a:ext uri="{FF2B5EF4-FFF2-40B4-BE49-F238E27FC236}">
                <a16:creationId xmlns:a16="http://schemas.microsoft.com/office/drawing/2014/main" id="{2BD999AF-4FA8-4A34-BC9D-244C3E9A73D6}"/>
              </a:ext>
            </a:extLst>
          </p:cNvPr>
          <p:cNvSpPr txBox="1"/>
          <p:nvPr userDrawn="1"/>
        </p:nvSpPr>
        <p:spPr>
          <a:xfrm>
            <a:off x="2711316" y="6662208"/>
            <a:ext cx="1800493" cy="430887"/>
          </a:xfrm>
          <a:prstGeom prst="rect">
            <a:avLst/>
          </a:prstGeom>
          <a:noFill/>
        </p:spPr>
        <p:txBody>
          <a:bodyPr wrap="none" rtlCol="0">
            <a:spAutoFit/>
          </a:bodyPr>
          <a:lstStyle/>
          <a:p>
            <a:r>
              <a:rPr lang="es-ES" sz="2200" b="1" dirty="0">
                <a:solidFill>
                  <a:srgbClr val="1E1E1E"/>
                </a:solidFill>
              </a:rPr>
              <a:t>Ve más allá</a:t>
            </a:r>
          </a:p>
        </p:txBody>
      </p:sp>
      <p:sp>
        <p:nvSpPr>
          <p:cNvPr id="12" name="Marcador de texto 6">
            <a:extLst>
              <a:ext uri="{FF2B5EF4-FFF2-40B4-BE49-F238E27FC236}">
                <a16:creationId xmlns:a16="http://schemas.microsoft.com/office/drawing/2014/main" id="{604FA656-0B6E-4A60-99B0-9022B34BDB51}"/>
              </a:ext>
            </a:extLst>
          </p:cNvPr>
          <p:cNvSpPr>
            <a:spLocks noGrp="1"/>
          </p:cNvSpPr>
          <p:nvPr>
            <p:ph type="body" sz="quarter" idx="11" hasCustomPrompt="1"/>
          </p:nvPr>
        </p:nvSpPr>
        <p:spPr>
          <a:xfrm>
            <a:off x="3644957" y="5152734"/>
            <a:ext cx="3048000" cy="416701"/>
          </a:xfrm>
        </p:spPr>
        <p:txBody>
          <a:bodyPr>
            <a:noAutofit/>
          </a:bodyPr>
          <a:lstStyle>
            <a:lvl1pPr marL="0" indent="0">
              <a:lnSpc>
                <a:spcPts val="2600"/>
              </a:lnSpc>
              <a:spcBef>
                <a:spcPts val="0"/>
              </a:spcBef>
              <a:buNone/>
              <a:defRPr sz="2200" b="1">
                <a:solidFill>
                  <a:schemeClr val="bg1"/>
                </a:solidFill>
              </a:defRPr>
            </a:lvl1pPr>
            <a:lvl2pPr marL="271463" indent="0">
              <a:buNone/>
              <a:defRPr/>
            </a:lvl2pPr>
          </a:lstStyle>
          <a:p>
            <a:pPr lvl="0"/>
            <a:r>
              <a:rPr lang="es-ES" dirty="0" err="1"/>
              <a:t>Lorem</a:t>
            </a:r>
            <a:r>
              <a:rPr lang="es-ES" dirty="0"/>
              <a:t> </a:t>
            </a:r>
            <a:r>
              <a:rPr lang="es-ES" dirty="0" err="1"/>
              <a:t>Ipsum</a:t>
            </a:r>
            <a:endParaRPr lang="es-ES" dirty="0"/>
          </a:p>
        </p:txBody>
      </p:sp>
      <p:sp>
        <p:nvSpPr>
          <p:cNvPr id="15" name="Marcador de texto 6">
            <a:extLst>
              <a:ext uri="{FF2B5EF4-FFF2-40B4-BE49-F238E27FC236}">
                <a16:creationId xmlns:a16="http://schemas.microsoft.com/office/drawing/2014/main" id="{3991318B-056F-4F2D-9698-07C899C14601}"/>
              </a:ext>
            </a:extLst>
          </p:cNvPr>
          <p:cNvSpPr>
            <a:spLocks noGrp="1"/>
          </p:cNvSpPr>
          <p:nvPr>
            <p:ph type="body" sz="quarter" idx="12" hasCustomPrompt="1"/>
          </p:nvPr>
        </p:nvSpPr>
        <p:spPr>
          <a:xfrm>
            <a:off x="3644957" y="5783254"/>
            <a:ext cx="3048000" cy="416701"/>
          </a:xfrm>
        </p:spPr>
        <p:txBody>
          <a:bodyPr>
            <a:noAutofit/>
          </a:bodyPr>
          <a:lstStyle>
            <a:lvl1pPr marL="0" indent="0">
              <a:lnSpc>
                <a:spcPts val="2600"/>
              </a:lnSpc>
              <a:spcBef>
                <a:spcPts val="0"/>
              </a:spcBef>
              <a:buNone/>
              <a:defRPr sz="1450" b="1">
                <a:solidFill>
                  <a:schemeClr val="bg1"/>
                </a:solidFill>
              </a:defRPr>
            </a:lvl1pPr>
            <a:lvl2pPr marL="271463" indent="0">
              <a:buNone/>
              <a:defRPr/>
            </a:lvl2pPr>
          </a:lstStyle>
          <a:p>
            <a:pPr lvl="0"/>
            <a:r>
              <a:rPr lang="es-ES" dirty="0"/>
              <a:t>Universidadeuropea.com</a:t>
            </a:r>
          </a:p>
        </p:txBody>
      </p:sp>
      <p:sp>
        <p:nvSpPr>
          <p:cNvPr id="16" name="Marcador de texto 6">
            <a:extLst>
              <a:ext uri="{FF2B5EF4-FFF2-40B4-BE49-F238E27FC236}">
                <a16:creationId xmlns:a16="http://schemas.microsoft.com/office/drawing/2014/main" id="{EB186090-37AA-4F50-967D-3BDBD7F875A2}"/>
              </a:ext>
            </a:extLst>
          </p:cNvPr>
          <p:cNvSpPr>
            <a:spLocks noGrp="1"/>
          </p:cNvSpPr>
          <p:nvPr>
            <p:ph type="body" sz="quarter" idx="13" hasCustomPrompt="1"/>
          </p:nvPr>
        </p:nvSpPr>
        <p:spPr>
          <a:xfrm>
            <a:off x="3644957" y="5392438"/>
            <a:ext cx="3048000" cy="416701"/>
          </a:xfrm>
        </p:spPr>
        <p:txBody>
          <a:bodyPr>
            <a:noAutofit/>
          </a:bodyPr>
          <a:lstStyle>
            <a:lvl1pPr marL="0" indent="0">
              <a:lnSpc>
                <a:spcPts val="2600"/>
              </a:lnSpc>
              <a:spcBef>
                <a:spcPts val="0"/>
              </a:spcBef>
              <a:buNone/>
              <a:defRPr sz="1500" b="0">
                <a:solidFill>
                  <a:schemeClr val="bg1"/>
                </a:solidFill>
              </a:defRPr>
            </a:lvl1pPr>
            <a:lvl2pPr marL="271463" indent="0">
              <a:buNone/>
              <a:defRPr/>
            </a:lvl2pPr>
          </a:lstStyle>
          <a:p>
            <a:pPr lvl="0"/>
            <a:r>
              <a:rPr lang="es-ES" dirty="0"/>
              <a:t>Loremipsum@info.com</a:t>
            </a:r>
          </a:p>
        </p:txBody>
      </p:sp>
      <p:pic>
        <p:nvPicPr>
          <p:cNvPr id="17" name="Gráfico 16">
            <a:extLst>
              <a:ext uri="{FF2B5EF4-FFF2-40B4-BE49-F238E27FC236}">
                <a16:creationId xmlns:a16="http://schemas.microsoft.com/office/drawing/2014/main" id="{CF431FBC-869A-42BD-8876-A0B0DA4D2D2C}"/>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18038" y="908844"/>
            <a:ext cx="2910840" cy="800100"/>
          </a:xfrm>
          <a:prstGeom prst="rect">
            <a:avLst/>
          </a:prstGeom>
        </p:spPr>
      </p:pic>
    </p:spTree>
    <p:extLst>
      <p:ext uri="{BB962C8B-B14F-4D97-AF65-F5344CB8AC3E}">
        <p14:creationId xmlns:p14="http://schemas.microsoft.com/office/powerpoint/2010/main" val="465630634"/>
      </p:ext>
    </p:extLst>
  </p:cSld>
  <p:clrMapOvr>
    <a:masterClrMapping/>
  </p:clrMapOvr>
  <p:extLst>
    <p:ext uri="{DCECCB84-F9BA-43D5-87BE-67443E8EF086}">
      <p15:sldGuideLst xmlns:p15="http://schemas.microsoft.com/office/powerpoint/2012/main"/>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Portada 03 roj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4" name="Imagen 3">
            <a:extLst>
              <a:ext uri="{FF2B5EF4-FFF2-40B4-BE49-F238E27FC236}">
                <a16:creationId xmlns:a16="http://schemas.microsoft.com/office/drawing/2014/main" id="{A14E8383-EBBB-43A5-8288-826364F072DD}"/>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1" y="0"/>
            <a:ext cx="14630397" cy="8229598"/>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1232014" y="2730479"/>
            <a:ext cx="4902086" cy="927121"/>
          </a:xfrm>
        </p:spPr>
        <p:txBody>
          <a:bodyPr anchor="t">
            <a:normAutofit/>
          </a:bodyPr>
          <a:lstStyle>
            <a:lvl1pPr>
              <a:defRPr sz="6000" b="1">
                <a:solidFill>
                  <a:schemeClr val="bg1"/>
                </a:solidFill>
                <a:latin typeface="Century Gothic" panose="020B0502020202020204" pitchFamily="34" charset="0"/>
              </a:defRPr>
            </a:lvl1pPr>
          </a:lstStyle>
          <a:p>
            <a:r>
              <a:rPr lang="es-ES" dirty="0" err="1"/>
              <a:t>Lorem</a:t>
            </a:r>
            <a:r>
              <a:rPr lang="es-ES" dirty="0"/>
              <a:t> </a:t>
            </a:r>
            <a:r>
              <a:rPr lang="es-ES" dirty="0" err="1"/>
              <a:t>Ipsum</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1232014" y="3629590"/>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Lorem</a:t>
            </a:r>
            <a:r>
              <a:rPr lang="es-ES" dirty="0"/>
              <a:t> </a:t>
            </a:r>
            <a:r>
              <a:rPr lang="es-ES" dirty="0" err="1"/>
              <a:t>ipsumUdae</a:t>
            </a:r>
            <a:r>
              <a:rPr lang="es-ES" dirty="0"/>
              <a:t> </a:t>
            </a:r>
            <a:r>
              <a:rPr lang="es-ES" dirty="0" err="1"/>
              <a:t>voluptatur</a:t>
            </a:r>
            <a:r>
              <a:rPr lang="es-ES" dirty="0"/>
              <a:t>? Pitas </a:t>
            </a:r>
            <a:r>
              <a:rPr lang="es-ES" dirty="0" err="1"/>
              <a:t>dolorem</a:t>
            </a:r>
            <a:endParaRPr lang="es-ES" dirty="0"/>
          </a:p>
        </p:txBody>
      </p:sp>
      <p:sp>
        <p:nvSpPr>
          <p:cNvPr id="14" name="CuadroTexto 13">
            <a:extLst>
              <a:ext uri="{FF2B5EF4-FFF2-40B4-BE49-F238E27FC236}">
                <a16:creationId xmlns:a16="http://schemas.microsoft.com/office/drawing/2014/main" id="{2BD999AF-4FA8-4A34-BC9D-244C3E9A73D6}"/>
              </a:ext>
            </a:extLst>
          </p:cNvPr>
          <p:cNvSpPr txBox="1"/>
          <p:nvPr userDrawn="1"/>
        </p:nvSpPr>
        <p:spPr>
          <a:xfrm>
            <a:off x="2711316" y="6662208"/>
            <a:ext cx="1800493" cy="430887"/>
          </a:xfrm>
          <a:prstGeom prst="rect">
            <a:avLst/>
          </a:prstGeom>
          <a:noFill/>
        </p:spPr>
        <p:txBody>
          <a:bodyPr wrap="none" rtlCol="0">
            <a:spAutoFit/>
          </a:bodyPr>
          <a:lstStyle/>
          <a:p>
            <a:r>
              <a:rPr lang="es-ES" sz="2200" b="1" dirty="0">
                <a:solidFill>
                  <a:srgbClr val="1E1E1E"/>
                </a:solidFill>
              </a:rPr>
              <a:t>Ve más allá</a:t>
            </a:r>
          </a:p>
        </p:txBody>
      </p:sp>
      <p:sp>
        <p:nvSpPr>
          <p:cNvPr id="12" name="Marcador de texto 6">
            <a:extLst>
              <a:ext uri="{FF2B5EF4-FFF2-40B4-BE49-F238E27FC236}">
                <a16:creationId xmlns:a16="http://schemas.microsoft.com/office/drawing/2014/main" id="{604FA656-0B6E-4A60-99B0-9022B34BDB51}"/>
              </a:ext>
            </a:extLst>
          </p:cNvPr>
          <p:cNvSpPr>
            <a:spLocks noGrp="1"/>
          </p:cNvSpPr>
          <p:nvPr>
            <p:ph type="body" sz="quarter" idx="11" hasCustomPrompt="1"/>
          </p:nvPr>
        </p:nvSpPr>
        <p:spPr>
          <a:xfrm>
            <a:off x="3644957" y="5152734"/>
            <a:ext cx="3048000" cy="416701"/>
          </a:xfrm>
        </p:spPr>
        <p:txBody>
          <a:bodyPr>
            <a:noAutofit/>
          </a:bodyPr>
          <a:lstStyle>
            <a:lvl1pPr marL="0" indent="0">
              <a:lnSpc>
                <a:spcPts val="2600"/>
              </a:lnSpc>
              <a:spcBef>
                <a:spcPts val="0"/>
              </a:spcBef>
              <a:buNone/>
              <a:defRPr sz="2200" b="1">
                <a:solidFill>
                  <a:schemeClr val="bg1"/>
                </a:solidFill>
              </a:defRPr>
            </a:lvl1pPr>
            <a:lvl2pPr marL="271463" indent="0">
              <a:buNone/>
              <a:defRPr/>
            </a:lvl2pPr>
          </a:lstStyle>
          <a:p>
            <a:pPr lvl="0"/>
            <a:r>
              <a:rPr lang="es-ES" dirty="0" err="1"/>
              <a:t>Lorem</a:t>
            </a:r>
            <a:r>
              <a:rPr lang="es-ES" dirty="0"/>
              <a:t> </a:t>
            </a:r>
            <a:r>
              <a:rPr lang="es-ES" dirty="0" err="1"/>
              <a:t>Ipsum</a:t>
            </a:r>
            <a:endParaRPr lang="es-ES" dirty="0"/>
          </a:p>
        </p:txBody>
      </p:sp>
      <p:sp>
        <p:nvSpPr>
          <p:cNvPr id="15" name="Marcador de texto 6">
            <a:extLst>
              <a:ext uri="{FF2B5EF4-FFF2-40B4-BE49-F238E27FC236}">
                <a16:creationId xmlns:a16="http://schemas.microsoft.com/office/drawing/2014/main" id="{3991318B-056F-4F2D-9698-07C899C14601}"/>
              </a:ext>
            </a:extLst>
          </p:cNvPr>
          <p:cNvSpPr>
            <a:spLocks noGrp="1"/>
          </p:cNvSpPr>
          <p:nvPr>
            <p:ph type="body" sz="quarter" idx="12" hasCustomPrompt="1"/>
          </p:nvPr>
        </p:nvSpPr>
        <p:spPr>
          <a:xfrm>
            <a:off x="3644957" y="5783254"/>
            <a:ext cx="3048000" cy="416701"/>
          </a:xfrm>
        </p:spPr>
        <p:txBody>
          <a:bodyPr>
            <a:noAutofit/>
          </a:bodyPr>
          <a:lstStyle>
            <a:lvl1pPr marL="0" indent="0">
              <a:lnSpc>
                <a:spcPts val="2600"/>
              </a:lnSpc>
              <a:spcBef>
                <a:spcPts val="0"/>
              </a:spcBef>
              <a:buNone/>
              <a:defRPr sz="1450" b="1">
                <a:solidFill>
                  <a:schemeClr val="bg1"/>
                </a:solidFill>
              </a:defRPr>
            </a:lvl1pPr>
            <a:lvl2pPr marL="271463" indent="0">
              <a:buNone/>
              <a:defRPr/>
            </a:lvl2pPr>
          </a:lstStyle>
          <a:p>
            <a:pPr lvl="0"/>
            <a:r>
              <a:rPr lang="es-ES" dirty="0"/>
              <a:t>Universidadeuropea.com</a:t>
            </a:r>
          </a:p>
        </p:txBody>
      </p:sp>
      <p:sp>
        <p:nvSpPr>
          <p:cNvPr id="16" name="Marcador de texto 6">
            <a:extLst>
              <a:ext uri="{FF2B5EF4-FFF2-40B4-BE49-F238E27FC236}">
                <a16:creationId xmlns:a16="http://schemas.microsoft.com/office/drawing/2014/main" id="{EB186090-37AA-4F50-967D-3BDBD7F875A2}"/>
              </a:ext>
            </a:extLst>
          </p:cNvPr>
          <p:cNvSpPr>
            <a:spLocks noGrp="1"/>
          </p:cNvSpPr>
          <p:nvPr>
            <p:ph type="body" sz="quarter" idx="13" hasCustomPrompt="1"/>
          </p:nvPr>
        </p:nvSpPr>
        <p:spPr>
          <a:xfrm>
            <a:off x="3644957" y="5392438"/>
            <a:ext cx="3048000" cy="416701"/>
          </a:xfrm>
        </p:spPr>
        <p:txBody>
          <a:bodyPr>
            <a:noAutofit/>
          </a:bodyPr>
          <a:lstStyle>
            <a:lvl1pPr marL="0" indent="0">
              <a:lnSpc>
                <a:spcPts val="2600"/>
              </a:lnSpc>
              <a:spcBef>
                <a:spcPts val="0"/>
              </a:spcBef>
              <a:buNone/>
              <a:defRPr sz="1500" b="0">
                <a:solidFill>
                  <a:schemeClr val="bg1"/>
                </a:solidFill>
              </a:defRPr>
            </a:lvl1pPr>
            <a:lvl2pPr marL="271463" indent="0">
              <a:buNone/>
              <a:defRPr/>
            </a:lvl2pPr>
          </a:lstStyle>
          <a:p>
            <a:pPr lvl="0"/>
            <a:r>
              <a:rPr lang="es-ES" dirty="0"/>
              <a:t>Loremipsum@info.com</a:t>
            </a:r>
          </a:p>
        </p:txBody>
      </p:sp>
      <p:pic>
        <p:nvPicPr>
          <p:cNvPr id="17" name="Gráfico 16">
            <a:extLst>
              <a:ext uri="{FF2B5EF4-FFF2-40B4-BE49-F238E27FC236}">
                <a16:creationId xmlns:a16="http://schemas.microsoft.com/office/drawing/2014/main" id="{D71C7A76-B3FC-4D82-9E7A-2B97594E11DE}"/>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18038" y="908844"/>
            <a:ext cx="2908056" cy="800100"/>
          </a:xfrm>
          <a:prstGeom prst="rect">
            <a:avLst/>
          </a:prstGeom>
        </p:spPr>
      </p:pic>
    </p:spTree>
    <p:extLst>
      <p:ext uri="{BB962C8B-B14F-4D97-AF65-F5344CB8AC3E}">
        <p14:creationId xmlns:p14="http://schemas.microsoft.com/office/powerpoint/2010/main" val="1557260332"/>
      </p:ext>
    </p:extLst>
  </p:cSld>
  <p:clrMapOvr>
    <a:masterClrMapping/>
  </p:clrMapOvr>
  <p:extLst>
    <p:ext uri="{DCECCB84-F9BA-43D5-87BE-67443E8EF086}">
      <p15:sldGuideLst xmlns:p15="http://schemas.microsoft.com/office/powerpoint/2012/main"/>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Portada 04 blanc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6" name="Gráfico 5">
            <a:extLst>
              <a:ext uri="{FF2B5EF4-FFF2-40B4-BE49-F238E27FC236}">
                <a16:creationId xmlns:a16="http://schemas.microsoft.com/office/drawing/2014/main" id="{480EAAD8-7A6F-435E-A8EC-6782A258B51A}"/>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0" y="0"/>
            <a:ext cx="14630400" cy="8229600"/>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8460128" y="2730479"/>
            <a:ext cx="4902086" cy="927121"/>
          </a:xfrm>
        </p:spPr>
        <p:txBody>
          <a:bodyPr anchor="t">
            <a:normAutofit/>
          </a:bodyPr>
          <a:lstStyle>
            <a:lvl1pPr>
              <a:defRPr sz="6000" b="1">
                <a:solidFill>
                  <a:schemeClr val="bg1"/>
                </a:solidFill>
                <a:latin typeface="Century Gothic" panose="020B0502020202020204" pitchFamily="34" charset="0"/>
              </a:defRPr>
            </a:lvl1pPr>
          </a:lstStyle>
          <a:p>
            <a:r>
              <a:rPr lang="es-ES" dirty="0" err="1"/>
              <a:t>Lorem</a:t>
            </a:r>
            <a:r>
              <a:rPr lang="es-ES" dirty="0"/>
              <a:t> </a:t>
            </a:r>
            <a:r>
              <a:rPr lang="es-ES" dirty="0" err="1"/>
              <a:t>Ipsum</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8460128" y="3629590"/>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Lorem</a:t>
            </a:r>
            <a:r>
              <a:rPr lang="es-ES" dirty="0"/>
              <a:t> </a:t>
            </a:r>
            <a:r>
              <a:rPr lang="es-ES" dirty="0" err="1"/>
              <a:t>ipsumUdae</a:t>
            </a:r>
            <a:r>
              <a:rPr lang="es-ES" dirty="0"/>
              <a:t> </a:t>
            </a:r>
            <a:r>
              <a:rPr lang="es-ES" dirty="0" err="1"/>
              <a:t>voluptatur</a:t>
            </a:r>
            <a:r>
              <a:rPr lang="es-ES" dirty="0"/>
              <a:t>? Pitas </a:t>
            </a:r>
            <a:r>
              <a:rPr lang="es-ES" dirty="0" err="1"/>
              <a:t>dolorem</a:t>
            </a:r>
            <a:endParaRPr lang="es-ES" dirty="0"/>
          </a:p>
        </p:txBody>
      </p:sp>
      <p:sp>
        <p:nvSpPr>
          <p:cNvPr id="14" name="CuadroTexto 13">
            <a:extLst>
              <a:ext uri="{FF2B5EF4-FFF2-40B4-BE49-F238E27FC236}">
                <a16:creationId xmlns:a16="http://schemas.microsoft.com/office/drawing/2014/main" id="{2BD999AF-4FA8-4A34-BC9D-244C3E9A73D6}"/>
              </a:ext>
            </a:extLst>
          </p:cNvPr>
          <p:cNvSpPr txBox="1"/>
          <p:nvPr userDrawn="1"/>
        </p:nvSpPr>
        <p:spPr>
          <a:xfrm>
            <a:off x="9081650" y="6662208"/>
            <a:ext cx="1800493" cy="430887"/>
          </a:xfrm>
          <a:prstGeom prst="rect">
            <a:avLst/>
          </a:prstGeom>
          <a:noFill/>
        </p:spPr>
        <p:txBody>
          <a:bodyPr wrap="none" rtlCol="0">
            <a:spAutoFit/>
          </a:bodyPr>
          <a:lstStyle/>
          <a:p>
            <a:r>
              <a:rPr lang="es-ES" sz="2200" b="1" dirty="0">
                <a:solidFill>
                  <a:srgbClr val="1E1E1E"/>
                </a:solidFill>
              </a:rPr>
              <a:t>Ve más allá</a:t>
            </a:r>
          </a:p>
        </p:txBody>
      </p:sp>
      <p:sp>
        <p:nvSpPr>
          <p:cNvPr id="12" name="Marcador de texto 6">
            <a:extLst>
              <a:ext uri="{FF2B5EF4-FFF2-40B4-BE49-F238E27FC236}">
                <a16:creationId xmlns:a16="http://schemas.microsoft.com/office/drawing/2014/main" id="{604FA656-0B6E-4A60-99B0-9022B34BDB51}"/>
              </a:ext>
            </a:extLst>
          </p:cNvPr>
          <p:cNvSpPr>
            <a:spLocks noGrp="1"/>
          </p:cNvSpPr>
          <p:nvPr>
            <p:ph type="body" sz="quarter" idx="11" hasCustomPrompt="1"/>
          </p:nvPr>
        </p:nvSpPr>
        <p:spPr>
          <a:xfrm>
            <a:off x="6907100" y="5152734"/>
            <a:ext cx="3048000" cy="416701"/>
          </a:xfrm>
        </p:spPr>
        <p:txBody>
          <a:bodyPr>
            <a:noAutofit/>
          </a:bodyPr>
          <a:lstStyle>
            <a:lvl1pPr marL="0" indent="0">
              <a:lnSpc>
                <a:spcPts val="2600"/>
              </a:lnSpc>
              <a:spcBef>
                <a:spcPts val="0"/>
              </a:spcBef>
              <a:buNone/>
              <a:defRPr sz="2200" b="1">
                <a:solidFill>
                  <a:schemeClr val="bg1"/>
                </a:solidFill>
              </a:defRPr>
            </a:lvl1pPr>
            <a:lvl2pPr marL="271463" indent="0">
              <a:buNone/>
              <a:defRPr/>
            </a:lvl2pPr>
          </a:lstStyle>
          <a:p>
            <a:pPr lvl="0"/>
            <a:r>
              <a:rPr lang="es-ES" dirty="0" err="1"/>
              <a:t>Lorem</a:t>
            </a:r>
            <a:r>
              <a:rPr lang="es-ES" dirty="0"/>
              <a:t> </a:t>
            </a:r>
            <a:r>
              <a:rPr lang="es-ES" dirty="0" err="1"/>
              <a:t>Ipsum</a:t>
            </a:r>
            <a:endParaRPr lang="es-ES" dirty="0"/>
          </a:p>
        </p:txBody>
      </p:sp>
      <p:sp>
        <p:nvSpPr>
          <p:cNvPr id="15" name="Marcador de texto 6">
            <a:extLst>
              <a:ext uri="{FF2B5EF4-FFF2-40B4-BE49-F238E27FC236}">
                <a16:creationId xmlns:a16="http://schemas.microsoft.com/office/drawing/2014/main" id="{3991318B-056F-4F2D-9698-07C899C14601}"/>
              </a:ext>
            </a:extLst>
          </p:cNvPr>
          <p:cNvSpPr>
            <a:spLocks noGrp="1"/>
          </p:cNvSpPr>
          <p:nvPr>
            <p:ph type="body" sz="quarter" idx="12" hasCustomPrompt="1"/>
          </p:nvPr>
        </p:nvSpPr>
        <p:spPr>
          <a:xfrm>
            <a:off x="6907100" y="5783254"/>
            <a:ext cx="3048000" cy="416701"/>
          </a:xfrm>
        </p:spPr>
        <p:txBody>
          <a:bodyPr>
            <a:noAutofit/>
          </a:bodyPr>
          <a:lstStyle>
            <a:lvl1pPr marL="0" indent="0">
              <a:lnSpc>
                <a:spcPts val="2600"/>
              </a:lnSpc>
              <a:spcBef>
                <a:spcPts val="0"/>
              </a:spcBef>
              <a:buNone/>
              <a:defRPr sz="1450" b="1">
                <a:solidFill>
                  <a:schemeClr val="bg1"/>
                </a:solidFill>
              </a:defRPr>
            </a:lvl1pPr>
            <a:lvl2pPr marL="271463" indent="0">
              <a:buNone/>
              <a:defRPr/>
            </a:lvl2pPr>
          </a:lstStyle>
          <a:p>
            <a:pPr lvl="0"/>
            <a:r>
              <a:rPr lang="es-ES" dirty="0"/>
              <a:t>Universidadeuropea.com</a:t>
            </a:r>
          </a:p>
        </p:txBody>
      </p:sp>
      <p:sp>
        <p:nvSpPr>
          <p:cNvPr id="16" name="Marcador de texto 6">
            <a:extLst>
              <a:ext uri="{FF2B5EF4-FFF2-40B4-BE49-F238E27FC236}">
                <a16:creationId xmlns:a16="http://schemas.microsoft.com/office/drawing/2014/main" id="{EB186090-37AA-4F50-967D-3BDBD7F875A2}"/>
              </a:ext>
            </a:extLst>
          </p:cNvPr>
          <p:cNvSpPr>
            <a:spLocks noGrp="1"/>
          </p:cNvSpPr>
          <p:nvPr>
            <p:ph type="body" sz="quarter" idx="13" hasCustomPrompt="1"/>
          </p:nvPr>
        </p:nvSpPr>
        <p:spPr>
          <a:xfrm>
            <a:off x="6907100" y="5392438"/>
            <a:ext cx="3048000" cy="416701"/>
          </a:xfrm>
        </p:spPr>
        <p:txBody>
          <a:bodyPr>
            <a:noAutofit/>
          </a:bodyPr>
          <a:lstStyle>
            <a:lvl1pPr marL="0" indent="0">
              <a:lnSpc>
                <a:spcPts val="2600"/>
              </a:lnSpc>
              <a:spcBef>
                <a:spcPts val="0"/>
              </a:spcBef>
              <a:buNone/>
              <a:defRPr sz="1500" b="0">
                <a:solidFill>
                  <a:schemeClr val="bg1"/>
                </a:solidFill>
              </a:defRPr>
            </a:lvl1pPr>
            <a:lvl2pPr marL="271463" indent="0">
              <a:buNone/>
              <a:defRPr/>
            </a:lvl2pPr>
          </a:lstStyle>
          <a:p>
            <a:pPr lvl="0"/>
            <a:r>
              <a:rPr lang="es-ES" dirty="0"/>
              <a:t>Loremipsum@info.com</a:t>
            </a:r>
          </a:p>
        </p:txBody>
      </p:sp>
      <p:pic>
        <p:nvPicPr>
          <p:cNvPr id="11" name="Gráfico 10">
            <a:extLst>
              <a:ext uri="{FF2B5EF4-FFF2-40B4-BE49-F238E27FC236}">
                <a16:creationId xmlns:a16="http://schemas.microsoft.com/office/drawing/2014/main" id="{7D477561-B3ED-45D0-B1A9-8965EAF07DA5}"/>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918038" y="908844"/>
            <a:ext cx="2910840" cy="800100"/>
          </a:xfrm>
          <a:prstGeom prst="rect">
            <a:avLst/>
          </a:prstGeom>
        </p:spPr>
      </p:pic>
    </p:spTree>
    <p:extLst>
      <p:ext uri="{BB962C8B-B14F-4D97-AF65-F5344CB8AC3E}">
        <p14:creationId xmlns:p14="http://schemas.microsoft.com/office/powerpoint/2010/main" val="135416623"/>
      </p:ext>
    </p:extLst>
  </p:cSld>
  <p:clrMapOvr>
    <a:masterClrMapping/>
  </p:clrMapOvr>
  <p:extLst>
    <p:ext uri="{DCECCB84-F9BA-43D5-87BE-67443E8EF086}">
      <p15:sldGuideLst xmlns:p15="http://schemas.microsoft.com/office/powerpoint/2012/main"/>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Portada 04 roj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3" name="Gráfico 2">
            <a:extLst>
              <a:ext uri="{FF2B5EF4-FFF2-40B4-BE49-F238E27FC236}">
                <a16:creationId xmlns:a16="http://schemas.microsoft.com/office/drawing/2014/main" id="{07A6838A-54ED-4793-920B-D51FFB65AF79}"/>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0" y="0"/>
            <a:ext cx="14630400" cy="8229600"/>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8460128" y="2730479"/>
            <a:ext cx="4902086" cy="927121"/>
          </a:xfrm>
        </p:spPr>
        <p:txBody>
          <a:bodyPr anchor="t">
            <a:normAutofit/>
          </a:bodyPr>
          <a:lstStyle>
            <a:lvl1pPr>
              <a:defRPr sz="6000" b="1">
                <a:solidFill>
                  <a:schemeClr val="bg1"/>
                </a:solidFill>
                <a:latin typeface="Century Gothic" panose="020B0502020202020204" pitchFamily="34" charset="0"/>
              </a:defRPr>
            </a:lvl1pPr>
          </a:lstStyle>
          <a:p>
            <a:r>
              <a:rPr lang="es-ES" dirty="0" err="1"/>
              <a:t>Lorem</a:t>
            </a:r>
            <a:r>
              <a:rPr lang="es-ES" dirty="0"/>
              <a:t> </a:t>
            </a:r>
            <a:r>
              <a:rPr lang="es-ES" dirty="0" err="1"/>
              <a:t>Ipsum</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8460128" y="3629590"/>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Lorem</a:t>
            </a:r>
            <a:r>
              <a:rPr lang="es-ES" dirty="0"/>
              <a:t> </a:t>
            </a:r>
            <a:r>
              <a:rPr lang="es-ES" dirty="0" err="1"/>
              <a:t>ipsumUdae</a:t>
            </a:r>
            <a:r>
              <a:rPr lang="es-ES" dirty="0"/>
              <a:t> </a:t>
            </a:r>
            <a:r>
              <a:rPr lang="es-ES" dirty="0" err="1"/>
              <a:t>voluptatur</a:t>
            </a:r>
            <a:r>
              <a:rPr lang="es-ES" dirty="0"/>
              <a:t>? Pitas </a:t>
            </a:r>
            <a:r>
              <a:rPr lang="es-ES" dirty="0" err="1"/>
              <a:t>dolorem</a:t>
            </a:r>
            <a:endParaRPr lang="es-ES" dirty="0"/>
          </a:p>
        </p:txBody>
      </p:sp>
      <p:sp>
        <p:nvSpPr>
          <p:cNvPr id="14" name="CuadroTexto 13">
            <a:extLst>
              <a:ext uri="{FF2B5EF4-FFF2-40B4-BE49-F238E27FC236}">
                <a16:creationId xmlns:a16="http://schemas.microsoft.com/office/drawing/2014/main" id="{2BD999AF-4FA8-4A34-BC9D-244C3E9A73D6}"/>
              </a:ext>
            </a:extLst>
          </p:cNvPr>
          <p:cNvSpPr txBox="1"/>
          <p:nvPr userDrawn="1"/>
        </p:nvSpPr>
        <p:spPr>
          <a:xfrm>
            <a:off x="9081650" y="6662208"/>
            <a:ext cx="1800493" cy="430887"/>
          </a:xfrm>
          <a:prstGeom prst="rect">
            <a:avLst/>
          </a:prstGeom>
          <a:noFill/>
        </p:spPr>
        <p:txBody>
          <a:bodyPr wrap="none" rtlCol="0">
            <a:spAutoFit/>
          </a:bodyPr>
          <a:lstStyle/>
          <a:p>
            <a:r>
              <a:rPr lang="es-ES" sz="2200" b="1" dirty="0">
                <a:solidFill>
                  <a:srgbClr val="1E1E1E"/>
                </a:solidFill>
              </a:rPr>
              <a:t>Ve más allá</a:t>
            </a:r>
          </a:p>
        </p:txBody>
      </p:sp>
      <p:sp>
        <p:nvSpPr>
          <p:cNvPr id="12" name="Marcador de texto 6">
            <a:extLst>
              <a:ext uri="{FF2B5EF4-FFF2-40B4-BE49-F238E27FC236}">
                <a16:creationId xmlns:a16="http://schemas.microsoft.com/office/drawing/2014/main" id="{604FA656-0B6E-4A60-99B0-9022B34BDB51}"/>
              </a:ext>
            </a:extLst>
          </p:cNvPr>
          <p:cNvSpPr>
            <a:spLocks noGrp="1"/>
          </p:cNvSpPr>
          <p:nvPr>
            <p:ph type="body" sz="quarter" idx="11" hasCustomPrompt="1"/>
          </p:nvPr>
        </p:nvSpPr>
        <p:spPr>
          <a:xfrm>
            <a:off x="6907100" y="5152734"/>
            <a:ext cx="3048000" cy="416701"/>
          </a:xfrm>
        </p:spPr>
        <p:txBody>
          <a:bodyPr>
            <a:noAutofit/>
          </a:bodyPr>
          <a:lstStyle>
            <a:lvl1pPr marL="0" indent="0">
              <a:lnSpc>
                <a:spcPts val="2600"/>
              </a:lnSpc>
              <a:spcBef>
                <a:spcPts val="0"/>
              </a:spcBef>
              <a:buNone/>
              <a:defRPr sz="2200" b="1">
                <a:solidFill>
                  <a:schemeClr val="bg1"/>
                </a:solidFill>
              </a:defRPr>
            </a:lvl1pPr>
            <a:lvl2pPr marL="271463" indent="0">
              <a:buNone/>
              <a:defRPr/>
            </a:lvl2pPr>
          </a:lstStyle>
          <a:p>
            <a:pPr lvl="0"/>
            <a:r>
              <a:rPr lang="es-ES" dirty="0" err="1"/>
              <a:t>Lorem</a:t>
            </a:r>
            <a:r>
              <a:rPr lang="es-ES" dirty="0"/>
              <a:t> </a:t>
            </a:r>
            <a:r>
              <a:rPr lang="es-ES" dirty="0" err="1"/>
              <a:t>Ipsum</a:t>
            </a:r>
            <a:endParaRPr lang="es-ES" dirty="0"/>
          </a:p>
        </p:txBody>
      </p:sp>
      <p:sp>
        <p:nvSpPr>
          <p:cNvPr id="15" name="Marcador de texto 6">
            <a:extLst>
              <a:ext uri="{FF2B5EF4-FFF2-40B4-BE49-F238E27FC236}">
                <a16:creationId xmlns:a16="http://schemas.microsoft.com/office/drawing/2014/main" id="{3991318B-056F-4F2D-9698-07C899C14601}"/>
              </a:ext>
            </a:extLst>
          </p:cNvPr>
          <p:cNvSpPr>
            <a:spLocks noGrp="1"/>
          </p:cNvSpPr>
          <p:nvPr>
            <p:ph type="body" sz="quarter" idx="12" hasCustomPrompt="1"/>
          </p:nvPr>
        </p:nvSpPr>
        <p:spPr>
          <a:xfrm>
            <a:off x="6907100" y="5783254"/>
            <a:ext cx="3048000" cy="416701"/>
          </a:xfrm>
        </p:spPr>
        <p:txBody>
          <a:bodyPr>
            <a:noAutofit/>
          </a:bodyPr>
          <a:lstStyle>
            <a:lvl1pPr marL="0" indent="0">
              <a:lnSpc>
                <a:spcPts val="2600"/>
              </a:lnSpc>
              <a:spcBef>
                <a:spcPts val="0"/>
              </a:spcBef>
              <a:buNone/>
              <a:defRPr sz="1450" b="1">
                <a:solidFill>
                  <a:schemeClr val="bg1"/>
                </a:solidFill>
              </a:defRPr>
            </a:lvl1pPr>
            <a:lvl2pPr marL="271463" indent="0">
              <a:buNone/>
              <a:defRPr/>
            </a:lvl2pPr>
          </a:lstStyle>
          <a:p>
            <a:pPr lvl="0"/>
            <a:r>
              <a:rPr lang="es-ES" dirty="0"/>
              <a:t>Universidadeuropea.com</a:t>
            </a:r>
          </a:p>
        </p:txBody>
      </p:sp>
      <p:sp>
        <p:nvSpPr>
          <p:cNvPr id="16" name="Marcador de texto 6">
            <a:extLst>
              <a:ext uri="{FF2B5EF4-FFF2-40B4-BE49-F238E27FC236}">
                <a16:creationId xmlns:a16="http://schemas.microsoft.com/office/drawing/2014/main" id="{EB186090-37AA-4F50-967D-3BDBD7F875A2}"/>
              </a:ext>
            </a:extLst>
          </p:cNvPr>
          <p:cNvSpPr>
            <a:spLocks noGrp="1"/>
          </p:cNvSpPr>
          <p:nvPr>
            <p:ph type="body" sz="quarter" idx="13" hasCustomPrompt="1"/>
          </p:nvPr>
        </p:nvSpPr>
        <p:spPr>
          <a:xfrm>
            <a:off x="6907100" y="5392438"/>
            <a:ext cx="3048000" cy="416701"/>
          </a:xfrm>
        </p:spPr>
        <p:txBody>
          <a:bodyPr>
            <a:noAutofit/>
          </a:bodyPr>
          <a:lstStyle>
            <a:lvl1pPr marL="0" indent="0">
              <a:lnSpc>
                <a:spcPts val="2600"/>
              </a:lnSpc>
              <a:spcBef>
                <a:spcPts val="0"/>
              </a:spcBef>
              <a:buNone/>
              <a:defRPr sz="1500" b="0">
                <a:solidFill>
                  <a:schemeClr val="bg1"/>
                </a:solidFill>
              </a:defRPr>
            </a:lvl1pPr>
            <a:lvl2pPr marL="271463" indent="0">
              <a:buNone/>
              <a:defRPr/>
            </a:lvl2pPr>
          </a:lstStyle>
          <a:p>
            <a:pPr lvl="0"/>
            <a:r>
              <a:rPr lang="es-ES" dirty="0"/>
              <a:t>Loremipsum@info.com</a:t>
            </a:r>
          </a:p>
        </p:txBody>
      </p:sp>
      <p:pic>
        <p:nvPicPr>
          <p:cNvPr id="17" name="Gráfico 16">
            <a:extLst>
              <a:ext uri="{FF2B5EF4-FFF2-40B4-BE49-F238E27FC236}">
                <a16:creationId xmlns:a16="http://schemas.microsoft.com/office/drawing/2014/main" id="{B7025F53-D008-456B-8B64-2AF0FCED69C2}"/>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918038" y="908844"/>
            <a:ext cx="2908056" cy="800100"/>
          </a:xfrm>
          <a:prstGeom prst="rect">
            <a:avLst/>
          </a:prstGeom>
        </p:spPr>
      </p:pic>
    </p:spTree>
    <p:extLst>
      <p:ext uri="{BB962C8B-B14F-4D97-AF65-F5344CB8AC3E}">
        <p14:creationId xmlns:p14="http://schemas.microsoft.com/office/powerpoint/2010/main" val="806780128"/>
      </p:ext>
    </p:extLst>
  </p:cSld>
  <p:clrMapOvr>
    <a:masterClrMapping/>
  </p:clrMapOvr>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Portada Postgrado 01 roj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6" name="Imagen 5">
            <a:extLst>
              <a:ext uri="{FF2B5EF4-FFF2-40B4-BE49-F238E27FC236}">
                <a16:creationId xmlns:a16="http://schemas.microsoft.com/office/drawing/2014/main" id="{A7C86FC7-5A1A-4090-9272-7DF1802A6DF9}"/>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7666679" y="1251634"/>
            <a:ext cx="4902086" cy="927121"/>
          </a:xfrm>
        </p:spPr>
        <p:txBody>
          <a:bodyPr anchor="t">
            <a:normAutofit/>
          </a:bodyPr>
          <a:lstStyle>
            <a:lvl1pPr>
              <a:defRPr sz="6000" b="1">
                <a:solidFill>
                  <a:schemeClr val="bg1"/>
                </a:solidFill>
                <a:latin typeface="Century Gothic" panose="020B0502020202020204" pitchFamily="34" charset="0"/>
              </a:defRPr>
            </a:lvl1pPr>
          </a:lstStyle>
          <a:p>
            <a:r>
              <a:rPr lang="es-ES" dirty="0" err="1"/>
              <a:t>Lorem</a:t>
            </a:r>
            <a:r>
              <a:rPr lang="es-ES" dirty="0"/>
              <a:t> </a:t>
            </a:r>
            <a:r>
              <a:rPr lang="es-ES" dirty="0" err="1"/>
              <a:t>Ipsum</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7666679" y="2150745"/>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Lorem</a:t>
            </a:r>
            <a:r>
              <a:rPr lang="es-ES" dirty="0"/>
              <a:t> </a:t>
            </a:r>
            <a:r>
              <a:rPr lang="es-ES" dirty="0" err="1"/>
              <a:t>ipsumUdae</a:t>
            </a:r>
            <a:r>
              <a:rPr lang="es-ES" dirty="0"/>
              <a:t> </a:t>
            </a:r>
            <a:r>
              <a:rPr lang="es-ES" dirty="0" err="1"/>
              <a:t>voluptatur</a:t>
            </a:r>
            <a:r>
              <a:rPr lang="es-ES" dirty="0"/>
              <a:t>? Pitas </a:t>
            </a:r>
            <a:r>
              <a:rPr lang="es-ES" dirty="0" err="1"/>
              <a:t>dolorem</a:t>
            </a:r>
            <a:endParaRPr lang="es-ES" dirty="0"/>
          </a:p>
        </p:txBody>
      </p:sp>
      <p:sp>
        <p:nvSpPr>
          <p:cNvPr id="14" name="CuadroTexto 13">
            <a:extLst>
              <a:ext uri="{FF2B5EF4-FFF2-40B4-BE49-F238E27FC236}">
                <a16:creationId xmlns:a16="http://schemas.microsoft.com/office/drawing/2014/main" id="{2BD999AF-4FA8-4A34-BC9D-244C3E9A73D6}"/>
              </a:ext>
            </a:extLst>
          </p:cNvPr>
          <p:cNvSpPr txBox="1"/>
          <p:nvPr userDrawn="1"/>
        </p:nvSpPr>
        <p:spPr>
          <a:xfrm>
            <a:off x="9089538" y="5891847"/>
            <a:ext cx="1800493" cy="430887"/>
          </a:xfrm>
          <a:prstGeom prst="rect">
            <a:avLst/>
          </a:prstGeom>
          <a:noFill/>
        </p:spPr>
        <p:txBody>
          <a:bodyPr wrap="none" rtlCol="0">
            <a:spAutoFit/>
          </a:bodyPr>
          <a:lstStyle/>
          <a:p>
            <a:r>
              <a:rPr lang="es-ES" sz="2200" b="1" dirty="0">
                <a:solidFill>
                  <a:srgbClr val="1E1E1E"/>
                </a:solidFill>
              </a:rPr>
              <a:t>Ve más allá</a:t>
            </a:r>
          </a:p>
        </p:txBody>
      </p:sp>
      <p:sp>
        <p:nvSpPr>
          <p:cNvPr id="12" name="Marcador de texto 6">
            <a:extLst>
              <a:ext uri="{FF2B5EF4-FFF2-40B4-BE49-F238E27FC236}">
                <a16:creationId xmlns:a16="http://schemas.microsoft.com/office/drawing/2014/main" id="{604FA656-0B6E-4A60-99B0-9022B34BDB51}"/>
              </a:ext>
            </a:extLst>
          </p:cNvPr>
          <p:cNvSpPr>
            <a:spLocks noGrp="1"/>
          </p:cNvSpPr>
          <p:nvPr>
            <p:ph type="body" sz="quarter" idx="11" hasCustomPrompt="1"/>
          </p:nvPr>
        </p:nvSpPr>
        <p:spPr>
          <a:xfrm>
            <a:off x="6777679" y="4301138"/>
            <a:ext cx="3048000" cy="416701"/>
          </a:xfrm>
        </p:spPr>
        <p:txBody>
          <a:bodyPr>
            <a:noAutofit/>
          </a:bodyPr>
          <a:lstStyle>
            <a:lvl1pPr marL="0" indent="0">
              <a:lnSpc>
                <a:spcPts val="2600"/>
              </a:lnSpc>
              <a:spcBef>
                <a:spcPts val="0"/>
              </a:spcBef>
              <a:buNone/>
              <a:defRPr sz="2200" b="1">
                <a:solidFill>
                  <a:schemeClr val="bg1"/>
                </a:solidFill>
              </a:defRPr>
            </a:lvl1pPr>
            <a:lvl2pPr marL="271463" indent="0">
              <a:buNone/>
              <a:defRPr/>
            </a:lvl2pPr>
          </a:lstStyle>
          <a:p>
            <a:pPr lvl="0"/>
            <a:r>
              <a:rPr lang="es-ES" dirty="0" err="1"/>
              <a:t>Lorem</a:t>
            </a:r>
            <a:r>
              <a:rPr lang="es-ES" dirty="0"/>
              <a:t> </a:t>
            </a:r>
            <a:r>
              <a:rPr lang="es-ES" dirty="0" err="1"/>
              <a:t>Ipsum</a:t>
            </a:r>
            <a:endParaRPr lang="es-ES" dirty="0"/>
          </a:p>
        </p:txBody>
      </p:sp>
      <p:sp>
        <p:nvSpPr>
          <p:cNvPr id="15" name="Marcador de texto 6">
            <a:extLst>
              <a:ext uri="{FF2B5EF4-FFF2-40B4-BE49-F238E27FC236}">
                <a16:creationId xmlns:a16="http://schemas.microsoft.com/office/drawing/2014/main" id="{3991318B-056F-4F2D-9698-07C899C14601}"/>
              </a:ext>
            </a:extLst>
          </p:cNvPr>
          <p:cNvSpPr>
            <a:spLocks noGrp="1"/>
          </p:cNvSpPr>
          <p:nvPr>
            <p:ph type="body" sz="quarter" idx="12" hasCustomPrompt="1"/>
          </p:nvPr>
        </p:nvSpPr>
        <p:spPr>
          <a:xfrm>
            <a:off x="6777679" y="4931658"/>
            <a:ext cx="3048000" cy="416701"/>
          </a:xfrm>
        </p:spPr>
        <p:txBody>
          <a:bodyPr>
            <a:noAutofit/>
          </a:bodyPr>
          <a:lstStyle>
            <a:lvl1pPr marL="0" indent="0">
              <a:lnSpc>
                <a:spcPts val="2600"/>
              </a:lnSpc>
              <a:spcBef>
                <a:spcPts val="0"/>
              </a:spcBef>
              <a:buNone/>
              <a:defRPr sz="1450" b="1">
                <a:solidFill>
                  <a:schemeClr val="bg1"/>
                </a:solidFill>
              </a:defRPr>
            </a:lvl1pPr>
            <a:lvl2pPr marL="271463" indent="0">
              <a:buNone/>
              <a:defRPr/>
            </a:lvl2pPr>
          </a:lstStyle>
          <a:p>
            <a:pPr lvl="0"/>
            <a:r>
              <a:rPr lang="es-ES" dirty="0"/>
              <a:t>Universidadeuropea.com</a:t>
            </a:r>
          </a:p>
        </p:txBody>
      </p:sp>
      <p:sp>
        <p:nvSpPr>
          <p:cNvPr id="16" name="Marcador de texto 6">
            <a:extLst>
              <a:ext uri="{FF2B5EF4-FFF2-40B4-BE49-F238E27FC236}">
                <a16:creationId xmlns:a16="http://schemas.microsoft.com/office/drawing/2014/main" id="{EB186090-37AA-4F50-967D-3BDBD7F875A2}"/>
              </a:ext>
            </a:extLst>
          </p:cNvPr>
          <p:cNvSpPr>
            <a:spLocks noGrp="1"/>
          </p:cNvSpPr>
          <p:nvPr>
            <p:ph type="body" sz="quarter" idx="13" hasCustomPrompt="1"/>
          </p:nvPr>
        </p:nvSpPr>
        <p:spPr>
          <a:xfrm>
            <a:off x="6777679" y="4540842"/>
            <a:ext cx="3048000" cy="416701"/>
          </a:xfrm>
        </p:spPr>
        <p:txBody>
          <a:bodyPr>
            <a:noAutofit/>
          </a:bodyPr>
          <a:lstStyle>
            <a:lvl1pPr marL="0" indent="0">
              <a:lnSpc>
                <a:spcPts val="2600"/>
              </a:lnSpc>
              <a:spcBef>
                <a:spcPts val="0"/>
              </a:spcBef>
              <a:buNone/>
              <a:defRPr sz="1500" b="0">
                <a:solidFill>
                  <a:schemeClr val="bg1"/>
                </a:solidFill>
              </a:defRPr>
            </a:lvl1pPr>
            <a:lvl2pPr marL="271463" indent="0">
              <a:buNone/>
              <a:defRPr/>
            </a:lvl2pPr>
          </a:lstStyle>
          <a:p>
            <a:pPr lvl="0"/>
            <a:r>
              <a:rPr lang="es-ES" dirty="0"/>
              <a:t>Loremipsum@info.com</a:t>
            </a:r>
          </a:p>
        </p:txBody>
      </p:sp>
      <p:pic>
        <p:nvPicPr>
          <p:cNvPr id="18" name="Gráfico 17">
            <a:extLst>
              <a:ext uri="{FF2B5EF4-FFF2-40B4-BE49-F238E27FC236}">
                <a16:creationId xmlns:a16="http://schemas.microsoft.com/office/drawing/2014/main" id="{C5C40D8B-4E89-4E84-A91A-99610A7D38F8}"/>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18038" y="908844"/>
            <a:ext cx="2908056" cy="800100"/>
          </a:xfrm>
          <a:prstGeom prst="rect">
            <a:avLst/>
          </a:prstGeom>
        </p:spPr>
      </p:pic>
    </p:spTree>
    <p:extLst>
      <p:ext uri="{BB962C8B-B14F-4D97-AF65-F5344CB8AC3E}">
        <p14:creationId xmlns:p14="http://schemas.microsoft.com/office/powerpoint/2010/main" val="3338474058"/>
      </p:ext>
    </p:extLst>
  </p:cSld>
  <p:clrMapOvr>
    <a:masterClrMapping/>
  </p:clrMapOvr>
  <p:extLst>
    <p:ext uri="{DCECCB84-F9BA-43D5-87BE-67443E8EF086}">
      <p15:sldGuideLst xmlns:p15="http://schemas.microsoft.com/office/powerpoint/2012/main"/>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Portada Postgrado 01 blanc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15" name="Gráfico 14">
            <a:extLst>
              <a:ext uri="{FF2B5EF4-FFF2-40B4-BE49-F238E27FC236}">
                <a16:creationId xmlns:a16="http://schemas.microsoft.com/office/drawing/2014/main" id="{FDF6CC3E-2001-470F-B923-CF9DC1D22FF6}"/>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918038" y="908844"/>
            <a:ext cx="2910840" cy="800100"/>
          </a:xfrm>
          <a:prstGeom prst="rect">
            <a:avLst/>
          </a:prstGeom>
        </p:spPr>
      </p:pic>
      <p:pic>
        <p:nvPicPr>
          <p:cNvPr id="6" name="Imagen 5">
            <a:extLst>
              <a:ext uri="{FF2B5EF4-FFF2-40B4-BE49-F238E27FC236}">
                <a16:creationId xmlns:a16="http://schemas.microsoft.com/office/drawing/2014/main" id="{A7C86FC7-5A1A-4090-9272-7DF1802A6DF9}"/>
              </a:ext>
            </a:extLst>
          </p:cNvPr>
          <p:cNvPicPr>
            <a:picLocks noChangeAspect="1"/>
          </p:cNvPicPr>
          <p:nvPr userDrawn="1"/>
        </p:nvPicPr>
        <p:blipFill>
          <a:blip r:embed="rId4">
            <a:extLst>
              <a:ext uri="{28A0092B-C50C-407E-A947-70E740481C1C}">
                <a14:useLocalDpi xmlns:a14="http://schemas.microsoft.com/office/drawing/2010/main" val="0"/>
              </a:ext>
            </a:extLst>
          </a:blip>
          <a:srcRect/>
          <a:stretch/>
        </p:blipFill>
        <p:spPr>
          <a:xfrm>
            <a:off x="1" y="-11995"/>
            <a:ext cx="14630397" cy="8229599"/>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7666679" y="1251634"/>
            <a:ext cx="4902086" cy="927121"/>
          </a:xfrm>
        </p:spPr>
        <p:txBody>
          <a:bodyPr anchor="t">
            <a:normAutofit/>
          </a:bodyPr>
          <a:lstStyle>
            <a:lvl1pPr>
              <a:defRPr sz="6000" b="1">
                <a:solidFill>
                  <a:schemeClr val="bg1"/>
                </a:solidFill>
                <a:latin typeface="Century Gothic" panose="020B0502020202020204" pitchFamily="34" charset="0"/>
              </a:defRPr>
            </a:lvl1pPr>
          </a:lstStyle>
          <a:p>
            <a:r>
              <a:rPr lang="es-ES" dirty="0" err="1"/>
              <a:t>Lorem</a:t>
            </a:r>
            <a:r>
              <a:rPr lang="es-ES" dirty="0"/>
              <a:t> </a:t>
            </a:r>
            <a:r>
              <a:rPr lang="es-ES" dirty="0" err="1"/>
              <a:t>Ipsum</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7666679" y="2150745"/>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Lorem</a:t>
            </a:r>
            <a:r>
              <a:rPr lang="es-ES" dirty="0"/>
              <a:t> </a:t>
            </a:r>
            <a:r>
              <a:rPr lang="es-ES" dirty="0" err="1"/>
              <a:t>ipsumUdae</a:t>
            </a:r>
            <a:r>
              <a:rPr lang="es-ES" dirty="0"/>
              <a:t> </a:t>
            </a:r>
            <a:r>
              <a:rPr lang="es-ES" dirty="0" err="1"/>
              <a:t>voluptatur</a:t>
            </a:r>
            <a:r>
              <a:rPr lang="es-ES" dirty="0"/>
              <a:t>? Pitas </a:t>
            </a:r>
            <a:r>
              <a:rPr lang="es-ES" dirty="0" err="1"/>
              <a:t>dolorem</a:t>
            </a:r>
            <a:endParaRPr lang="es-ES" dirty="0"/>
          </a:p>
        </p:txBody>
      </p:sp>
      <p:sp>
        <p:nvSpPr>
          <p:cNvPr id="14" name="CuadroTexto 13">
            <a:extLst>
              <a:ext uri="{FF2B5EF4-FFF2-40B4-BE49-F238E27FC236}">
                <a16:creationId xmlns:a16="http://schemas.microsoft.com/office/drawing/2014/main" id="{2BD999AF-4FA8-4A34-BC9D-244C3E9A73D6}"/>
              </a:ext>
            </a:extLst>
          </p:cNvPr>
          <p:cNvSpPr txBox="1"/>
          <p:nvPr userDrawn="1"/>
        </p:nvSpPr>
        <p:spPr>
          <a:xfrm>
            <a:off x="9089538" y="5891847"/>
            <a:ext cx="1800493" cy="430887"/>
          </a:xfrm>
          <a:prstGeom prst="rect">
            <a:avLst/>
          </a:prstGeom>
          <a:noFill/>
        </p:spPr>
        <p:txBody>
          <a:bodyPr wrap="none" rtlCol="0">
            <a:spAutoFit/>
          </a:bodyPr>
          <a:lstStyle/>
          <a:p>
            <a:r>
              <a:rPr lang="es-ES" sz="2200" b="1" dirty="0">
                <a:solidFill>
                  <a:srgbClr val="1E1E1E"/>
                </a:solidFill>
              </a:rPr>
              <a:t>Ve más allá</a:t>
            </a:r>
          </a:p>
        </p:txBody>
      </p:sp>
      <p:sp>
        <p:nvSpPr>
          <p:cNvPr id="10" name="Marcador de texto 6">
            <a:extLst>
              <a:ext uri="{FF2B5EF4-FFF2-40B4-BE49-F238E27FC236}">
                <a16:creationId xmlns:a16="http://schemas.microsoft.com/office/drawing/2014/main" id="{1D7EC42F-D5BA-42B2-93A1-4025C46665B2}"/>
              </a:ext>
            </a:extLst>
          </p:cNvPr>
          <p:cNvSpPr>
            <a:spLocks noGrp="1"/>
          </p:cNvSpPr>
          <p:nvPr>
            <p:ph type="body" sz="quarter" idx="11" hasCustomPrompt="1"/>
          </p:nvPr>
        </p:nvSpPr>
        <p:spPr>
          <a:xfrm>
            <a:off x="6777679" y="4301138"/>
            <a:ext cx="3048000" cy="416701"/>
          </a:xfrm>
        </p:spPr>
        <p:txBody>
          <a:bodyPr>
            <a:noAutofit/>
          </a:bodyPr>
          <a:lstStyle>
            <a:lvl1pPr marL="0" indent="0">
              <a:lnSpc>
                <a:spcPts val="2600"/>
              </a:lnSpc>
              <a:spcBef>
                <a:spcPts val="0"/>
              </a:spcBef>
              <a:buNone/>
              <a:defRPr sz="2200" b="1">
                <a:solidFill>
                  <a:schemeClr val="bg1"/>
                </a:solidFill>
              </a:defRPr>
            </a:lvl1pPr>
            <a:lvl2pPr marL="271463" indent="0">
              <a:buNone/>
              <a:defRPr/>
            </a:lvl2pPr>
          </a:lstStyle>
          <a:p>
            <a:pPr lvl="0"/>
            <a:r>
              <a:rPr lang="es-ES" dirty="0" err="1"/>
              <a:t>Lorem</a:t>
            </a:r>
            <a:r>
              <a:rPr lang="es-ES" dirty="0"/>
              <a:t> </a:t>
            </a:r>
            <a:r>
              <a:rPr lang="es-ES" dirty="0" err="1"/>
              <a:t>Ipsum</a:t>
            </a:r>
            <a:endParaRPr lang="es-ES" dirty="0"/>
          </a:p>
        </p:txBody>
      </p:sp>
      <p:sp>
        <p:nvSpPr>
          <p:cNvPr id="17" name="Marcador de texto 6">
            <a:extLst>
              <a:ext uri="{FF2B5EF4-FFF2-40B4-BE49-F238E27FC236}">
                <a16:creationId xmlns:a16="http://schemas.microsoft.com/office/drawing/2014/main" id="{37327B23-2573-4A9B-9DAE-80306377F0E0}"/>
              </a:ext>
            </a:extLst>
          </p:cNvPr>
          <p:cNvSpPr>
            <a:spLocks noGrp="1"/>
          </p:cNvSpPr>
          <p:nvPr>
            <p:ph type="body" sz="quarter" idx="12" hasCustomPrompt="1"/>
          </p:nvPr>
        </p:nvSpPr>
        <p:spPr>
          <a:xfrm>
            <a:off x="6777679" y="4931658"/>
            <a:ext cx="3048000" cy="416701"/>
          </a:xfrm>
        </p:spPr>
        <p:txBody>
          <a:bodyPr>
            <a:noAutofit/>
          </a:bodyPr>
          <a:lstStyle>
            <a:lvl1pPr marL="0" indent="0">
              <a:lnSpc>
                <a:spcPts val="2600"/>
              </a:lnSpc>
              <a:spcBef>
                <a:spcPts val="0"/>
              </a:spcBef>
              <a:buNone/>
              <a:defRPr sz="1450" b="1">
                <a:solidFill>
                  <a:schemeClr val="bg1"/>
                </a:solidFill>
              </a:defRPr>
            </a:lvl1pPr>
            <a:lvl2pPr marL="271463" indent="0">
              <a:buNone/>
              <a:defRPr/>
            </a:lvl2pPr>
          </a:lstStyle>
          <a:p>
            <a:pPr lvl="0"/>
            <a:r>
              <a:rPr lang="es-ES" dirty="0"/>
              <a:t>Universidadeuropea.com</a:t>
            </a:r>
          </a:p>
        </p:txBody>
      </p:sp>
      <p:sp>
        <p:nvSpPr>
          <p:cNvPr id="18" name="Marcador de texto 6">
            <a:extLst>
              <a:ext uri="{FF2B5EF4-FFF2-40B4-BE49-F238E27FC236}">
                <a16:creationId xmlns:a16="http://schemas.microsoft.com/office/drawing/2014/main" id="{555CB57D-40B9-47B3-9D19-DBE91B8BE3BA}"/>
              </a:ext>
            </a:extLst>
          </p:cNvPr>
          <p:cNvSpPr>
            <a:spLocks noGrp="1"/>
          </p:cNvSpPr>
          <p:nvPr>
            <p:ph type="body" sz="quarter" idx="13" hasCustomPrompt="1"/>
          </p:nvPr>
        </p:nvSpPr>
        <p:spPr>
          <a:xfrm>
            <a:off x="6777679" y="4540842"/>
            <a:ext cx="3048000" cy="416701"/>
          </a:xfrm>
        </p:spPr>
        <p:txBody>
          <a:bodyPr>
            <a:noAutofit/>
          </a:bodyPr>
          <a:lstStyle>
            <a:lvl1pPr marL="0" indent="0">
              <a:lnSpc>
                <a:spcPts val="2600"/>
              </a:lnSpc>
              <a:spcBef>
                <a:spcPts val="0"/>
              </a:spcBef>
              <a:buNone/>
              <a:defRPr sz="1500" b="0">
                <a:solidFill>
                  <a:schemeClr val="bg1"/>
                </a:solidFill>
              </a:defRPr>
            </a:lvl1pPr>
            <a:lvl2pPr marL="271463" indent="0">
              <a:buNone/>
              <a:defRPr/>
            </a:lvl2pPr>
          </a:lstStyle>
          <a:p>
            <a:pPr lvl="0"/>
            <a:r>
              <a:rPr lang="es-ES" dirty="0"/>
              <a:t>Loremipsum@info.com</a:t>
            </a:r>
          </a:p>
        </p:txBody>
      </p:sp>
    </p:spTree>
    <p:extLst>
      <p:ext uri="{BB962C8B-B14F-4D97-AF65-F5344CB8AC3E}">
        <p14:creationId xmlns:p14="http://schemas.microsoft.com/office/powerpoint/2010/main" val="1762902713"/>
      </p:ext>
    </p:extLst>
  </p:cSld>
  <p:clrMapOvr>
    <a:masterClrMapping/>
  </p:clrMapOvr>
  <p:extLst>
    <p:ext uri="{DCECCB84-F9BA-43D5-87BE-67443E8EF086}">
      <p15:sldGuideLst xmlns:p15="http://schemas.microsoft.com/office/powerpoint/2012/main"/>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Portada Postgrado 02_roj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5" name="Imagen 4">
            <a:extLst>
              <a:ext uri="{FF2B5EF4-FFF2-40B4-BE49-F238E27FC236}">
                <a16:creationId xmlns:a16="http://schemas.microsoft.com/office/drawing/2014/main" id="{C3720937-C11B-4355-8352-F40F0B3DB1E5}"/>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7666679" y="1251634"/>
            <a:ext cx="4902086" cy="927121"/>
          </a:xfrm>
        </p:spPr>
        <p:txBody>
          <a:bodyPr anchor="t">
            <a:normAutofit/>
          </a:bodyPr>
          <a:lstStyle>
            <a:lvl1pPr>
              <a:defRPr sz="6000" b="1">
                <a:solidFill>
                  <a:schemeClr val="bg1"/>
                </a:solidFill>
                <a:latin typeface="Century Gothic" panose="020B0502020202020204" pitchFamily="34" charset="0"/>
              </a:defRPr>
            </a:lvl1pPr>
          </a:lstStyle>
          <a:p>
            <a:r>
              <a:rPr lang="es-ES" dirty="0" err="1"/>
              <a:t>Lorem</a:t>
            </a:r>
            <a:r>
              <a:rPr lang="es-ES" dirty="0"/>
              <a:t> </a:t>
            </a:r>
            <a:r>
              <a:rPr lang="es-ES" dirty="0" err="1"/>
              <a:t>Ipsum</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7666679" y="2150745"/>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Lorem</a:t>
            </a:r>
            <a:r>
              <a:rPr lang="es-ES" dirty="0"/>
              <a:t> </a:t>
            </a:r>
            <a:r>
              <a:rPr lang="es-ES" dirty="0" err="1"/>
              <a:t>ipsumUdae</a:t>
            </a:r>
            <a:r>
              <a:rPr lang="es-ES" dirty="0"/>
              <a:t> </a:t>
            </a:r>
            <a:r>
              <a:rPr lang="es-ES" dirty="0" err="1"/>
              <a:t>voluptatur</a:t>
            </a:r>
            <a:r>
              <a:rPr lang="es-ES" dirty="0"/>
              <a:t>? Pitas </a:t>
            </a:r>
            <a:r>
              <a:rPr lang="es-ES" dirty="0" err="1"/>
              <a:t>dolorem</a:t>
            </a:r>
            <a:endParaRPr lang="es-ES" dirty="0"/>
          </a:p>
        </p:txBody>
      </p:sp>
      <p:sp>
        <p:nvSpPr>
          <p:cNvPr id="12" name="Marcador de texto 6">
            <a:extLst>
              <a:ext uri="{FF2B5EF4-FFF2-40B4-BE49-F238E27FC236}">
                <a16:creationId xmlns:a16="http://schemas.microsoft.com/office/drawing/2014/main" id="{604FA656-0B6E-4A60-99B0-9022B34BDB51}"/>
              </a:ext>
            </a:extLst>
          </p:cNvPr>
          <p:cNvSpPr>
            <a:spLocks noGrp="1"/>
          </p:cNvSpPr>
          <p:nvPr>
            <p:ph type="body" sz="quarter" idx="11" hasCustomPrompt="1"/>
          </p:nvPr>
        </p:nvSpPr>
        <p:spPr>
          <a:xfrm>
            <a:off x="6780854" y="4301138"/>
            <a:ext cx="3048000" cy="416701"/>
          </a:xfrm>
        </p:spPr>
        <p:txBody>
          <a:bodyPr>
            <a:noAutofit/>
          </a:bodyPr>
          <a:lstStyle>
            <a:lvl1pPr marL="0" indent="0">
              <a:lnSpc>
                <a:spcPts val="2600"/>
              </a:lnSpc>
              <a:spcBef>
                <a:spcPts val="0"/>
              </a:spcBef>
              <a:buNone/>
              <a:defRPr sz="2200" b="1">
                <a:solidFill>
                  <a:schemeClr val="bg1"/>
                </a:solidFill>
              </a:defRPr>
            </a:lvl1pPr>
            <a:lvl2pPr marL="271463" indent="0">
              <a:buNone/>
              <a:defRPr/>
            </a:lvl2pPr>
          </a:lstStyle>
          <a:p>
            <a:pPr lvl="0"/>
            <a:r>
              <a:rPr lang="es-ES" dirty="0" err="1"/>
              <a:t>Lorem</a:t>
            </a:r>
            <a:r>
              <a:rPr lang="es-ES" dirty="0"/>
              <a:t> </a:t>
            </a:r>
            <a:r>
              <a:rPr lang="es-ES" dirty="0" err="1"/>
              <a:t>Ipsum</a:t>
            </a:r>
            <a:endParaRPr lang="es-ES" dirty="0"/>
          </a:p>
        </p:txBody>
      </p:sp>
      <p:sp>
        <p:nvSpPr>
          <p:cNvPr id="15" name="Marcador de texto 6">
            <a:extLst>
              <a:ext uri="{FF2B5EF4-FFF2-40B4-BE49-F238E27FC236}">
                <a16:creationId xmlns:a16="http://schemas.microsoft.com/office/drawing/2014/main" id="{3991318B-056F-4F2D-9698-07C899C14601}"/>
              </a:ext>
            </a:extLst>
          </p:cNvPr>
          <p:cNvSpPr>
            <a:spLocks noGrp="1"/>
          </p:cNvSpPr>
          <p:nvPr>
            <p:ph type="body" sz="quarter" idx="12" hasCustomPrompt="1"/>
          </p:nvPr>
        </p:nvSpPr>
        <p:spPr>
          <a:xfrm>
            <a:off x="6780854" y="4931658"/>
            <a:ext cx="3048000" cy="416701"/>
          </a:xfrm>
        </p:spPr>
        <p:txBody>
          <a:bodyPr>
            <a:noAutofit/>
          </a:bodyPr>
          <a:lstStyle>
            <a:lvl1pPr marL="0" indent="0">
              <a:lnSpc>
                <a:spcPts val="2600"/>
              </a:lnSpc>
              <a:spcBef>
                <a:spcPts val="0"/>
              </a:spcBef>
              <a:buNone/>
              <a:defRPr sz="1450" b="1">
                <a:solidFill>
                  <a:schemeClr val="bg1"/>
                </a:solidFill>
              </a:defRPr>
            </a:lvl1pPr>
            <a:lvl2pPr marL="271463" indent="0">
              <a:buNone/>
              <a:defRPr/>
            </a:lvl2pPr>
          </a:lstStyle>
          <a:p>
            <a:pPr lvl="0"/>
            <a:r>
              <a:rPr lang="es-ES" dirty="0"/>
              <a:t>Universidadeuropea.com</a:t>
            </a:r>
          </a:p>
        </p:txBody>
      </p:sp>
      <p:sp>
        <p:nvSpPr>
          <p:cNvPr id="16" name="Marcador de texto 6">
            <a:extLst>
              <a:ext uri="{FF2B5EF4-FFF2-40B4-BE49-F238E27FC236}">
                <a16:creationId xmlns:a16="http://schemas.microsoft.com/office/drawing/2014/main" id="{EB186090-37AA-4F50-967D-3BDBD7F875A2}"/>
              </a:ext>
            </a:extLst>
          </p:cNvPr>
          <p:cNvSpPr>
            <a:spLocks noGrp="1"/>
          </p:cNvSpPr>
          <p:nvPr>
            <p:ph type="body" sz="quarter" idx="13" hasCustomPrompt="1"/>
          </p:nvPr>
        </p:nvSpPr>
        <p:spPr>
          <a:xfrm>
            <a:off x="6780854" y="4540842"/>
            <a:ext cx="3048000" cy="416701"/>
          </a:xfrm>
        </p:spPr>
        <p:txBody>
          <a:bodyPr>
            <a:noAutofit/>
          </a:bodyPr>
          <a:lstStyle>
            <a:lvl1pPr marL="0" indent="0">
              <a:lnSpc>
                <a:spcPts val="2600"/>
              </a:lnSpc>
              <a:spcBef>
                <a:spcPts val="0"/>
              </a:spcBef>
              <a:buNone/>
              <a:defRPr sz="1500" b="0">
                <a:solidFill>
                  <a:schemeClr val="bg1"/>
                </a:solidFill>
              </a:defRPr>
            </a:lvl1pPr>
            <a:lvl2pPr marL="271463" indent="0">
              <a:buNone/>
              <a:defRPr/>
            </a:lvl2pPr>
          </a:lstStyle>
          <a:p>
            <a:pPr lvl="0"/>
            <a:r>
              <a:rPr lang="es-ES" dirty="0"/>
              <a:t>Loremipsum@info.com</a:t>
            </a:r>
          </a:p>
        </p:txBody>
      </p:sp>
      <p:sp>
        <p:nvSpPr>
          <p:cNvPr id="17" name="CuadroTexto 16">
            <a:extLst>
              <a:ext uri="{FF2B5EF4-FFF2-40B4-BE49-F238E27FC236}">
                <a16:creationId xmlns:a16="http://schemas.microsoft.com/office/drawing/2014/main" id="{110EE0B2-CBE1-4867-8036-431D8B048DA9}"/>
              </a:ext>
            </a:extLst>
          </p:cNvPr>
          <p:cNvSpPr txBox="1"/>
          <p:nvPr userDrawn="1"/>
        </p:nvSpPr>
        <p:spPr>
          <a:xfrm>
            <a:off x="10692101" y="6706077"/>
            <a:ext cx="1800493" cy="430887"/>
          </a:xfrm>
          <a:prstGeom prst="rect">
            <a:avLst/>
          </a:prstGeom>
          <a:noFill/>
        </p:spPr>
        <p:txBody>
          <a:bodyPr wrap="none" rtlCol="0">
            <a:spAutoFit/>
          </a:bodyPr>
          <a:lstStyle/>
          <a:p>
            <a:r>
              <a:rPr lang="es-ES" sz="2200" b="1" dirty="0">
                <a:solidFill>
                  <a:srgbClr val="1E1E1E"/>
                </a:solidFill>
              </a:rPr>
              <a:t>Ve más allá</a:t>
            </a:r>
          </a:p>
        </p:txBody>
      </p:sp>
      <p:pic>
        <p:nvPicPr>
          <p:cNvPr id="14" name="Gráfico 13">
            <a:extLst>
              <a:ext uri="{FF2B5EF4-FFF2-40B4-BE49-F238E27FC236}">
                <a16:creationId xmlns:a16="http://schemas.microsoft.com/office/drawing/2014/main" id="{85240EFF-F9FA-4BD4-B5F5-57D533E60BBA}"/>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18038" y="908844"/>
            <a:ext cx="2908056" cy="800100"/>
          </a:xfrm>
          <a:prstGeom prst="rect">
            <a:avLst/>
          </a:prstGeom>
        </p:spPr>
      </p:pic>
    </p:spTree>
    <p:extLst>
      <p:ext uri="{BB962C8B-B14F-4D97-AF65-F5344CB8AC3E}">
        <p14:creationId xmlns:p14="http://schemas.microsoft.com/office/powerpoint/2010/main" val="444324120"/>
      </p:ext>
    </p:extLst>
  </p:cSld>
  <p:clrMapOvr>
    <a:masterClrMapping/>
  </p:clrMapOvr>
  <p:extLst>
    <p:ext uri="{DCECCB84-F9BA-43D5-87BE-67443E8EF086}">
      <p15:sldGuideLst xmlns:p15="http://schemas.microsoft.com/office/powerpoint/2012/main"/>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Portada Postgrado 02 blanc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12" name="Gráfico 11">
            <a:extLst>
              <a:ext uri="{FF2B5EF4-FFF2-40B4-BE49-F238E27FC236}">
                <a16:creationId xmlns:a16="http://schemas.microsoft.com/office/drawing/2014/main" id="{CF03BCA2-3200-43B6-9331-514527A1E4EA}"/>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918038" y="908844"/>
            <a:ext cx="2910840" cy="800100"/>
          </a:xfrm>
          <a:prstGeom prst="rect">
            <a:avLst/>
          </a:prstGeom>
        </p:spPr>
      </p:pic>
      <p:pic>
        <p:nvPicPr>
          <p:cNvPr id="5" name="Imagen 4">
            <a:extLst>
              <a:ext uri="{FF2B5EF4-FFF2-40B4-BE49-F238E27FC236}">
                <a16:creationId xmlns:a16="http://schemas.microsoft.com/office/drawing/2014/main" id="{C3720937-C11B-4355-8352-F40F0B3DB1E5}"/>
              </a:ext>
            </a:extLst>
          </p:cNvPr>
          <p:cNvPicPr>
            <a:picLocks noChangeAspect="1"/>
          </p:cNvPicPr>
          <p:nvPr userDrawn="1"/>
        </p:nvPicPr>
        <p:blipFill>
          <a:blip r:embed="rId4">
            <a:extLst>
              <a:ext uri="{28A0092B-C50C-407E-A947-70E740481C1C}">
                <a14:useLocalDpi xmlns:a14="http://schemas.microsoft.com/office/drawing/2010/main" val="0"/>
              </a:ext>
            </a:extLst>
          </a:blip>
          <a:srcRect/>
          <a:stretch/>
        </p:blipFill>
        <p:spPr>
          <a:xfrm>
            <a:off x="1" y="0"/>
            <a:ext cx="14630397" cy="8229599"/>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7666679" y="1251634"/>
            <a:ext cx="4902086" cy="927121"/>
          </a:xfrm>
        </p:spPr>
        <p:txBody>
          <a:bodyPr anchor="t">
            <a:normAutofit/>
          </a:bodyPr>
          <a:lstStyle>
            <a:lvl1pPr>
              <a:defRPr sz="6000" b="1">
                <a:solidFill>
                  <a:schemeClr val="bg1"/>
                </a:solidFill>
                <a:latin typeface="Century Gothic" panose="020B0502020202020204" pitchFamily="34" charset="0"/>
              </a:defRPr>
            </a:lvl1pPr>
          </a:lstStyle>
          <a:p>
            <a:r>
              <a:rPr lang="es-ES" dirty="0" err="1"/>
              <a:t>Lorem</a:t>
            </a:r>
            <a:r>
              <a:rPr lang="es-ES" dirty="0"/>
              <a:t> </a:t>
            </a:r>
            <a:r>
              <a:rPr lang="es-ES" dirty="0" err="1"/>
              <a:t>Ipsum</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7666679" y="2150745"/>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Lorem</a:t>
            </a:r>
            <a:r>
              <a:rPr lang="es-ES" dirty="0"/>
              <a:t> </a:t>
            </a:r>
            <a:r>
              <a:rPr lang="es-ES" dirty="0" err="1"/>
              <a:t>ipsumUdae</a:t>
            </a:r>
            <a:r>
              <a:rPr lang="es-ES" dirty="0"/>
              <a:t> </a:t>
            </a:r>
            <a:r>
              <a:rPr lang="es-ES" dirty="0" err="1"/>
              <a:t>voluptatur</a:t>
            </a:r>
            <a:r>
              <a:rPr lang="es-ES" dirty="0"/>
              <a:t>? Pitas </a:t>
            </a:r>
            <a:r>
              <a:rPr lang="es-ES" dirty="0" err="1"/>
              <a:t>dolorem</a:t>
            </a:r>
            <a:endParaRPr lang="es-ES" dirty="0"/>
          </a:p>
        </p:txBody>
      </p:sp>
      <p:sp>
        <p:nvSpPr>
          <p:cNvPr id="17" name="CuadroTexto 16">
            <a:extLst>
              <a:ext uri="{FF2B5EF4-FFF2-40B4-BE49-F238E27FC236}">
                <a16:creationId xmlns:a16="http://schemas.microsoft.com/office/drawing/2014/main" id="{110EE0B2-CBE1-4867-8036-431D8B048DA9}"/>
              </a:ext>
            </a:extLst>
          </p:cNvPr>
          <p:cNvSpPr txBox="1"/>
          <p:nvPr userDrawn="1"/>
        </p:nvSpPr>
        <p:spPr>
          <a:xfrm>
            <a:off x="10692101" y="6706077"/>
            <a:ext cx="1800493" cy="430887"/>
          </a:xfrm>
          <a:prstGeom prst="rect">
            <a:avLst/>
          </a:prstGeom>
          <a:noFill/>
        </p:spPr>
        <p:txBody>
          <a:bodyPr wrap="none" rtlCol="0">
            <a:spAutoFit/>
          </a:bodyPr>
          <a:lstStyle/>
          <a:p>
            <a:r>
              <a:rPr lang="es-ES" sz="2200" b="1" dirty="0">
                <a:solidFill>
                  <a:srgbClr val="1E1E1E"/>
                </a:solidFill>
              </a:rPr>
              <a:t>Ve más allá</a:t>
            </a:r>
          </a:p>
        </p:txBody>
      </p:sp>
      <p:sp>
        <p:nvSpPr>
          <p:cNvPr id="18" name="Marcador de texto 6">
            <a:extLst>
              <a:ext uri="{FF2B5EF4-FFF2-40B4-BE49-F238E27FC236}">
                <a16:creationId xmlns:a16="http://schemas.microsoft.com/office/drawing/2014/main" id="{E9E87237-2393-4708-BB01-402743EEE83D}"/>
              </a:ext>
            </a:extLst>
          </p:cNvPr>
          <p:cNvSpPr>
            <a:spLocks noGrp="1"/>
          </p:cNvSpPr>
          <p:nvPr>
            <p:ph type="body" sz="quarter" idx="11" hasCustomPrompt="1"/>
          </p:nvPr>
        </p:nvSpPr>
        <p:spPr>
          <a:xfrm>
            <a:off x="6780854" y="4301138"/>
            <a:ext cx="3048000" cy="416701"/>
          </a:xfrm>
        </p:spPr>
        <p:txBody>
          <a:bodyPr>
            <a:noAutofit/>
          </a:bodyPr>
          <a:lstStyle>
            <a:lvl1pPr marL="0" indent="0">
              <a:lnSpc>
                <a:spcPts val="2600"/>
              </a:lnSpc>
              <a:spcBef>
                <a:spcPts val="0"/>
              </a:spcBef>
              <a:buNone/>
              <a:defRPr sz="2200" b="1">
                <a:solidFill>
                  <a:schemeClr val="bg1"/>
                </a:solidFill>
              </a:defRPr>
            </a:lvl1pPr>
            <a:lvl2pPr marL="271463" indent="0">
              <a:buNone/>
              <a:defRPr/>
            </a:lvl2pPr>
          </a:lstStyle>
          <a:p>
            <a:pPr lvl="0"/>
            <a:r>
              <a:rPr lang="es-ES" dirty="0" err="1"/>
              <a:t>Lorem</a:t>
            </a:r>
            <a:r>
              <a:rPr lang="es-ES" dirty="0"/>
              <a:t> </a:t>
            </a:r>
            <a:r>
              <a:rPr lang="es-ES" dirty="0" err="1"/>
              <a:t>Ipsum</a:t>
            </a:r>
            <a:endParaRPr lang="es-ES" dirty="0"/>
          </a:p>
        </p:txBody>
      </p:sp>
      <p:sp>
        <p:nvSpPr>
          <p:cNvPr id="19" name="Marcador de texto 6">
            <a:extLst>
              <a:ext uri="{FF2B5EF4-FFF2-40B4-BE49-F238E27FC236}">
                <a16:creationId xmlns:a16="http://schemas.microsoft.com/office/drawing/2014/main" id="{097452DD-1D24-4B73-8871-9E287BD51F86}"/>
              </a:ext>
            </a:extLst>
          </p:cNvPr>
          <p:cNvSpPr>
            <a:spLocks noGrp="1"/>
          </p:cNvSpPr>
          <p:nvPr>
            <p:ph type="body" sz="quarter" idx="12" hasCustomPrompt="1"/>
          </p:nvPr>
        </p:nvSpPr>
        <p:spPr>
          <a:xfrm>
            <a:off x="6780854" y="4931658"/>
            <a:ext cx="3048000" cy="416701"/>
          </a:xfrm>
        </p:spPr>
        <p:txBody>
          <a:bodyPr>
            <a:noAutofit/>
          </a:bodyPr>
          <a:lstStyle>
            <a:lvl1pPr marL="0" indent="0">
              <a:lnSpc>
                <a:spcPts val="2600"/>
              </a:lnSpc>
              <a:spcBef>
                <a:spcPts val="0"/>
              </a:spcBef>
              <a:buNone/>
              <a:defRPr sz="1450" b="1">
                <a:solidFill>
                  <a:schemeClr val="bg1"/>
                </a:solidFill>
              </a:defRPr>
            </a:lvl1pPr>
            <a:lvl2pPr marL="271463" indent="0">
              <a:buNone/>
              <a:defRPr/>
            </a:lvl2pPr>
          </a:lstStyle>
          <a:p>
            <a:pPr lvl="0"/>
            <a:r>
              <a:rPr lang="es-ES" dirty="0"/>
              <a:t>Universidadeuropea.com</a:t>
            </a:r>
          </a:p>
        </p:txBody>
      </p:sp>
      <p:sp>
        <p:nvSpPr>
          <p:cNvPr id="20" name="Marcador de texto 6">
            <a:extLst>
              <a:ext uri="{FF2B5EF4-FFF2-40B4-BE49-F238E27FC236}">
                <a16:creationId xmlns:a16="http://schemas.microsoft.com/office/drawing/2014/main" id="{4205B8DF-49CC-416F-8134-594BDF042D5E}"/>
              </a:ext>
            </a:extLst>
          </p:cNvPr>
          <p:cNvSpPr>
            <a:spLocks noGrp="1"/>
          </p:cNvSpPr>
          <p:nvPr>
            <p:ph type="body" sz="quarter" idx="13" hasCustomPrompt="1"/>
          </p:nvPr>
        </p:nvSpPr>
        <p:spPr>
          <a:xfrm>
            <a:off x="6780854" y="4540842"/>
            <a:ext cx="3048000" cy="416701"/>
          </a:xfrm>
        </p:spPr>
        <p:txBody>
          <a:bodyPr>
            <a:noAutofit/>
          </a:bodyPr>
          <a:lstStyle>
            <a:lvl1pPr marL="0" indent="0">
              <a:lnSpc>
                <a:spcPts val="2600"/>
              </a:lnSpc>
              <a:spcBef>
                <a:spcPts val="0"/>
              </a:spcBef>
              <a:buNone/>
              <a:defRPr sz="1500" b="0">
                <a:solidFill>
                  <a:schemeClr val="bg1"/>
                </a:solidFill>
              </a:defRPr>
            </a:lvl1pPr>
            <a:lvl2pPr marL="271463" indent="0">
              <a:buNone/>
              <a:defRPr/>
            </a:lvl2pPr>
          </a:lstStyle>
          <a:p>
            <a:pPr lvl="0"/>
            <a:r>
              <a:rPr lang="es-ES" dirty="0"/>
              <a:t>Loremipsum@info.com</a:t>
            </a:r>
          </a:p>
        </p:txBody>
      </p:sp>
    </p:spTree>
    <p:extLst>
      <p:ext uri="{BB962C8B-B14F-4D97-AF65-F5344CB8AC3E}">
        <p14:creationId xmlns:p14="http://schemas.microsoft.com/office/powerpoint/2010/main" val="243143044"/>
      </p:ext>
    </p:extLst>
  </p:cSld>
  <p:clrMapOvr>
    <a:masterClrMapping/>
  </p:clrMapOvr>
  <p:extLst>
    <p:ext uri="{DCECCB84-F9BA-43D5-87BE-67443E8EF086}">
      <p15:sldGuideLst xmlns:p15="http://schemas.microsoft.com/office/powerpoint/2012/main"/>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Portada Postgrado 03 roj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9" name="Gráfico 8">
            <a:extLst>
              <a:ext uri="{FF2B5EF4-FFF2-40B4-BE49-F238E27FC236}">
                <a16:creationId xmlns:a16="http://schemas.microsoft.com/office/drawing/2014/main" id="{358086F5-BD6F-4A53-B017-4BA2C380D805}"/>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0" y="0"/>
            <a:ext cx="14630400" cy="8229600"/>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1279093" y="2877701"/>
            <a:ext cx="4902086" cy="927121"/>
          </a:xfrm>
        </p:spPr>
        <p:txBody>
          <a:bodyPr anchor="t">
            <a:normAutofit/>
          </a:bodyPr>
          <a:lstStyle>
            <a:lvl1pPr>
              <a:defRPr sz="6000" b="1">
                <a:solidFill>
                  <a:schemeClr val="bg1"/>
                </a:solidFill>
                <a:latin typeface="Century Gothic" panose="020B0502020202020204" pitchFamily="34" charset="0"/>
              </a:defRPr>
            </a:lvl1pPr>
          </a:lstStyle>
          <a:p>
            <a:r>
              <a:rPr lang="es-ES" dirty="0" err="1"/>
              <a:t>Lorem</a:t>
            </a:r>
            <a:r>
              <a:rPr lang="es-ES" dirty="0"/>
              <a:t> </a:t>
            </a:r>
            <a:r>
              <a:rPr lang="es-ES" dirty="0" err="1"/>
              <a:t>Ipsum</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1279093" y="3776812"/>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Lorem</a:t>
            </a:r>
            <a:r>
              <a:rPr lang="es-ES" dirty="0"/>
              <a:t> </a:t>
            </a:r>
            <a:r>
              <a:rPr lang="es-ES" dirty="0" err="1"/>
              <a:t>ipsumUdae</a:t>
            </a:r>
            <a:r>
              <a:rPr lang="es-ES" dirty="0"/>
              <a:t> </a:t>
            </a:r>
            <a:r>
              <a:rPr lang="es-ES" dirty="0" err="1"/>
              <a:t>voluptatur</a:t>
            </a:r>
            <a:r>
              <a:rPr lang="es-ES" dirty="0"/>
              <a:t>? Pitas </a:t>
            </a:r>
            <a:r>
              <a:rPr lang="es-ES" dirty="0" err="1"/>
              <a:t>dolorem</a:t>
            </a:r>
            <a:endParaRPr lang="es-ES" dirty="0"/>
          </a:p>
        </p:txBody>
      </p:sp>
      <p:sp>
        <p:nvSpPr>
          <p:cNvPr id="17" name="CuadroTexto 16">
            <a:extLst>
              <a:ext uri="{FF2B5EF4-FFF2-40B4-BE49-F238E27FC236}">
                <a16:creationId xmlns:a16="http://schemas.microsoft.com/office/drawing/2014/main" id="{110EE0B2-CBE1-4867-8036-431D8B048DA9}"/>
              </a:ext>
            </a:extLst>
          </p:cNvPr>
          <p:cNvSpPr txBox="1"/>
          <p:nvPr userDrawn="1"/>
        </p:nvSpPr>
        <p:spPr>
          <a:xfrm>
            <a:off x="2728291" y="6706077"/>
            <a:ext cx="1800493" cy="430887"/>
          </a:xfrm>
          <a:prstGeom prst="rect">
            <a:avLst/>
          </a:prstGeom>
          <a:noFill/>
        </p:spPr>
        <p:txBody>
          <a:bodyPr wrap="none" rtlCol="0">
            <a:spAutoFit/>
          </a:bodyPr>
          <a:lstStyle/>
          <a:p>
            <a:r>
              <a:rPr lang="es-ES" sz="2200" b="1" dirty="0">
                <a:solidFill>
                  <a:srgbClr val="1E1E1E"/>
                </a:solidFill>
              </a:rPr>
              <a:t>Ve más allá</a:t>
            </a:r>
          </a:p>
        </p:txBody>
      </p:sp>
      <p:sp>
        <p:nvSpPr>
          <p:cNvPr id="18" name="Marcador de texto 6">
            <a:extLst>
              <a:ext uri="{FF2B5EF4-FFF2-40B4-BE49-F238E27FC236}">
                <a16:creationId xmlns:a16="http://schemas.microsoft.com/office/drawing/2014/main" id="{E9E87237-2393-4708-BB01-402743EEE83D}"/>
              </a:ext>
            </a:extLst>
          </p:cNvPr>
          <p:cNvSpPr>
            <a:spLocks noGrp="1"/>
          </p:cNvSpPr>
          <p:nvPr>
            <p:ph type="body" sz="quarter" idx="11" hasCustomPrompt="1"/>
          </p:nvPr>
        </p:nvSpPr>
        <p:spPr>
          <a:xfrm>
            <a:off x="4400512" y="5085019"/>
            <a:ext cx="3048000" cy="416701"/>
          </a:xfrm>
        </p:spPr>
        <p:txBody>
          <a:bodyPr>
            <a:noAutofit/>
          </a:bodyPr>
          <a:lstStyle>
            <a:lvl1pPr marL="0" indent="0">
              <a:lnSpc>
                <a:spcPts val="2600"/>
              </a:lnSpc>
              <a:spcBef>
                <a:spcPts val="0"/>
              </a:spcBef>
              <a:buNone/>
              <a:defRPr sz="2200" b="1">
                <a:solidFill>
                  <a:schemeClr val="bg1"/>
                </a:solidFill>
              </a:defRPr>
            </a:lvl1pPr>
            <a:lvl2pPr marL="271463" indent="0">
              <a:buNone/>
              <a:defRPr/>
            </a:lvl2pPr>
          </a:lstStyle>
          <a:p>
            <a:pPr lvl="0"/>
            <a:r>
              <a:rPr lang="es-ES" dirty="0" err="1"/>
              <a:t>Lorem</a:t>
            </a:r>
            <a:r>
              <a:rPr lang="es-ES" dirty="0"/>
              <a:t> </a:t>
            </a:r>
            <a:r>
              <a:rPr lang="es-ES" dirty="0" err="1"/>
              <a:t>Ipsum</a:t>
            </a:r>
            <a:endParaRPr lang="es-ES" dirty="0"/>
          </a:p>
        </p:txBody>
      </p:sp>
      <p:sp>
        <p:nvSpPr>
          <p:cNvPr id="19" name="Marcador de texto 6">
            <a:extLst>
              <a:ext uri="{FF2B5EF4-FFF2-40B4-BE49-F238E27FC236}">
                <a16:creationId xmlns:a16="http://schemas.microsoft.com/office/drawing/2014/main" id="{097452DD-1D24-4B73-8871-9E287BD51F86}"/>
              </a:ext>
            </a:extLst>
          </p:cNvPr>
          <p:cNvSpPr>
            <a:spLocks noGrp="1"/>
          </p:cNvSpPr>
          <p:nvPr>
            <p:ph type="body" sz="quarter" idx="12" hasCustomPrompt="1"/>
          </p:nvPr>
        </p:nvSpPr>
        <p:spPr>
          <a:xfrm>
            <a:off x="4400512" y="5715539"/>
            <a:ext cx="3048000" cy="416701"/>
          </a:xfrm>
        </p:spPr>
        <p:txBody>
          <a:bodyPr>
            <a:noAutofit/>
          </a:bodyPr>
          <a:lstStyle>
            <a:lvl1pPr marL="0" indent="0">
              <a:lnSpc>
                <a:spcPts val="2600"/>
              </a:lnSpc>
              <a:spcBef>
                <a:spcPts val="0"/>
              </a:spcBef>
              <a:buNone/>
              <a:defRPr sz="1450" b="1">
                <a:solidFill>
                  <a:schemeClr val="bg1"/>
                </a:solidFill>
              </a:defRPr>
            </a:lvl1pPr>
            <a:lvl2pPr marL="271463" indent="0">
              <a:buNone/>
              <a:defRPr/>
            </a:lvl2pPr>
          </a:lstStyle>
          <a:p>
            <a:pPr lvl="0"/>
            <a:r>
              <a:rPr lang="es-ES" dirty="0"/>
              <a:t>Universidadeuropea.com</a:t>
            </a:r>
          </a:p>
        </p:txBody>
      </p:sp>
      <p:sp>
        <p:nvSpPr>
          <p:cNvPr id="20" name="Marcador de texto 6">
            <a:extLst>
              <a:ext uri="{FF2B5EF4-FFF2-40B4-BE49-F238E27FC236}">
                <a16:creationId xmlns:a16="http://schemas.microsoft.com/office/drawing/2014/main" id="{4205B8DF-49CC-416F-8134-594BDF042D5E}"/>
              </a:ext>
            </a:extLst>
          </p:cNvPr>
          <p:cNvSpPr>
            <a:spLocks noGrp="1"/>
          </p:cNvSpPr>
          <p:nvPr>
            <p:ph type="body" sz="quarter" idx="13" hasCustomPrompt="1"/>
          </p:nvPr>
        </p:nvSpPr>
        <p:spPr>
          <a:xfrm>
            <a:off x="4400512" y="5324723"/>
            <a:ext cx="3048000" cy="416701"/>
          </a:xfrm>
        </p:spPr>
        <p:txBody>
          <a:bodyPr>
            <a:noAutofit/>
          </a:bodyPr>
          <a:lstStyle>
            <a:lvl1pPr marL="0" indent="0">
              <a:lnSpc>
                <a:spcPts val="2600"/>
              </a:lnSpc>
              <a:spcBef>
                <a:spcPts val="0"/>
              </a:spcBef>
              <a:buNone/>
              <a:defRPr sz="1500" b="0">
                <a:solidFill>
                  <a:schemeClr val="bg1"/>
                </a:solidFill>
              </a:defRPr>
            </a:lvl1pPr>
            <a:lvl2pPr marL="271463" indent="0">
              <a:buNone/>
              <a:defRPr/>
            </a:lvl2pPr>
          </a:lstStyle>
          <a:p>
            <a:pPr lvl="0"/>
            <a:r>
              <a:rPr lang="es-ES" dirty="0"/>
              <a:t>Loremipsum@info.com</a:t>
            </a:r>
          </a:p>
        </p:txBody>
      </p:sp>
      <p:pic>
        <p:nvPicPr>
          <p:cNvPr id="11" name="Gráfico 10">
            <a:extLst>
              <a:ext uri="{FF2B5EF4-FFF2-40B4-BE49-F238E27FC236}">
                <a16:creationId xmlns:a16="http://schemas.microsoft.com/office/drawing/2014/main" id="{8E8927FA-4CB0-4C74-9670-4CC6D2AE6CAC}"/>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918038" y="908844"/>
            <a:ext cx="2908056" cy="800100"/>
          </a:xfrm>
          <a:prstGeom prst="rect">
            <a:avLst/>
          </a:prstGeom>
        </p:spPr>
      </p:pic>
    </p:spTree>
    <p:extLst>
      <p:ext uri="{BB962C8B-B14F-4D97-AF65-F5344CB8AC3E}">
        <p14:creationId xmlns:p14="http://schemas.microsoft.com/office/powerpoint/2010/main" val="3442821918"/>
      </p:ext>
    </p:extLst>
  </p:cSld>
  <p:clrMapOvr>
    <a:masterClrMapping/>
  </p:clrMapOvr>
  <p:extLst>
    <p:ext uri="{DCECCB84-F9BA-43D5-87BE-67443E8EF086}">
      <p15:sldGuideLst xmlns:p15="http://schemas.microsoft.com/office/powerpoint/2012/main"/>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Portada Postgrado 03 blanc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11" name="Gráfico 10">
            <a:extLst>
              <a:ext uri="{FF2B5EF4-FFF2-40B4-BE49-F238E27FC236}">
                <a16:creationId xmlns:a16="http://schemas.microsoft.com/office/drawing/2014/main" id="{668F97EE-AC5B-4F08-BEB0-4F185B1FECF7}"/>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918038" y="908844"/>
            <a:ext cx="2910840" cy="800100"/>
          </a:xfrm>
          <a:prstGeom prst="rect">
            <a:avLst/>
          </a:prstGeom>
        </p:spPr>
      </p:pic>
      <p:pic>
        <p:nvPicPr>
          <p:cNvPr id="6" name="Gráfico 5">
            <a:extLst>
              <a:ext uri="{FF2B5EF4-FFF2-40B4-BE49-F238E27FC236}">
                <a16:creationId xmlns:a16="http://schemas.microsoft.com/office/drawing/2014/main" id="{81D94336-38A4-4BE4-B68C-C583816EAD7D}"/>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0" y="0"/>
            <a:ext cx="14630400" cy="8229600"/>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1279093" y="2877701"/>
            <a:ext cx="4902086" cy="927121"/>
          </a:xfrm>
        </p:spPr>
        <p:txBody>
          <a:bodyPr anchor="t">
            <a:normAutofit/>
          </a:bodyPr>
          <a:lstStyle>
            <a:lvl1pPr>
              <a:defRPr sz="6000" b="1">
                <a:solidFill>
                  <a:schemeClr val="bg1"/>
                </a:solidFill>
                <a:latin typeface="Century Gothic" panose="020B0502020202020204" pitchFamily="34" charset="0"/>
              </a:defRPr>
            </a:lvl1pPr>
          </a:lstStyle>
          <a:p>
            <a:r>
              <a:rPr lang="es-ES" dirty="0" err="1"/>
              <a:t>Lorem</a:t>
            </a:r>
            <a:r>
              <a:rPr lang="es-ES" dirty="0"/>
              <a:t> </a:t>
            </a:r>
            <a:r>
              <a:rPr lang="es-ES" dirty="0" err="1"/>
              <a:t>Ipsum</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1279093" y="3776812"/>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Lorem</a:t>
            </a:r>
            <a:r>
              <a:rPr lang="es-ES" dirty="0"/>
              <a:t> </a:t>
            </a:r>
            <a:r>
              <a:rPr lang="es-ES" dirty="0" err="1"/>
              <a:t>ipsumUdae</a:t>
            </a:r>
            <a:r>
              <a:rPr lang="es-ES" dirty="0"/>
              <a:t> </a:t>
            </a:r>
            <a:r>
              <a:rPr lang="es-ES" dirty="0" err="1"/>
              <a:t>voluptatur</a:t>
            </a:r>
            <a:r>
              <a:rPr lang="es-ES" dirty="0"/>
              <a:t>? Pitas </a:t>
            </a:r>
            <a:r>
              <a:rPr lang="es-ES" dirty="0" err="1"/>
              <a:t>dolorem</a:t>
            </a:r>
            <a:endParaRPr lang="es-ES" dirty="0"/>
          </a:p>
        </p:txBody>
      </p:sp>
      <p:sp>
        <p:nvSpPr>
          <p:cNvPr id="17" name="CuadroTexto 16">
            <a:extLst>
              <a:ext uri="{FF2B5EF4-FFF2-40B4-BE49-F238E27FC236}">
                <a16:creationId xmlns:a16="http://schemas.microsoft.com/office/drawing/2014/main" id="{110EE0B2-CBE1-4867-8036-431D8B048DA9}"/>
              </a:ext>
            </a:extLst>
          </p:cNvPr>
          <p:cNvSpPr txBox="1"/>
          <p:nvPr userDrawn="1"/>
        </p:nvSpPr>
        <p:spPr>
          <a:xfrm>
            <a:off x="2728291" y="6706077"/>
            <a:ext cx="1800493" cy="430887"/>
          </a:xfrm>
          <a:prstGeom prst="rect">
            <a:avLst/>
          </a:prstGeom>
          <a:noFill/>
        </p:spPr>
        <p:txBody>
          <a:bodyPr wrap="none" rtlCol="0">
            <a:spAutoFit/>
          </a:bodyPr>
          <a:lstStyle/>
          <a:p>
            <a:r>
              <a:rPr lang="es-ES" sz="2200" b="1" dirty="0">
                <a:solidFill>
                  <a:srgbClr val="1E1E1E"/>
                </a:solidFill>
              </a:rPr>
              <a:t>Ve más allá</a:t>
            </a:r>
          </a:p>
        </p:txBody>
      </p:sp>
      <p:sp>
        <p:nvSpPr>
          <p:cNvPr id="18" name="Marcador de texto 6">
            <a:extLst>
              <a:ext uri="{FF2B5EF4-FFF2-40B4-BE49-F238E27FC236}">
                <a16:creationId xmlns:a16="http://schemas.microsoft.com/office/drawing/2014/main" id="{E9E87237-2393-4708-BB01-402743EEE83D}"/>
              </a:ext>
            </a:extLst>
          </p:cNvPr>
          <p:cNvSpPr>
            <a:spLocks noGrp="1"/>
          </p:cNvSpPr>
          <p:nvPr>
            <p:ph type="body" sz="quarter" idx="11" hasCustomPrompt="1"/>
          </p:nvPr>
        </p:nvSpPr>
        <p:spPr>
          <a:xfrm>
            <a:off x="4400512" y="5085019"/>
            <a:ext cx="3048000" cy="416701"/>
          </a:xfrm>
        </p:spPr>
        <p:txBody>
          <a:bodyPr>
            <a:noAutofit/>
          </a:bodyPr>
          <a:lstStyle>
            <a:lvl1pPr marL="0" indent="0">
              <a:lnSpc>
                <a:spcPts val="2600"/>
              </a:lnSpc>
              <a:spcBef>
                <a:spcPts val="0"/>
              </a:spcBef>
              <a:buNone/>
              <a:defRPr sz="2200" b="1">
                <a:solidFill>
                  <a:schemeClr val="bg1"/>
                </a:solidFill>
              </a:defRPr>
            </a:lvl1pPr>
            <a:lvl2pPr marL="271463" indent="0">
              <a:buNone/>
              <a:defRPr/>
            </a:lvl2pPr>
          </a:lstStyle>
          <a:p>
            <a:pPr lvl="0"/>
            <a:r>
              <a:rPr lang="es-ES" dirty="0" err="1"/>
              <a:t>Lorem</a:t>
            </a:r>
            <a:r>
              <a:rPr lang="es-ES" dirty="0"/>
              <a:t> </a:t>
            </a:r>
            <a:r>
              <a:rPr lang="es-ES" dirty="0" err="1"/>
              <a:t>Ipsum</a:t>
            </a:r>
            <a:endParaRPr lang="es-ES" dirty="0"/>
          </a:p>
        </p:txBody>
      </p:sp>
      <p:sp>
        <p:nvSpPr>
          <p:cNvPr id="19" name="Marcador de texto 6">
            <a:extLst>
              <a:ext uri="{FF2B5EF4-FFF2-40B4-BE49-F238E27FC236}">
                <a16:creationId xmlns:a16="http://schemas.microsoft.com/office/drawing/2014/main" id="{097452DD-1D24-4B73-8871-9E287BD51F86}"/>
              </a:ext>
            </a:extLst>
          </p:cNvPr>
          <p:cNvSpPr>
            <a:spLocks noGrp="1"/>
          </p:cNvSpPr>
          <p:nvPr>
            <p:ph type="body" sz="quarter" idx="12" hasCustomPrompt="1"/>
          </p:nvPr>
        </p:nvSpPr>
        <p:spPr>
          <a:xfrm>
            <a:off x="4400512" y="5715539"/>
            <a:ext cx="3048000" cy="416701"/>
          </a:xfrm>
        </p:spPr>
        <p:txBody>
          <a:bodyPr>
            <a:noAutofit/>
          </a:bodyPr>
          <a:lstStyle>
            <a:lvl1pPr marL="0" indent="0">
              <a:lnSpc>
                <a:spcPts val="2600"/>
              </a:lnSpc>
              <a:spcBef>
                <a:spcPts val="0"/>
              </a:spcBef>
              <a:buNone/>
              <a:defRPr sz="1450" b="1">
                <a:solidFill>
                  <a:schemeClr val="bg1"/>
                </a:solidFill>
              </a:defRPr>
            </a:lvl1pPr>
            <a:lvl2pPr marL="271463" indent="0">
              <a:buNone/>
              <a:defRPr/>
            </a:lvl2pPr>
          </a:lstStyle>
          <a:p>
            <a:pPr lvl="0"/>
            <a:r>
              <a:rPr lang="es-ES" dirty="0"/>
              <a:t>Universidadeuropea.com</a:t>
            </a:r>
          </a:p>
        </p:txBody>
      </p:sp>
      <p:sp>
        <p:nvSpPr>
          <p:cNvPr id="20" name="Marcador de texto 6">
            <a:extLst>
              <a:ext uri="{FF2B5EF4-FFF2-40B4-BE49-F238E27FC236}">
                <a16:creationId xmlns:a16="http://schemas.microsoft.com/office/drawing/2014/main" id="{4205B8DF-49CC-416F-8134-594BDF042D5E}"/>
              </a:ext>
            </a:extLst>
          </p:cNvPr>
          <p:cNvSpPr>
            <a:spLocks noGrp="1"/>
          </p:cNvSpPr>
          <p:nvPr>
            <p:ph type="body" sz="quarter" idx="13" hasCustomPrompt="1"/>
          </p:nvPr>
        </p:nvSpPr>
        <p:spPr>
          <a:xfrm>
            <a:off x="4400512" y="5324723"/>
            <a:ext cx="3048000" cy="416701"/>
          </a:xfrm>
        </p:spPr>
        <p:txBody>
          <a:bodyPr>
            <a:noAutofit/>
          </a:bodyPr>
          <a:lstStyle>
            <a:lvl1pPr marL="0" indent="0">
              <a:lnSpc>
                <a:spcPts val="2600"/>
              </a:lnSpc>
              <a:spcBef>
                <a:spcPts val="0"/>
              </a:spcBef>
              <a:buNone/>
              <a:defRPr sz="1500" b="0">
                <a:solidFill>
                  <a:schemeClr val="bg1"/>
                </a:solidFill>
              </a:defRPr>
            </a:lvl1pPr>
            <a:lvl2pPr marL="271463" indent="0">
              <a:buNone/>
              <a:defRPr/>
            </a:lvl2pPr>
          </a:lstStyle>
          <a:p>
            <a:pPr lvl="0"/>
            <a:r>
              <a:rPr lang="es-ES" dirty="0"/>
              <a:t>Loremipsum@info.com</a:t>
            </a:r>
          </a:p>
        </p:txBody>
      </p:sp>
    </p:spTree>
    <p:extLst>
      <p:ext uri="{BB962C8B-B14F-4D97-AF65-F5344CB8AC3E}">
        <p14:creationId xmlns:p14="http://schemas.microsoft.com/office/powerpoint/2010/main" val="2941962926"/>
      </p:ext>
    </p:extLst>
  </p:cSld>
  <p:clrMapOvr>
    <a:masterClrMapping/>
  </p:clrMapOvr>
  <p:extLst>
    <p:ext uri="{DCECCB84-F9BA-43D5-87BE-67443E8EF086}">
      <p15:sldGuideLst xmlns:p15="http://schemas.microsoft.com/office/powerpoint/2012/main"/>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Indice">
    <p:spTree>
      <p:nvGrpSpPr>
        <p:cNvPr id="1" name=""/>
        <p:cNvGrpSpPr/>
        <p:nvPr/>
      </p:nvGrpSpPr>
      <p:grpSpPr>
        <a:xfrm>
          <a:off x="0" y="0"/>
          <a:ext cx="0" cy="0"/>
          <a:chOff x="0" y="0"/>
          <a:chExt cx="0" cy="0"/>
        </a:xfrm>
      </p:grpSpPr>
      <p:pic>
        <p:nvPicPr>
          <p:cNvPr id="11" name="Imagen 10">
            <a:extLst>
              <a:ext uri="{FF2B5EF4-FFF2-40B4-BE49-F238E27FC236}">
                <a16:creationId xmlns:a16="http://schemas.microsoft.com/office/drawing/2014/main" id="{25449B5B-E8A3-47B9-BE8C-1442A097B9D4}"/>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2" name="Title 1"/>
          <p:cNvSpPr>
            <a:spLocks noGrp="1"/>
          </p:cNvSpPr>
          <p:nvPr>
            <p:ph type="title" hasCustomPrompt="1"/>
          </p:nvPr>
        </p:nvSpPr>
        <p:spPr>
          <a:xfrm>
            <a:off x="1604151" y="847865"/>
            <a:ext cx="4424116" cy="1221317"/>
          </a:xfrm>
        </p:spPr>
        <p:txBody>
          <a:bodyPr>
            <a:normAutofit/>
          </a:bodyPr>
          <a:lstStyle>
            <a:lvl1pPr>
              <a:defRPr sz="6300"/>
            </a:lvl1pPr>
          </a:lstStyle>
          <a:p>
            <a:r>
              <a:rPr lang="es-ES" dirty="0"/>
              <a:t>Índice</a:t>
            </a:r>
            <a:endParaRPr lang="en-US" dirty="0"/>
          </a:p>
        </p:txBody>
      </p:sp>
      <p:sp>
        <p:nvSpPr>
          <p:cNvPr id="21" name="Marcador de texto 20">
            <a:extLst>
              <a:ext uri="{FF2B5EF4-FFF2-40B4-BE49-F238E27FC236}">
                <a16:creationId xmlns:a16="http://schemas.microsoft.com/office/drawing/2014/main" id="{B8C616AF-0352-4AE7-BD28-0925BB5C1682}"/>
              </a:ext>
            </a:extLst>
          </p:cNvPr>
          <p:cNvSpPr>
            <a:spLocks noGrp="1"/>
          </p:cNvSpPr>
          <p:nvPr>
            <p:ph type="body" sz="quarter" idx="15" hasCustomPrompt="1"/>
          </p:nvPr>
        </p:nvSpPr>
        <p:spPr>
          <a:xfrm>
            <a:off x="2416706" y="2274535"/>
            <a:ext cx="8093250" cy="4295598"/>
          </a:xfrm>
        </p:spPr>
        <p:txBody>
          <a:bodyPr/>
          <a:lstStyle>
            <a:lvl1pPr defTabSz="7180263">
              <a:tabLst/>
              <a:defRPr/>
            </a:lvl1pPr>
            <a:lvl2pPr defTabSz="2014538">
              <a:tabLst>
                <a:tab pos="7180263" algn="l"/>
              </a:tabLst>
              <a:defRPr/>
            </a:lvl2pPr>
          </a:lstStyle>
          <a:p>
            <a:pPr lvl="0"/>
            <a:r>
              <a:rPr lang="es-ES" dirty="0" err="1"/>
              <a:t>Lorem</a:t>
            </a:r>
            <a:r>
              <a:rPr lang="es-ES" dirty="0"/>
              <a:t> </a:t>
            </a:r>
            <a:r>
              <a:rPr lang="es-ES" dirty="0" err="1"/>
              <a:t>ipsum</a:t>
            </a:r>
            <a:r>
              <a:rPr lang="es-ES" dirty="0"/>
              <a:t>	01</a:t>
            </a:r>
          </a:p>
          <a:p>
            <a:pPr lvl="1"/>
            <a:r>
              <a:rPr lang="es-ES" dirty="0" err="1"/>
              <a:t>Lorem</a:t>
            </a:r>
            <a:r>
              <a:rPr lang="es-ES" dirty="0"/>
              <a:t> </a:t>
            </a:r>
            <a:r>
              <a:rPr lang="es-ES" dirty="0" err="1"/>
              <a:t>ipsum</a:t>
            </a:r>
            <a:r>
              <a:rPr lang="es-ES" dirty="0"/>
              <a:t>	02</a:t>
            </a:r>
          </a:p>
          <a:p>
            <a:pPr lvl="1"/>
            <a:r>
              <a:rPr lang="es-ES" dirty="0" err="1"/>
              <a:t>Lorem</a:t>
            </a:r>
            <a:r>
              <a:rPr lang="es-ES" dirty="0"/>
              <a:t> </a:t>
            </a:r>
            <a:r>
              <a:rPr lang="es-ES" dirty="0" err="1"/>
              <a:t>ipsum</a:t>
            </a:r>
            <a:r>
              <a:rPr lang="es-ES" dirty="0"/>
              <a:t>	03</a:t>
            </a:r>
          </a:p>
          <a:p>
            <a:pPr lvl="0"/>
            <a:r>
              <a:rPr lang="es-ES" dirty="0" err="1"/>
              <a:t>Lorem</a:t>
            </a:r>
            <a:r>
              <a:rPr lang="es-ES" dirty="0"/>
              <a:t> </a:t>
            </a:r>
            <a:r>
              <a:rPr lang="es-ES" dirty="0" err="1"/>
              <a:t>ipsum</a:t>
            </a:r>
            <a:r>
              <a:rPr lang="es-ES" dirty="0"/>
              <a:t>	04</a:t>
            </a:r>
          </a:p>
          <a:p>
            <a:pPr lvl="0"/>
            <a:r>
              <a:rPr lang="es-ES" dirty="0" err="1"/>
              <a:t>Lorem</a:t>
            </a:r>
            <a:r>
              <a:rPr lang="es-ES" dirty="0"/>
              <a:t> </a:t>
            </a:r>
            <a:r>
              <a:rPr lang="es-ES" dirty="0" err="1"/>
              <a:t>ipsum</a:t>
            </a:r>
            <a:r>
              <a:rPr lang="es-ES" dirty="0"/>
              <a:t>	05</a:t>
            </a:r>
          </a:p>
          <a:p>
            <a:pPr lvl="0"/>
            <a:r>
              <a:rPr lang="es-ES" dirty="0" err="1"/>
              <a:t>Lorem</a:t>
            </a:r>
            <a:r>
              <a:rPr lang="es-ES" dirty="0"/>
              <a:t> </a:t>
            </a:r>
            <a:r>
              <a:rPr lang="es-ES" dirty="0" err="1"/>
              <a:t>ipsum</a:t>
            </a:r>
            <a:r>
              <a:rPr lang="es-ES" dirty="0"/>
              <a:t>	06</a:t>
            </a:r>
          </a:p>
          <a:p>
            <a:pPr lvl="0"/>
            <a:r>
              <a:rPr lang="es-ES" dirty="0" err="1"/>
              <a:t>Lorem</a:t>
            </a:r>
            <a:r>
              <a:rPr lang="es-ES" dirty="0"/>
              <a:t> </a:t>
            </a:r>
            <a:r>
              <a:rPr lang="es-ES" dirty="0" err="1"/>
              <a:t>ipsum</a:t>
            </a:r>
            <a:r>
              <a:rPr lang="es-ES" dirty="0"/>
              <a:t>	07</a:t>
            </a:r>
          </a:p>
          <a:p>
            <a:pPr lvl="0"/>
            <a:r>
              <a:rPr lang="es-ES" dirty="0" err="1"/>
              <a:t>Lorem</a:t>
            </a:r>
            <a:r>
              <a:rPr lang="es-ES" dirty="0"/>
              <a:t> </a:t>
            </a:r>
            <a:r>
              <a:rPr lang="es-ES" dirty="0" err="1"/>
              <a:t>ipsum</a:t>
            </a:r>
            <a:r>
              <a:rPr lang="es-ES" dirty="0"/>
              <a:t>	08</a:t>
            </a:r>
          </a:p>
          <a:p>
            <a:pPr lvl="0"/>
            <a:r>
              <a:rPr lang="es-ES" dirty="0" err="1"/>
              <a:t>Lorem</a:t>
            </a:r>
            <a:r>
              <a:rPr lang="es-ES" dirty="0"/>
              <a:t> </a:t>
            </a:r>
            <a:r>
              <a:rPr lang="es-ES" dirty="0" err="1"/>
              <a:t>ipsum</a:t>
            </a:r>
            <a:r>
              <a:rPr lang="es-ES" dirty="0"/>
              <a:t>	09</a:t>
            </a:r>
          </a:p>
        </p:txBody>
      </p:sp>
      <p:sp>
        <p:nvSpPr>
          <p:cNvPr id="3" name="Marcador de número de diapositiva 2">
            <a:extLst>
              <a:ext uri="{FF2B5EF4-FFF2-40B4-BE49-F238E27FC236}">
                <a16:creationId xmlns:a16="http://schemas.microsoft.com/office/drawing/2014/main" id="{298F2FCB-7E2F-400B-81B1-18B456AE6C0D}"/>
              </a:ext>
            </a:extLst>
          </p:cNvPr>
          <p:cNvSpPr>
            <a:spLocks noGrp="1"/>
          </p:cNvSpPr>
          <p:nvPr>
            <p:ph type="sldNum" sz="quarter" idx="16"/>
          </p:nvPr>
        </p:nvSpPr>
        <p:spPr/>
        <p:txBody>
          <a:bodyPr/>
          <a:lstStyle/>
          <a:p>
            <a:fld id="{B005B2D1-880E-4846-A216-7D6770BA1332}" type="slidenum">
              <a:rPr lang="es-ES" smtClean="0"/>
              <a:pPr/>
              <a:t>‹Nº›</a:t>
            </a:fld>
            <a:endParaRPr lang="es-ES" dirty="0"/>
          </a:p>
        </p:txBody>
      </p:sp>
      <p:sp>
        <p:nvSpPr>
          <p:cNvPr id="14" name="CuadroTexto 13">
            <a:extLst>
              <a:ext uri="{FF2B5EF4-FFF2-40B4-BE49-F238E27FC236}">
                <a16:creationId xmlns:a16="http://schemas.microsoft.com/office/drawing/2014/main" id="{71C9A96A-A9B6-43C0-858A-F037F92BE03F}"/>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16" name="Rectángulo 15">
            <a:extLst>
              <a:ext uri="{FF2B5EF4-FFF2-40B4-BE49-F238E27FC236}">
                <a16:creationId xmlns:a16="http://schemas.microsoft.com/office/drawing/2014/main" id="{45D52EBB-81B5-4744-AA02-0E98817C6CEE}"/>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9" name="Gráfico 8">
            <a:extLst>
              <a:ext uri="{FF2B5EF4-FFF2-40B4-BE49-F238E27FC236}">
                <a16:creationId xmlns:a16="http://schemas.microsoft.com/office/drawing/2014/main" id="{EA0D54E8-0AA0-4881-8D77-02CAACF3607A}"/>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24442" y="332974"/>
            <a:ext cx="1400054" cy="385200"/>
          </a:xfrm>
          <a:prstGeom prst="rect">
            <a:avLst/>
          </a:prstGeom>
        </p:spPr>
      </p:pic>
    </p:spTree>
    <p:extLst>
      <p:ext uri="{BB962C8B-B14F-4D97-AF65-F5344CB8AC3E}">
        <p14:creationId xmlns:p14="http://schemas.microsoft.com/office/powerpoint/2010/main" val="215939492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itulo 01">
    <p:spTree>
      <p:nvGrpSpPr>
        <p:cNvPr id="1" name=""/>
        <p:cNvGrpSpPr/>
        <p:nvPr/>
      </p:nvGrpSpPr>
      <p:grpSpPr>
        <a:xfrm>
          <a:off x="0" y="0"/>
          <a:ext cx="0" cy="0"/>
          <a:chOff x="0" y="0"/>
          <a:chExt cx="0" cy="0"/>
        </a:xfrm>
      </p:grpSpPr>
      <p:pic>
        <p:nvPicPr>
          <p:cNvPr id="4" name="Imagen 3">
            <a:extLst>
              <a:ext uri="{FF2B5EF4-FFF2-40B4-BE49-F238E27FC236}">
                <a16:creationId xmlns:a16="http://schemas.microsoft.com/office/drawing/2014/main" id="{88A1B7A2-EA18-4C92-8E93-A7475C867574}"/>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11" name="Title 1">
            <a:extLst>
              <a:ext uri="{FF2B5EF4-FFF2-40B4-BE49-F238E27FC236}">
                <a16:creationId xmlns:a16="http://schemas.microsoft.com/office/drawing/2014/main" id="{8B12E8F6-0C23-40DD-85B1-90679397D2FF}"/>
              </a:ext>
            </a:extLst>
          </p:cNvPr>
          <p:cNvSpPr>
            <a:spLocks noGrp="1"/>
          </p:cNvSpPr>
          <p:nvPr>
            <p:ph type="title" hasCustomPrompt="1"/>
          </p:nvPr>
        </p:nvSpPr>
        <p:spPr>
          <a:xfrm>
            <a:off x="2035664" y="2099137"/>
            <a:ext cx="3584298" cy="2164638"/>
          </a:xfrm>
        </p:spPr>
        <p:txBody>
          <a:bodyPr>
            <a:noAutofit/>
          </a:bodyPr>
          <a:lstStyle>
            <a:lvl1pPr>
              <a:defRPr sz="18000" spc="-1000" baseline="0">
                <a:solidFill>
                  <a:schemeClr val="bg1"/>
                </a:solidFill>
              </a:defRPr>
            </a:lvl1pPr>
          </a:lstStyle>
          <a:p>
            <a:r>
              <a:rPr lang="es-ES" dirty="0"/>
              <a:t>01</a:t>
            </a:r>
            <a:endParaRPr lang="en-US" dirty="0"/>
          </a:p>
        </p:txBody>
      </p:sp>
      <p:sp>
        <p:nvSpPr>
          <p:cNvPr id="8" name="Marcador de posición de imagen 7">
            <a:extLst>
              <a:ext uri="{FF2B5EF4-FFF2-40B4-BE49-F238E27FC236}">
                <a16:creationId xmlns:a16="http://schemas.microsoft.com/office/drawing/2014/main" id="{66833123-AD43-4252-9579-D68936FB3461}"/>
              </a:ext>
            </a:extLst>
          </p:cNvPr>
          <p:cNvSpPr>
            <a:spLocks noGrp="1"/>
          </p:cNvSpPr>
          <p:nvPr>
            <p:ph type="pic" sz="quarter" idx="13"/>
          </p:nvPr>
        </p:nvSpPr>
        <p:spPr>
          <a:xfrm>
            <a:off x="6515100" y="3312319"/>
            <a:ext cx="6400800" cy="4006055"/>
          </a:xfrm>
          <a:solidFill>
            <a:schemeClr val="bg1">
              <a:lumMod val="95000"/>
            </a:schemeClr>
          </a:solidFill>
          <a:ln w="12700">
            <a:solidFill>
              <a:srgbClr val="FF3228"/>
            </a:solidFill>
          </a:ln>
        </p:spPr>
        <p:txBody>
          <a:bodyPr/>
          <a:lstStyle/>
          <a:p>
            <a:endParaRPr lang="es-ES" dirty="0"/>
          </a:p>
        </p:txBody>
      </p:sp>
      <p:sp>
        <p:nvSpPr>
          <p:cNvPr id="18" name="Marcador de texto 17">
            <a:extLst>
              <a:ext uri="{FF2B5EF4-FFF2-40B4-BE49-F238E27FC236}">
                <a16:creationId xmlns:a16="http://schemas.microsoft.com/office/drawing/2014/main" id="{B14F05CA-BADC-4433-A115-075325ED1DD8}"/>
              </a:ext>
            </a:extLst>
          </p:cNvPr>
          <p:cNvSpPr>
            <a:spLocks noGrp="1"/>
          </p:cNvSpPr>
          <p:nvPr>
            <p:ph type="body" sz="quarter" idx="14" hasCustomPrompt="1"/>
          </p:nvPr>
        </p:nvSpPr>
        <p:spPr>
          <a:xfrm>
            <a:off x="2035663" y="4246384"/>
            <a:ext cx="4194175" cy="1973263"/>
          </a:xfrm>
        </p:spPr>
        <p:txBody>
          <a:bodyPr>
            <a:normAutofit/>
          </a:bodyPr>
          <a:lstStyle>
            <a:lvl1pPr marL="0" indent="0">
              <a:lnSpc>
                <a:spcPct val="90000"/>
              </a:lnSpc>
              <a:buNone/>
              <a:defRPr lang="es-ES" sz="4300" b="1" kern="1200" dirty="0">
                <a:solidFill>
                  <a:schemeClr val="bg1"/>
                </a:solidFill>
                <a:latin typeface="Century Gothic" panose="020B0502020202020204" pitchFamily="34" charset="0"/>
                <a:ea typeface="+mj-ea"/>
                <a:cs typeface="+mj-cs"/>
              </a:defRPr>
            </a:lvl1pPr>
          </a:lstStyle>
          <a:p>
            <a:r>
              <a:rPr lang="es-ES" dirty="0" err="1">
                <a:solidFill>
                  <a:schemeClr val="bg1"/>
                </a:solidFill>
              </a:rPr>
              <a:t>Lorem</a:t>
            </a:r>
            <a:r>
              <a:rPr lang="es-ES" dirty="0">
                <a:solidFill>
                  <a:schemeClr val="bg1"/>
                </a:solidFill>
              </a:rPr>
              <a:t> </a:t>
            </a:r>
            <a:r>
              <a:rPr lang="es-ES" dirty="0" err="1">
                <a:solidFill>
                  <a:schemeClr val="bg1"/>
                </a:solidFill>
              </a:rPr>
              <a:t>ipsum</a:t>
            </a:r>
            <a:r>
              <a:rPr lang="es-ES" dirty="0">
                <a:solidFill>
                  <a:schemeClr val="bg1"/>
                </a:solidFill>
              </a:rPr>
              <a:t> dolor </a:t>
            </a:r>
            <a:r>
              <a:rPr lang="es-ES" dirty="0" err="1">
                <a:solidFill>
                  <a:schemeClr val="bg1"/>
                </a:solidFill>
              </a:rPr>
              <a:t>sit</a:t>
            </a:r>
            <a:endParaRPr lang="es-ES" dirty="0">
              <a:solidFill>
                <a:schemeClr val="bg1"/>
              </a:solidFill>
            </a:endParaRPr>
          </a:p>
        </p:txBody>
      </p:sp>
      <p:sp>
        <p:nvSpPr>
          <p:cNvPr id="2" name="Marcador de número de diapositiva 1">
            <a:extLst>
              <a:ext uri="{FF2B5EF4-FFF2-40B4-BE49-F238E27FC236}">
                <a16:creationId xmlns:a16="http://schemas.microsoft.com/office/drawing/2014/main" id="{EC526C9D-6B51-4BD6-A250-9863163FA0FA}"/>
              </a:ext>
            </a:extLst>
          </p:cNvPr>
          <p:cNvSpPr>
            <a:spLocks noGrp="1"/>
          </p:cNvSpPr>
          <p:nvPr>
            <p:ph type="sldNum" sz="quarter" idx="15"/>
          </p:nvPr>
        </p:nvSpPr>
        <p:spPr/>
        <p:txBody>
          <a:bodyPr/>
          <a:lstStyle/>
          <a:p>
            <a:fld id="{B005B2D1-880E-4846-A216-7D6770BA1332}" type="slidenum">
              <a:rPr lang="es-ES" smtClean="0"/>
              <a:pPr/>
              <a:t>‹Nº›</a:t>
            </a:fld>
            <a:endParaRPr lang="es-ES" dirty="0"/>
          </a:p>
        </p:txBody>
      </p:sp>
      <p:sp>
        <p:nvSpPr>
          <p:cNvPr id="14" name="CuadroTexto 13">
            <a:extLst>
              <a:ext uri="{FF2B5EF4-FFF2-40B4-BE49-F238E27FC236}">
                <a16:creationId xmlns:a16="http://schemas.microsoft.com/office/drawing/2014/main" id="{C88BB201-FFB7-49EA-89A7-08B8B994B0B2}"/>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16" name="Rectángulo 15">
            <a:extLst>
              <a:ext uri="{FF2B5EF4-FFF2-40B4-BE49-F238E27FC236}">
                <a16:creationId xmlns:a16="http://schemas.microsoft.com/office/drawing/2014/main" id="{EE4B70B3-FB3E-47A7-8EF1-EB36BC916C79}"/>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10" name="Gráfico 9">
            <a:extLst>
              <a:ext uri="{FF2B5EF4-FFF2-40B4-BE49-F238E27FC236}">
                <a16:creationId xmlns:a16="http://schemas.microsoft.com/office/drawing/2014/main" id="{21A2580A-DCB6-48AA-A0F1-A85928E84BEA}"/>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r="69936"/>
          <a:stretch/>
        </p:blipFill>
        <p:spPr>
          <a:xfrm>
            <a:off x="524442" y="332974"/>
            <a:ext cx="420914" cy="385200"/>
          </a:xfrm>
          <a:prstGeom prst="rect">
            <a:avLst/>
          </a:prstGeom>
        </p:spPr>
      </p:pic>
    </p:spTree>
    <p:extLst>
      <p:ext uri="{BB962C8B-B14F-4D97-AF65-F5344CB8AC3E}">
        <p14:creationId xmlns:p14="http://schemas.microsoft.com/office/powerpoint/2010/main" val="182866324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itulo 02">
    <p:spTree>
      <p:nvGrpSpPr>
        <p:cNvPr id="1" name=""/>
        <p:cNvGrpSpPr/>
        <p:nvPr/>
      </p:nvGrpSpPr>
      <p:grpSpPr>
        <a:xfrm>
          <a:off x="0" y="0"/>
          <a:ext cx="0" cy="0"/>
          <a:chOff x="0" y="0"/>
          <a:chExt cx="0" cy="0"/>
        </a:xfrm>
      </p:grpSpPr>
      <p:pic>
        <p:nvPicPr>
          <p:cNvPr id="5" name="Imagen 4">
            <a:extLst>
              <a:ext uri="{FF2B5EF4-FFF2-40B4-BE49-F238E27FC236}">
                <a16:creationId xmlns:a16="http://schemas.microsoft.com/office/drawing/2014/main" id="{F09D51C8-55E2-496C-B14C-A46B0ECE117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16" name="Title 1">
            <a:extLst>
              <a:ext uri="{FF2B5EF4-FFF2-40B4-BE49-F238E27FC236}">
                <a16:creationId xmlns:a16="http://schemas.microsoft.com/office/drawing/2014/main" id="{EAE849AB-9400-4BCF-956F-AF4BF3A547CA}"/>
              </a:ext>
            </a:extLst>
          </p:cNvPr>
          <p:cNvSpPr>
            <a:spLocks noGrp="1"/>
          </p:cNvSpPr>
          <p:nvPr>
            <p:ph type="title" hasCustomPrompt="1"/>
          </p:nvPr>
        </p:nvSpPr>
        <p:spPr>
          <a:xfrm>
            <a:off x="8457014" y="2890247"/>
            <a:ext cx="3584298" cy="2164638"/>
          </a:xfrm>
        </p:spPr>
        <p:txBody>
          <a:bodyPr>
            <a:noAutofit/>
          </a:bodyPr>
          <a:lstStyle>
            <a:lvl1pPr>
              <a:defRPr sz="18000" spc="-1000" baseline="0">
                <a:solidFill>
                  <a:schemeClr val="bg1"/>
                </a:solidFill>
              </a:defRPr>
            </a:lvl1pPr>
          </a:lstStyle>
          <a:p>
            <a:r>
              <a:rPr lang="es-ES" dirty="0"/>
              <a:t>02</a:t>
            </a:r>
            <a:endParaRPr lang="en-US" dirty="0"/>
          </a:p>
        </p:txBody>
      </p:sp>
      <p:sp>
        <p:nvSpPr>
          <p:cNvPr id="17" name="Marcador de texto 17">
            <a:extLst>
              <a:ext uri="{FF2B5EF4-FFF2-40B4-BE49-F238E27FC236}">
                <a16:creationId xmlns:a16="http://schemas.microsoft.com/office/drawing/2014/main" id="{8C152E62-15FC-41CD-84D7-88775B2CA62F}"/>
              </a:ext>
            </a:extLst>
          </p:cNvPr>
          <p:cNvSpPr>
            <a:spLocks noGrp="1"/>
          </p:cNvSpPr>
          <p:nvPr>
            <p:ph type="body" sz="quarter" idx="14" hasCustomPrompt="1"/>
          </p:nvPr>
        </p:nvSpPr>
        <p:spPr>
          <a:xfrm>
            <a:off x="8457013" y="5037494"/>
            <a:ext cx="4194175" cy="1973263"/>
          </a:xfrm>
        </p:spPr>
        <p:txBody>
          <a:bodyPr>
            <a:normAutofit/>
          </a:bodyPr>
          <a:lstStyle>
            <a:lvl1pPr marL="0" indent="0">
              <a:lnSpc>
                <a:spcPct val="90000"/>
              </a:lnSpc>
              <a:buNone/>
              <a:defRPr lang="es-ES" sz="4300" b="1" kern="1200" dirty="0">
                <a:solidFill>
                  <a:schemeClr val="bg1"/>
                </a:solidFill>
                <a:latin typeface="Century Gothic" panose="020B0502020202020204" pitchFamily="34" charset="0"/>
                <a:ea typeface="+mj-ea"/>
                <a:cs typeface="+mj-cs"/>
              </a:defRPr>
            </a:lvl1pPr>
          </a:lstStyle>
          <a:p>
            <a:r>
              <a:rPr lang="es-ES" dirty="0" err="1">
                <a:solidFill>
                  <a:schemeClr val="bg1"/>
                </a:solidFill>
              </a:rPr>
              <a:t>Lorem</a:t>
            </a:r>
            <a:r>
              <a:rPr lang="es-ES" dirty="0">
                <a:solidFill>
                  <a:schemeClr val="bg1"/>
                </a:solidFill>
              </a:rPr>
              <a:t> </a:t>
            </a:r>
            <a:r>
              <a:rPr lang="es-ES" dirty="0" err="1">
                <a:solidFill>
                  <a:schemeClr val="bg1"/>
                </a:solidFill>
              </a:rPr>
              <a:t>ipsum</a:t>
            </a:r>
            <a:r>
              <a:rPr lang="es-ES" dirty="0">
                <a:solidFill>
                  <a:schemeClr val="bg1"/>
                </a:solidFill>
              </a:rPr>
              <a:t> dolor </a:t>
            </a:r>
            <a:r>
              <a:rPr lang="es-ES" dirty="0" err="1">
                <a:solidFill>
                  <a:schemeClr val="bg1"/>
                </a:solidFill>
              </a:rPr>
              <a:t>sit</a:t>
            </a:r>
            <a:endParaRPr lang="es-ES" dirty="0">
              <a:solidFill>
                <a:schemeClr val="bg1"/>
              </a:solidFill>
            </a:endParaRPr>
          </a:p>
        </p:txBody>
      </p:sp>
      <p:sp>
        <p:nvSpPr>
          <p:cNvPr id="2" name="Marcador de número de diapositiva 1">
            <a:extLst>
              <a:ext uri="{FF2B5EF4-FFF2-40B4-BE49-F238E27FC236}">
                <a16:creationId xmlns:a16="http://schemas.microsoft.com/office/drawing/2014/main" id="{BC7A0E0C-BAA2-4AA7-ABF6-96A71D57A169}"/>
              </a:ext>
            </a:extLst>
          </p:cNvPr>
          <p:cNvSpPr>
            <a:spLocks noGrp="1"/>
          </p:cNvSpPr>
          <p:nvPr>
            <p:ph type="sldNum" sz="quarter" idx="15"/>
          </p:nvPr>
        </p:nvSpPr>
        <p:spPr/>
        <p:txBody>
          <a:bodyPr/>
          <a:lstStyle/>
          <a:p>
            <a:fld id="{B005B2D1-880E-4846-A216-7D6770BA1332}" type="slidenum">
              <a:rPr lang="es-ES" smtClean="0"/>
              <a:pPr/>
              <a:t>‹Nº›</a:t>
            </a:fld>
            <a:endParaRPr lang="es-ES" dirty="0"/>
          </a:p>
        </p:txBody>
      </p:sp>
      <p:sp>
        <p:nvSpPr>
          <p:cNvPr id="13" name="Marcador de posición de imagen 7">
            <a:extLst>
              <a:ext uri="{FF2B5EF4-FFF2-40B4-BE49-F238E27FC236}">
                <a16:creationId xmlns:a16="http://schemas.microsoft.com/office/drawing/2014/main" id="{C796E506-7717-4096-8DDB-1B6BBC5A297F}"/>
              </a:ext>
            </a:extLst>
          </p:cNvPr>
          <p:cNvSpPr>
            <a:spLocks noGrp="1"/>
          </p:cNvSpPr>
          <p:nvPr>
            <p:ph type="pic" sz="quarter" idx="13"/>
          </p:nvPr>
        </p:nvSpPr>
        <p:spPr>
          <a:xfrm>
            <a:off x="1709737" y="911225"/>
            <a:ext cx="6400800" cy="4006055"/>
          </a:xfrm>
          <a:solidFill>
            <a:schemeClr val="bg1">
              <a:lumMod val="95000"/>
            </a:schemeClr>
          </a:solidFill>
          <a:ln w="12700">
            <a:solidFill>
              <a:srgbClr val="FF3228"/>
            </a:solidFill>
          </a:ln>
        </p:spPr>
        <p:txBody>
          <a:bodyPr/>
          <a:lstStyle/>
          <a:p>
            <a:endParaRPr lang="es-ES" dirty="0"/>
          </a:p>
        </p:txBody>
      </p:sp>
      <p:sp>
        <p:nvSpPr>
          <p:cNvPr id="11" name="CuadroTexto 10">
            <a:extLst>
              <a:ext uri="{FF2B5EF4-FFF2-40B4-BE49-F238E27FC236}">
                <a16:creationId xmlns:a16="http://schemas.microsoft.com/office/drawing/2014/main" id="{DB3EC672-0806-49BC-8360-664924C43514}"/>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14" name="Rectángulo 13">
            <a:extLst>
              <a:ext uri="{FF2B5EF4-FFF2-40B4-BE49-F238E27FC236}">
                <a16:creationId xmlns:a16="http://schemas.microsoft.com/office/drawing/2014/main" id="{E02DE12B-7DD5-47B0-8765-C23E33AD3150}"/>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10" name="Gráfico 9">
            <a:extLst>
              <a:ext uri="{FF2B5EF4-FFF2-40B4-BE49-F238E27FC236}">
                <a16:creationId xmlns:a16="http://schemas.microsoft.com/office/drawing/2014/main" id="{CD1C42BD-713C-4D8A-BDA8-6990539BBACB}"/>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r="69936"/>
          <a:stretch/>
        </p:blipFill>
        <p:spPr>
          <a:xfrm>
            <a:off x="524442" y="332974"/>
            <a:ext cx="420914" cy="385200"/>
          </a:xfrm>
          <a:prstGeom prst="rect">
            <a:avLst/>
          </a:prstGeom>
        </p:spPr>
      </p:pic>
    </p:spTree>
    <p:extLst>
      <p:ext uri="{BB962C8B-B14F-4D97-AF65-F5344CB8AC3E}">
        <p14:creationId xmlns:p14="http://schemas.microsoft.com/office/powerpoint/2010/main" val="61341578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lanco 01">
    <p:spTree>
      <p:nvGrpSpPr>
        <p:cNvPr id="1" name=""/>
        <p:cNvGrpSpPr/>
        <p:nvPr/>
      </p:nvGrpSpPr>
      <p:grpSpPr>
        <a:xfrm>
          <a:off x="0" y="0"/>
          <a:ext cx="0" cy="0"/>
          <a:chOff x="0" y="0"/>
          <a:chExt cx="0" cy="0"/>
        </a:xfrm>
      </p:grpSpPr>
      <p:sp>
        <p:nvSpPr>
          <p:cNvPr id="3" name="Marcador de número de diapositiva 2">
            <a:extLst>
              <a:ext uri="{FF2B5EF4-FFF2-40B4-BE49-F238E27FC236}">
                <a16:creationId xmlns:a16="http://schemas.microsoft.com/office/drawing/2014/main" id="{7CECDC97-706A-4416-9EA1-C9FD7EDD00EB}"/>
              </a:ext>
            </a:extLst>
          </p:cNvPr>
          <p:cNvSpPr>
            <a:spLocks noGrp="1"/>
          </p:cNvSpPr>
          <p:nvPr>
            <p:ph type="sldNum" sz="quarter" idx="10"/>
          </p:nvPr>
        </p:nvSpPr>
        <p:spPr/>
        <p:txBody>
          <a:bodyPr/>
          <a:lstStyle/>
          <a:p>
            <a:fld id="{B005B2D1-880E-4846-A216-7D6770BA1332}" type="slidenum">
              <a:rPr lang="es-ES" smtClean="0"/>
              <a:pPr/>
              <a:t>‹Nº›</a:t>
            </a:fld>
            <a:endParaRPr lang="es-ES" dirty="0"/>
          </a:p>
        </p:txBody>
      </p:sp>
      <p:sp>
        <p:nvSpPr>
          <p:cNvPr id="6" name="CuadroTexto 5">
            <a:extLst>
              <a:ext uri="{FF2B5EF4-FFF2-40B4-BE49-F238E27FC236}">
                <a16:creationId xmlns:a16="http://schemas.microsoft.com/office/drawing/2014/main" id="{A9B12B4E-C17A-41FB-86C3-4075B88FFB48}"/>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8" name="Rectángulo 7">
            <a:extLst>
              <a:ext uri="{FF2B5EF4-FFF2-40B4-BE49-F238E27FC236}">
                <a16:creationId xmlns:a16="http://schemas.microsoft.com/office/drawing/2014/main" id="{EF3A0E82-FF4A-4767-8F46-4CEFBC357853}"/>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4" name="Title 1">
            <a:extLst>
              <a:ext uri="{FF2B5EF4-FFF2-40B4-BE49-F238E27FC236}">
                <a16:creationId xmlns:a16="http://schemas.microsoft.com/office/drawing/2014/main" id="{C827D429-903C-403E-A91E-3413C7FBF999}"/>
              </a:ext>
            </a:extLst>
          </p:cNvPr>
          <p:cNvSpPr>
            <a:spLocks noGrp="1"/>
          </p:cNvSpPr>
          <p:nvPr>
            <p:ph type="title" hasCustomPrompt="1"/>
          </p:nvPr>
        </p:nvSpPr>
        <p:spPr>
          <a:xfrm>
            <a:off x="906463" y="1182159"/>
            <a:ext cx="6561949" cy="703086"/>
          </a:xfrm>
        </p:spPr>
        <p:txBody>
          <a:bodyPr lIns="0" anchor="t">
            <a:noAutofit/>
          </a:bodyPr>
          <a:lstStyle>
            <a:lvl1pPr>
              <a:defRPr sz="4330"/>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15" name="Marcador de texto 17">
            <a:extLst>
              <a:ext uri="{FF2B5EF4-FFF2-40B4-BE49-F238E27FC236}">
                <a16:creationId xmlns:a16="http://schemas.microsoft.com/office/drawing/2014/main" id="{D53EF393-3DBA-494A-AF34-ACE206FF8180}"/>
              </a:ext>
            </a:extLst>
          </p:cNvPr>
          <p:cNvSpPr>
            <a:spLocks noGrp="1"/>
          </p:cNvSpPr>
          <p:nvPr>
            <p:ph type="body" sz="quarter" idx="17" hasCustomPrompt="1"/>
          </p:nvPr>
        </p:nvSpPr>
        <p:spPr>
          <a:xfrm>
            <a:off x="906463" y="2767066"/>
            <a:ext cx="8951912" cy="4551309"/>
          </a:xfrm>
        </p:spPr>
        <p:txBody>
          <a:bodyPr lIns="0">
            <a:noAutofit/>
          </a:bodyPr>
          <a:lstStyle>
            <a:lvl1pPr marL="0" indent="0">
              <a:lnSpc>
                <a:spcPts val="1700"/>
              </a:lnSpc>
              <a:spcBef>
                <a:spcPts val="900"/>
              </a:spcBef>
              <a:spcAft>
                <a:spcPts val="900"/>
              </a:spcAft>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cusdae</a:t>
            </a:r>
            <a:r>
              <a:rPr lang="es-ES" dirty="0"/>
              <a:t> </a:t>
            </a:r>
            <a:r>
              <a:rPr lang="es-ES" dirty="0" err="1"/>
              <a:t>etur</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a:t>
            </a:r>
            <a:r>
              <a:rPr lang="es-ES" dirty="0" err="1"/>
              <a:t>Lenet</a:t>
            </a:r>
            <a:r>
              <a:rPr lang="es-ES" dirty="0"/>
              <a:t> et </a:t>
            </a:r>
            <a:r>
              <a:rPr lang="es-ES" dirty="0" err="1"/>
              <a:t>laborerum</a:t>
            </a:r>
            <a:r>
              <a:rPr lang="es-ES" dirty="0"/>
              <a:t> </a:t>
            </a:r>
            <a:r>
              <a:rPr lang="es-ES" dirty="0" err="1"/>
              <a:t>aut</a:t>
            </a:r>
            <a:r>
              <a:rPr lang="es-ES" dirty="0"/>
              <a:t> </a:t>
            </a:r>
            <a:r>
              <a:rPr lang="es-ES" dirty="0" err="1"/>
              <a:t>quamus</a:t>
            </a:r>
            <a:r>
              <a:rPr lang="es-ES" dirty="0"/>
              <a:t> </a:t>
            </a:r>
            <a:r>
              <a:rPr lang="es-ES" dirty="0" err="1"/>
              <a:t>sinventio</a:t>
            </a:r>
            <a:r>
              <a:rPr lang="es-ES" dirty="0"/>
              <a:t> </a:t>
            </a:r>
            <a:r>
              <a:rPr lang="es-ES" dirty="0" err="1"/>
              <a:t>molentur</a:t>
            </a:r>
            <a:r>
              <a:rPr lang="es-ES" dirty="0"/>
              <a:t> </a:t>
            </a:r>
            <a:r>
              <a:rPr lang="es-ES" dirty="0" err="1"/>
              <a:t>maio</a:t>
            </a:r>
            <a:r>
              <a:rPr lang="es-ES" dirty="0"/>
              <a:t> </a:t>
            </a:r>
            <a:r>
              <a:rPr lang="es-ES" dirty="0" err="1"/>
              <a:t>bernam</a:t>
            </a:r>
            <a:r>
              <a:rPr lang="es-ES" dirty="0"/>
              <a:t> </a:t>
            </a:r>
            <a:r>
              <a:rPr lang="es-ES" dirty="0" err="1"/>
              <a:t>dollandel</a:t>
            </a:r>
            <a:r>
              <a:rPr lang="es-ES" dirty="0"/>
              <a:t> </a:t>
            </a:r>
            <a:r>
              <a:rPr lang="es-ES" dirty="0" err="1"/>
              <a:t>experovit</a:t>
            </a:r>
            <a:r>
              <a:rPr lang="es-ES" dirty="0"/>
              <a:t>, </a:t>
            </a:r>
            <a:r>
              <a:rPr lang="es-ES" dirty="0" err="1"/>
              <a:t>odictatum</a:t>
            </a:r>
            <a:r>
              <a:rPr lang="es-ES" dirty="0"/>
              <a:t> re </a:t>
            </a:r>
            <a:r>
              <a:rPr lang="es-ES" dirty="0" err="1"/>
              <a:t>accus</a:t>
            </a:r>
            <a:r>
              <a:rPr lang="es-ES" dirty="0"/>
              <a:t> </a:t>
            </a:r>
            <a:r>
              <a:rPr lang="es-ES" dirty="0" err="1"/>
              <a:t>dolorruptium</a:t>
            </a:r>
            <a:r>
              <a:rPr lang="es-ES" dirty="0"/>
              <a:t> </a:t>
            </a:r>
            <a:r>
              <a:rPr lang="es-ES" dirty="0" err="1"/>
              <a:t>vel</a:t>
            </a:r>
            <a:r>
              <a:rPr lang="es-ES" dirty="0"/>
              <a:t> </a:t>
            </a:r>
            <a:r>
              <a:rPr lang="es-ES" dirty="0" err="1"/>
              <a:t>ma</a:t>
            </a:r>
            <a:r>
              <a:rPr lang="es-ES" dirty="0"/>
              <a:t> </a:t>
            </a:r>
            <a:r>
              <a:rPr lang="es-ES" dirty="0" err="1"/>
              <a:t>cus</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Ommos</a:t>
            </a:r>
            <a:r>
              <a:rPr lang="es-ES" dirty="0"/>
              <a:t> </a:t>
            </a:r>
            <a:r>
              <a:rPr lang="es-ES" dirty="0" err="1"/>
              <a:t>num</a:t>
            </a:r>
            <a:r>
              <a:rPr lang="es-ES" dirty="0"/>
              <a:t> ad </a:t>
            </a:r>
            <a:r>
              <a:rPr lang="es-ES" dirty="0" err="1"/>
              <a:t>est</a:t>
            </a:r>
            <a:r>
              <a:rPr lang="es-ES" dirty="0"/>
              <a:t> </a:t>
            </a:r>
            <a:r>
              <a:rPr lang="es-ES" dirty="0" err="1"/>
              <a:t>ilitatur</a:t>
            </a:r>
            <a:r>
              <a:rPr lang="es-ES" dirty="0"/>
              <a:t> </a:t>
            </a:r>
            <a:r>
              <a:rPr lang="es-ES" dirty="0" err="1"/>
              <a:t>sitiam</a:t>
            </a:r>
            <a:r>
              <a:rPr lang="es-ES" dirty="0"/>
              <a:t> </a:t>
            </a:r>
            <a:r>
              <a:rPr lang="es-ES" dirty="0" err="1"/>
              <a:t>fugiamet</a:t>
            </a:r>
            <a:r>
              <a:rPr lang="es-ES" dirty="0"/>
              <a:t> </a:t>
            </a:r>
            <a:r>
              <a:rPr lang="es-ES" dirty="0" err="1"/>
              <a:t>dipsant</a:t>
            </a:r>
            <a:r>
              <a:rPr lang="es-ES" dirty="0"/>
              <a:t> </a:t>
            </a:r>
            <a:r>
              <a:rPr lang="es-ES" dirty="0" err="1"/>
              <a:t>incime</a:t>
            </a:r>
            <a:r>
              <a:rPr lang="es-ES" dirty="0"/>
              <a:t> </a:t>
            </a:r>
            <a:r>
              <a:rPr lang="es-ES" dirty="0" err="1"/>
              <a:t>voluptibus</a:t>
            </a:r>
            <a:r>
              <a:rPr lang="es-ES" dirty="0"/>
              <a:t> </a:t>
            </a:r>
            <a:r>
              <a:rPr lang="es-ES" dirty="0" err="1"/>
              <a:t>eumquo</a:t>
            </a:r>
            <a:r>
              <a:rPr lang="es-ES" dirty="0"/>
              <a:t> et </a:t>
            </a:r>
            <a:r>
              <a:rPr lang="es-ES" dirty="0" err="1"/>
              <a:t>elibusa</a:t>
            </a:r>
            <a:r>
              <a:rPr lang="es-ES" dirty="0"/>
              <a:t> </a:t>
            </a:r>
            <a:r>
              <a:rPr lang="es-ES" dirty="0" err="1"/>
              <a:t>consed</a:t>
            </a:r>
            <a:r>
              <a:rPr lang="es-ES" dirty="0"/>
              <a:t> </a:t>
            </a:r>
            <a:r>
              <a:rPr lang="es-ES" dirty="0" err="1"/>
              <a:t>quam</a:t>
            </a:r>
            <a:r>
              <a:rPr lang="es-ES" dirty="0"/>
              <a:t>, </a:t>
            </a:r>
            <a:r>
              <a:rPr lang="es-ES" dirty="0" err="1"/>
              <a:t>tecesciis</a:t>
            </a:r>
            <a:r>
              <a:rPr lang="es-ES" dirty="0"/>
              <a:t> </a:t>
            </a:r>
            <a:r>
              <a:rPr lang="es-ES" dirty="0" err="1"/>
              <a:t>velignimus</a:t>
            </a:r>
            <a:r>
              <a:rPr lang="es-ES" dirty="0"/>
              <a:t>, </a:t>
            </a:r>
            <a:r>
              <a:rPr lang="es-ES" dirty="0" err="1"/>
              <a:t>exped</a:t>
            </a:r>
            <a:r>
              <a:rPr lang="es-ES" dirty="0"/>
              <a:t> </a:t>
            </a:r>
            <a:r>
              <a:rPr lang="es-ES" dirty="0" err="1"/>
              <a:t>ma</a:t>
            </a:r>
            <a:r>
              <a:rPr lang="es-ES" dirty="0"/>
              <a:t> con </a:t>
            </a:r>
            <a:r>
              <a:rPr lang="es-ES" dirty="0" err="1"/>
              <a:t>nis</a:t>
            </a:r>
            <a:r>
              <a:rPr lang="es-ES" dirty="0"/>
              <a:t> dolor sunt opta qui </a:t>
            </a:r>
            <a:r>
              <a:rPr lang="es-ES" dirty="0" err="1"/>
              <a:t>bero</a:t>
            </a:r>
            <a:r>
              <a:rPr lang="es-ES" dirty="0"/>
              <a:t> con </a:t>
            </a:r>
            <a:r>
              <a:rPr lang="es-ES" dirty="0" err="1"/>
              <a:t>porum</a:t>
            </a:r>
            <a:r>
              <a:rPr lang="es-ES" dirty="0"/>
              <a:t> </a:t>
            </a:r>
            <a:r>
              <a:rPr lang="es-ES" dirty="0" err="1"/>
              <a:t>delique</a:t>
            </a:r>
            <a:r>
              <a:rPr lang="es-ES" dirty="0"/>
              <a:t> </a:t>
            </a:r>
            <a:r>
              <a:rPr lang="es-ES" dirty="0" err="1"/>
              <a:t>cus</a:t>
            </a:r>
            <a:r>
              <a:rPr lang="es-ES" dirty="0"/>
              <a:t> et </a:t>
            </a:r>
            <a:r>
              <a:rPr lang="es-ES" dirty="0" err="1"/>
              <a:t>et</a:t>
            </a:r>
            <a:r>
              <a:rPr lang="es-ES" dirty="0"/>
              <a:t> </a:t>
            </a:r>
            <a:r>
              <a:rPr lang="es-ES" dirty="0" err="1"/>
              <a:t>voloribus</a:t>
            </a:r>
            <a:r>
              <a:rPr lang="es-ES" dirty="0"/>
              <a:t> </a:t>
            </a:r>
            <a:r>
              <a:rPr lang="es-ES" dirty="0" err="1"/>
              <a:t>expella</a:t>
            </a:r>
            <a:r>
              <a:rPr lang="es-ES" dirty="0"/>
              <a:t> </a:t>
            </a:r>
            <a:r>
              <a:rPr lang="es-ES" dirty="0" err="1"/>
              <a:t>borepe</a:t>
            </a:r>
            <a:r>
              <a:rPr lang="es-ES" dirty="0"/>
              <a:t> </a:t>
            </a:r>
            <a:r>
              <a:rPr lang="es-ES" dirty="0" err="1"/>
              <a:t>ped</a:t>
            </a:r>
            <a:r>
              <a:rPr lang="es-ES" dirty="0"/>
              <a:t> </a:t>
            </a:r>
            <a:r>
              <a:rPr lang="es-ES" dirty="0" err="1"/>
              <a:t>eum</a:t>
            </a:r>
            <a:r>
              <a:rPr lang="es-ES" dirty="0"/>
              <a:t> </a:t>
            </a:r>
            <a:r>
              <a:rPr lang="es-ES" dirty="0" err="1"/>
              <a:t>endios</a:t>
            </a:r>
            <a:r>
              <a:rPr lang="es-ES" dirty="0"/>
              <a:t> </a:t>
            </a:r>
            <a:r>
              <a:rPr lang="es-ES" dirty="0" err="1"/>
              <a:t>exerat</a:t>
            </a:r>
            <a:r>
              <a:rPr lang="es-ES" dirty="0"/>
              <a:t> </a:t>
            </a:r>
            <a:r>
              <a:rPr lang="es-ES" dirty="0" err="1"/>
              <a:t>debiti</a:t>
            </a:r>
            <a:r>
              <a:rPr lang="es-ES" dirty="0"/>
              <a:t> </a:t>
            </a:r>
            <a:r>
              <a:rPr lang="es-ES" dirty="0" err="1"/>
              <a:t>doluptatur</a:t>
            </a:r>
            <a:r>
              <a:rPr lang="es-ES" dirty="0"/>
              <a:t>, que dicto </a:t>
            </a:r>
            <a:r>
              <a:rPr lang="es-ES" dirty="0" err="1"/>
              <a:t>consecume</a:t>
            </a:r>
            <a:r>
              <a:rPr lang="es-ES" dirty="0"/>
              <a:t> re, </a:t>
            </a:r>
            <a:r>
              <a:rPr lang="es-ES" dirty="0" err="1"/>
              <a:t>nusam</a:t>
            </a:r>
            <a:r>
              <a:rPr lang="es-ES" dirty="0"/>
              <a:t> et </a:t>
            </a:r>
            <a:r>
              <a:rPr lang="es-ES" dirty="0" err="1"/>
              <a:t>videllu</a:t>
            </a:r>
            <a:r>
              <a:rPr lang="es-ES" dirty="0"/>
              <a:t> </a:t>
            </a:r>
            <a:r>
              <a:rPr lang="es-ES" dirty="0" err="1"/>
              <a:t>picient</a:t>
            </a:r>
            <a:r>
              <a:rPr lang="es-ES" dirty="0"/>
              <a:t> </a:t>
            </a:r>
            <a:r>
              <a:rPr lang="es-ES" dirty="0" err="1"/>
              <a:t>iasperc</a:t>
            </a:r>
            <a:r>
              <a:rPr lang="es-ES" dirty="0"/>
              <a:t> </a:t>
            </a:r>
            <a:r>
              <a:rPr lang="es-ES" dirty="0" err="1"/>
              <a:t>hitatur</a:t>
            </a:r>
            <a:r>
              <a:rPr lang="es-ES" dirty="0"/>
              <a:t> </a:t>
            </a:r>
            <a:r>
              <a:rPr lang="es-ES" dirty="0" err="1"/>
              <a:t>ectibus</a:t>
            </a:r>
            <a:r>
              <a:rPr lang="es-ES" dirty="0"/>
              <a:t> </a:t>
            </a:r>
            <a:r>
              <a:rPr lang="es-ES" dirty="0" err="1"/>
              <a:t>eatenih</a:t>
            </a:r>
            <a:r>
              <a:rPr lang="es-ES" dirty="0"/>
              <a:t> </a:t>
            </a:r>
            <a:r>
              <a:rPr lang="es-ES" dirty="0" err="1"/>
              <a:t>iliquatibus</a:t>
            </a:r>
            <a:r>
              <a:rPr lang="es-ES" dirty="0"/>
              <a:t> </a:t>
            </a:r>
            <a:r>
              <a:rPr lang="es-ES" dirty="0" err="1"/>
              <a:t>volora</a:t>
            </a:r>
            <a:r>
              <a:rPr lang="es-ES" dirty="0"/>
              <a:t> </a:t>
            </a:r>
            <a:r>
              <a:rPr lang="es-ES" dirty="0" err="1"/>
              <a:t>vel</a:t>
            </a:r>
            <a:r>
              <a:rPr lang="es-ES" dirty="0"/>
              <a:t> </a:t>
            </a:r>
            <a:r>
              <a:rPr lang="es-ES" dirty="0" err="1"/>
              <a:t>earions</a:t>
            </a:r>
            <a:r>
              <a:rPr lang="es-ES" dirty="0"/>
              <a:t> </a:t>
            </a:r>
            <a:r>
              <a:rPr lang="es-ES" dirty="0" err="1"/>
              <a:t>equi</a:t>
            </a:r>
            <a:r>
              <a:rPr lang="es-ES" dirty="0"/>
              <a:t>. </a:t>
            </a:r>
            <a:br>
              <a:rPr lang="es-ES" dirty="0"/>
            </a:br>
            <a:r>
              <a:rPr lang="es-ES" dirty="0" err="1"/>
              <a:t>volorumqui</a:t>
            </a:r>
            <a:r>
              <a:rPr lang="es-ES" dirty="0"/>
              <a:t> con </a:t>
            </a:r>
            <a:r>
              <a:rPr lang="es-ES" dirty="0" err="1"/>
              <a:t>est</a:t>
            </a:r>
            <a:r>
              <a:rPr lang="es-ES" dirty="0"/>
              <a:t> </a:t>
            </a:r>
            <a:r>
              <a:rPr lang="es-ES" dirty="0" err="1"/>
              <a:t>rerferibus</a:t>
            </a:r>
            <a:r>
              <a:rPr lang="es-ES" dirty="0"/>
              <a:t> </a:t>
            </a:r>
            <a:r>
              <a:rPr lang="es-ES" dirty="0" err="1"/>
              <a:t>alit</a:t>
            </a:r>
            <a:r>
              <a:rPr lang="es-ES" dirty="0"/>
              <a:t> </a:t>
            </a:r>
            <a:r>
              <a:rPr lang="es-ES" dirty="0" err="1"/>
              <a:t>accabor</a:t>
            </a:r>
            <a:r>
              <a:rPr lang="es-ES" dirty="0"/>
              <a:t> </a:t>
            </a:r>
            <a:r>
              <a:rPr lang="es-ES" dirty="0" err="1"/>
              <a:t>itatem</a:t>
            </a:r>
            <a:r>
              <a:rPr lang="es-ES" dirty="0"/>
              <a:t> </a:t>
            </a:r>
            <a:r>
              <a:rPr lang="es-ES" dirty="0" err="1"/>
              <a:t>simolorio</a:t>
            </a:r>
            <a:r>
              <a:rPr lang="es-ES" dirty="0"/>
              <a:t> es </a:t>
            </a:r>
            <a:r>
              <a:rPr lang="es-ES" dirty="0" err="1"/>
              <a:t>etus</a:t>
            </a:r>
            <a:r>
              <a:rPr lang="es-ES" dirty="0"/>
              <a:t> </a:t>
            </a:r>
            <a:r>
              <a:rPr lang="es-ES" dirty="0" err="1"/>
              <a:t>esseque</a:t>
            </a:r>
            <a:r>
              <a:rPr lang="es-ES" dirty="0"/>
              <a:t> veles es </a:t>
            </a:r>
            <a:r>
              <a:rPr lang="es-ES" dirty="0" err="1"/>
              <a:t>dunt</a:t>
            </a:r>
            <a:r>
              <a:rPr lang="es-ES" dirty="0"/>
              <a:t> </a:t>
            </a:r>
            <a:r>
              <a:rPr lang="es-ES" dirty="0" err="1"/>
              <a:t>officta</a:t>
            </a:r>
            <a:r>
              <a:rPr lang="es-ES" dirty="0"/>
              <a:t> </a:t>
            </a:r>
            <a:r>
              <a:rPr lang="es-ES" dirty="0" err="1"/>
              <a:t>erupta</a:t>
            </a:r>
            <a:r>
              <a:rPr lang="es-ES" dirty="0"/>
              <a:t> </a:t>
            </a:r>
            <a:r>
              <a:rPr lang="es-ES" dirty="0" err="1"/>
              <a:t>ant</a:t>
            </a:r>
            <a:r>
              <a:rPr lang="es-ES" dirty="0"/>
              <a:t> </a:t>
            </a:r>
            <a:r>
              <a:rPr lang="es-ES" dirty="0" err="1"/>
              <a:t>omniment</a:t>
            </a:r>
            <a:r>
              <a:rPr lang="es-ES" dirty="0"/>
              <a:t> </a:t>
            </a:r>
            <a:r>
              <a:rPr lang="es-ES" dirty="0" err="1"/>
              <a:t>odi</a:t>
            </a:r>
            <a:r>
              <a:rPr lang="es-ES" dirty="0"/>
              <a:t> </a:t>
            </a:r>
            <a:r>
              <a:rPr lang="es-ES" dirty="0" err="1"/>
              <a:t>deria</a:t>
            </a:r>
            <a:r>
              <a:rPr lang="es-ES" dirty="0"/>
              <a:t> </a:t>
            </a:r>
            <a:r>
              <a:rPr lang="es-ES" dirty="0" err="1"/>
              <a:t>evelibuscia</a:t>
            </a:r>
            <a:r>
              <a:rPr lang="es-ES" dirty="0"/>
              <a:t> non re </a:t>
            </a:r>
            <a:r>
              <a:rPr lang="es-ES" dirty="0" err="1"/>
              <a:t>voleste</a:t>
            </a:r>
            <a:r>
              <a:rPr lang="es-ES" dirty="0"/>
              <a:t>.</a:t>
            </a:r>
          </a:p>
        </p:txBody>
      </p:sp>
      <p:sp>
        <p:nvSpPr>
          <p:cNvPr id="16" name="Marcador de texto 4">
            <a:extLst>
              <a:ext uri="{FF2B5EF4-FFF2-40B4-BE49-F238E27FC236}">
                <a16:creationId xmlns:a16="http://schemas.microsoft.com/office/drawing/2014/main" id="{FAC65DA7-3C33-485C-B20C-A039012FE8EF}"/>
              </a:ext>
            </a:extLst>
          </p:cNvPr>
          <p:cNvSpPr>
            <a:spLocks noGrp="1"/>
          </p:cNvSpPr>
          <p:nvPr>
            <p:ph type="body" sz="quarter" idx="18" hasCustomPrompt="1"/>
          </p:nvPr>
        </p:nvSpPr>
        <p:spPr>
          <a:xfrm>
            <a:off x="906463" y="2172974"/>
            <a:ext cx="5672137" cy="594092"/>
          </a:xfrm>
        </p:spPr>
        <p:txBody>
          <a:bodyPr lIns="0">
            <a:normAutofit/>
          </a:bodyPr>
          <a:lstStyle>
            <a:lvl1pPr marL="0" indent="0">
              <a:lnSpc>
                <a:spcPct val="100000"/>
              </a:lnSpc>
              <a:buNone/>
              <a:defRPr lang="es-ES" sz="2400" b="1" kern="1200" dirty="0">
                <a:solidFill>
                  <a:srgbClr val="1E1E1E"/>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pic>
        <p:nvPicPr>
          <p:cNvPr id="9" name="Gráfico 8">
            <a:extLst>
              <a:ext uri="{FF2B5EF4-FFF2-40B4-BE49-F238E27FC236}">
                <a16:creationId xmlns:a16="http://schemas.microsoft.com/office/drawing/2014/main" id="{124FC6AE-9F44-4BC7-8570-A9AC27B43E30}"/>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524442" y="332974"/>
            <a:ext cx="1400054" cy="385200"/>
          </a:xfrm>
          <a:prstGeom prst="rect">
            <a:avLst/>
          </a:prstGeom>
        </p:spPr>
      </p:pic>
    </p:spTree>
    <p:extLst>
      <p:ext uri="{BB962C8B-B14F-4D97-AF65-F5344CB8AC3E}">
        <p14:creationId xmlns:p14="http://schemas.microsoft.com/office/powerpoint/2010/main" val="1904368384"/>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lanco 02">
    <p:spTree>
      <p:nvGrpSpPr>
        <p:cNvPr id="1" name=""/>
        <p:cNvGrpSpPr/>
        <p:nvPr/>
      </p:nvGrpSpPr>
      <p:grpSpPr>
        <a:xfrm>
          <a:off x="0" y="0"/>
          <a:ext cx="0" cy="0"/>
          <a:chOff x="0" y="0"/>
          <a:chExt cx="0" cy="0"/>
        </a:xfrm>
      </p:grpSpPr>
      <p:sp>
        <p:nvSpPr>
          <p:cNvPr id="3" name="Marcador de número de diapositiva 2">
            <a:extLst>
              <a:ext uri="{FF2B5EF4-FFF2-40B4-BE49-F238E27FC236}">
                <a16:creationId xmlns:a16="http://schemas.microsoft.com/office/drawing/2014/main" id="{7CECDC97-706A-4416-9EA1-C9FD7EDD00EB}"/>
              </a:ext>
            </a:extLst>
          </p:cNvPr>
          <p:cNvSpPr>
            <a:spLocks noGrp="1"/>
          </p:cNvSpPr>
          <p:nvPr>
            <p:ph type="sldNum" sz="quarter" idx="10"/>
          </p:nvPr>
        </p:nvSpPr>
        <p:spPr/>
        <p:txBody>
          <a:bodyPr/>
          <a:lstStyle/>
          <a:p>
            <a:fld id="{B005B2D1-880E-4846-A216-7D6770BA1332}" type="slidenum">
              <a:rPr lang="es-ES" smtClean="0"/>
              <a:pPr/>
              <a:t>‹Nº›</a:t>
            </a:fld>
            <a:endParaRPr lang="es-ES" dirty="0"/>
          </a:p>
        </p:txBody>
      </p:sp>
      <p:sp>
        <p:nvSpPr>
          <p:cNvPr id="6" name="CuadroTexto 5">
            <a:extLst>
              <a:ext uri="{FF2B5EF4-FFF2-40B4-BE49-F238E27FC236}">
                <a16:creationId xmlns:a16="http://schemas.microsoft.com/office/drawing/2014/main" id="{A9B12B4E-C17A-41FB-86C3-4075B88FFB48}"/>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8" name="Rectángulo 7">
            <a:extLst>
              <a:ext uri="{FF2B5EF4-FFF2-40B4-BE49-F238E27FC236}">
                <a16:creationId xmlns:a16="http://schemas.microsoft.com/office/drawing/2014/main" id="{EF3A0E82-FF4A-4767-8F46-4CEFBC357853}"/>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2" name="Title 1">
            <a:extLst>
              <a:ext uri="{FF2B5EF4-FFF2-40B4-BE49-F238E27FC236}">
                <a16:creationId xmlns:a16="http://schemas.microsoft.com/office/drawing/2014/main" id="{D98A20FD-FA6A-48A8-A926-BC8A55863981}"/>
              </a:ext>
            </a:extLst>
          </p:cNvPr>
          <p:cNvSpPr>
            <a:spLocks noGrp="1"/>
          </p:cNvSpPr>
          <p:nvPr>
            <p:ph type="title" hasCustomPrompt="1"/>
          </p:nvPr>
        </p:nvSpPr>
        <p:spPr>
          <a:xfrm>
            <a:off x="906463" y="1182159"/>
            <a:ext cx="6561949" cy="703086"/>
          </a:xfrm>
        </p:spPr>
        <p:txBody>
          <a:bodyPr lIns="0" anchor="t">
            <a:noAutofit/>
          </a:bodyPr>
          <a:lstStyle>
            <a:lvl1pPr>
              <a:defRPr sz="4330"/>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13" name="Marcador de texto 17">
            <a:extLst>
              <a:ext uri="{FF2B5EF4-FFF2-40B4-BE49-F238E27FC236}">
                <a16:creationId xmlns:a16="http://schemas.microsoft.com/office/drawing/2014/main" id="{8A1695F4-5BF3-4507-93DF-073A697D5DF7}"/>
              </a:ext>
            </a:extLst>
          </p:cNvPr>
          <p:cNvSpPr>
            <a:spLocks noGrp="1"/>
          </p:cNvSpPr>
          <p:nvPr>
            <p:ph type="body" sz="quarter" idx="17" hasCustomPrompt="1"/>
          </p:nvPr>
        </p:nvSpPr>
        <p:spPr>
          <a:xfrm>
            <a:off x="906463" y="2767066"/>
            <a:ext cx="8951912" cy="4551309"/>
          </a:xfrm>
        </p:spPr>
        <p:txBody>
          <a:bodyPr lIns="0">
            <a:noAutofit/>
          </a:bodyPr>
          <a:lstStyle>
            <a:lvl1pPr marL="0" indent="0">
              <a:lnSpc>
                <a:spcPts val="1700"/>
              </a:lnSpc>
              <a:spcBef>
                <a:spcPts val="900"/>
              </a:spcBef>
              <a:spcAft>
                <a:spcPts val="900"/>
              </a:spcAft>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cusdae</a:t>
            </a:r>
            <a:r>
              <a:rPr lang="es-ES" dirty="0"/>
              <a:t> </a:t>
            </a:r>
            <a:r>
              <a:rPr lang="es-ES" dirty="0" err="1"/>
              <a:t>etur</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a:t>
            </a:r>
            <a:r>
              <a:rPr lang="es-ES" dirty="0" err="1"/>
              <a:t>Lenet</a:t>
            </a:r>
            <a:r>
              <a:rPr lang="es-ES" dirty="0"/>
              <a:t> et </a:t>
            </a:r>
            <a:r>
              <a:rPr lang="es-ES" dirty="0" err="1"/>
              <a:t>laborerum</a:t>
            </a:r>
            <a:r>
              <a:rPr lang="es-ES" dirty="0"/>
              <a:t> </a:t>
            </a:r>
            <a:r>
              <a:rPr lang="es-ES" dirty="0" err="1"/>
              <a:t>aut</a:t>
            </a:r>
            <a:r>
              <a:rPr lang="es-ES" dirty="0"/>
              <a:t> </a:t>
            </a:r>
            <a:r>
              <a:rPr lang="es-ES" dirty="0" err="1"/>
              <a:t>quamus</a:t>
            </a:r>
            <a:r>
              <a:rPr lang="es-ES" dirty="0"/>
              <a:t> </a:t>
            </a:r>
            <a:r>
              <a:rPr lang="es-ES" dirty="0" err="1"/>
              <a:t>sinventio</a:t>
            </a:r>
            <a:r>
              <a:rPr lang="es-ES" dirty="0"/>
              <a:t> </a:t>
            </a:r>
            <a:r>
              <a:rPr lang="es-ES" dirty="0" err="1"/>
              <a:t>molentur</a:t>
            </a:r>
            <a:r>
              <a:rPr lang="es-ES" dirty="0"/>
              <a:t> </a:t>
            </a:r>
            <a:r>
              <a:rPr lang="es-ES" dirty="0" err="1"/>
              <a:t>maio</a:t>
            </a:r>
            <a:r>
              <a:rPr lang="es-ES" dirty="0"/>
              <a:t> </a:t>
            </a:r>
            <a:r>
              <a:rPr lang="es-ES" dirty="0" err="1"/>
              <a:t>bernam</a:t>
            </a:r>
            <a:r>
              <a:rPr lang="es-ES" dirty="0"/>
              <a:t> </a:t>
            </a:r>
            <a:r>
              <a:rPr lang="es-ES" dirty="0" err="1"/>
              <a:t>dollandel</a:t>
            </a:r>
            <a:r>
              <a:rPr lang="es-ES" dirty="0"/>
              <a:t> </a:t>
            </a:r>
            <a:r>
              <a:rPr lang="es-ES" dirty="0" err="1"/>
              <a:t>experovit</a:t>
            </a:r>
            <a:r>
              <a:rPr lang="es-ES" dirty="0"/>
              <a:t>, </a:t>
            </a:r>
            <a:r>
              <a:rPr lang="es-ES" dirty="0" err="1"/>
              <a:t>odictatum</a:t>
            </a:r>
            <a:r>
              <a:rPr lang="es-ES" dirty="0"/>
              <a:t> re </a:t>
            </a:r>
            <a:r>
              <a:rPr lang="es-ES" dirty="0" err="1"/>
              <a:t>accus</a:t>
            </a:r>
            <a:r>
              <a:rPr lang="es-ES" dirty="0"/>
              <a:t> </a:t>
            </a:r>
            <a:r>
              <a:rPr lang="es-ES" dirty="0" err="1"/>
              <a:t>dolorruptium</a:t>
            </a:r>
            <a:r>
              <a:rPr lang="es-ES" dirty="0"/>
              <a:t> </a:t>
            </a:r>
            <a:r>
              <a:rPr lang="es-ES" dirty="0" err="1"/>
              <a:t>vel</a:t>
            </a:r>
            <a:r>
              <a:rPr lang="es-ES" dirty="0"/>
              <a:t> </a:t>
            </a:r>
            <a:r>
              <a:rPr lang="es-ES" dirty="0" err="1"/>
              <a:t>ma</a:t>
            </a:r>
            <a:r>
              <a:rPr lang="es-ES" dirty="0"/>
              <a:t> </a:t>
            </a:r>
            <a:r>
              <a:rPr lang="es-ES" dirty="0" err="1"/>
              <a:t>cus</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Ommos</a:t>
            </a:r>
            <a:r>
              <a:rPr lang="es-ES" dirty="0"/>
              <a:t> </a:t>
            </a:r>
            <a:r>
              <a:rPr lang="es-ES" dirty="0" err="1"/>
              <a:t>num</a:t>
            </a:r>
            <a:r>
              <a:rPr lang="es-ES" dirty="0"/>
              <a:t> ad </a:t>
            </a:r>
            <a:r>
              <a:rPr lang="es-ES" dirty="0" err="1"/>
              <a:t>est</a:t>
            </a:r>
            <a:r>
              <a:rPr lang="es-ES" dirty="0"/>
              <a:t> </a:t>
            </a:r>
            <a:r>
              <a:rPr lang="es-ES" dirty="0" err="1"/>
              <a:t>ilitatur</a:t>
            </a:r>
            <a:r>
              <a:rPr lang="es-ES" dirty="0"/>
              <a:t> </a:t>
            </a:r>
            <a:r>
              <a:rPr lang="es-ES" dirty="0" err="1"/>
              <a:t>sitiam</a:t>
            </a:r>
            <a:r>
              <a:rPr lang="es-ES" dirty="0"/>
              <a:t> </a:t>
            </a:r>
            <a:r>
              <a:rPr lang="es-ES" dirty="0" err="1"/>
              <a:t>fugiamet</a:t>
            </a:r>
            <a:r>
              <a:rPr lang="es-ES" dirty="0"/>
              <a:t> </a:t>
            </a:r>
            <a:r>
              <a:rPr lang="es-ES" dirty="0" err="1"/>
              <a:t>dipsant</a:t>
            </a:r>
            <a:r>
              <a:rPr lang="es-ES" dirty="0"/>
              <a:t> </a:t>
            </a:r>
            <a:r>
              <a:rPr lang="es-ES" dirty="0" err="1"/>
              <a:t>incime</a:t>
            </a:r>
            <a:r>
              <a:rPr lang="es-ES" dirty="0"/>
              <a:t> </a:t>
            </a:r>
            <a:r>
              <a:rPr lang="es-ES" dirty="0" err="1"/>
              <a:t>voluptibus</a:t>
            </a:r>
            <a:r>
              <a:rPr lang="es-ES" dirty="0"/>
              <a:t> </a:t>
            </a:r>
            <a:r>
              <a:rPr lang="es-ES" dirty="0" err="1"/>
              <a:t>eumquo</a:t>
            </a:r>
            <a:r>
              <a:rPr lang="es-ES" dirty="0"/>
              <a:t> et </a:t>
            </a:r>
            <a:r>
              <a:rPr lang="es-ES" dirty="0" err="1"/>
              <a:t>elibusa</a:t>
            </a:r>
            <a:r>
              <a:rPr lang="es-ES" dirty="0"/>
              <a:t> </a:t>
            </a:r>
            <a:r>
              <a:rPr lang="es-ES" dirty="0" err="1"/>
              <a:t>consed</a:t>
            </a:r>
            <a:r>
              <a:rPr lang="es-ES" dirty="0"/>
              <a:t> </a:t>
            </a:r>
            <a:r>
              <a:rPr lang="es-ES" dirty="0" err="1"/>
              <a:t>quam</a:t>
            </a:r>
            <a:r>
              <a:rPr lang="es-ES" dirty="0"/>
              <a:t>, </a:t>
            </a:r>
            <a:r>
              <a:rPr lang="es-ES" dirty="0" err="1"/>
              <a:t>tecesciis</a:t>
            </a:r>
            <a:r>
              <a:rPr lang="es-ES" dirty="0"/>
              <a:t> </a:t>
            </a:r>
            <a:r>
              <a:rPr lang="es-ES" dirty="0" err="1"/>
              <a:t>velignimus</a:t>
            </a:r>
            <a:r>
              <a:rPr lang="es-ES" dirty="0"/>
              <a:t>, </a:t>
            </a:r>
            <a:r>
              <a:rPr lang="es-ES" dirty="0" err="1"/>
              <a:t>exped</a:t>
            </a:r>
            <a:r>
              <a:rPr lang="es-ES" dirty="0"/>
              <a:t> </a:t>
            </a:r>
            <a:r>
              <a:rPr lang="es-ES" dirty="0" err="1"/>
              <a:t>ma</a:t>
            </a:r>
            <a:r>
              <a:rPr lang="es-ES" dirty="0"/>
              <a:t> con </a:t>
            </a:r>
            <a:r>
              <a:rPr lang="es-ES" dirty="0" err="1"/>
              <a:t>nis</a:t>
            </a:r>
            <a:r>
              <a:rPr lang="es-ES" dirty="0"/>
              <a:t> dolor sunt opta qui </a:t>
            </a:r>
            <a:r>
              <a:rPr lang="es-ES" dirty="0" err="1"/>
              <a:t>bero</a:t>
            </a:r>
            <a:r>
              <a:rPr lang="es-ES" dirty="0"/>
              <a:t> con </a:t>
            </a:r>
            <a:r>
              <a:rPr lang="es-ES" dirty="0" err="1"/>
              <a:t>porum</a:t>
            </a:r>
            <a:r>
              <a:rPr lang="es-ES" dirty="0"/>
              <a:t> </a:t>
            </a:r>
            <a:r>
              <a:rPr lang="es-ES" dirty="0" err="1"/>
              <a:t>delique</a:t>
            </a:r>
            <a:r>
              <a:rPr lang="es-ES" dirty="0"/>
              <a:t> </a:t>
            </a:r>
            <a:r>
              <a:rPr lang="es-ES" dirty="0" err="1"/>
              <a:t>cus</a:t>
            </a:r>
            <a:r>
              <a:rPr lang="es-ES" dirty="0"/>
              <a:t> et </a:t>
            </a:r>
            <a:r>
              <a:rPr lang="es-ES" dirty="0" err="1"/>
              <a:t>et</a:t>
            </a:r>
            <a:r>
              <a:rPr lang="es-ES" dirty="0"/>
              <a:t> </a:t>
            </a:r>
            <a:r>
              <a:rPr lang="es-ES" dirty="0" err="1"/>
              <a:t>voloribus</a:t>
            </a:r>
            <a:r>
              <a:rPr lang="es-ES" dirty="0"/>
              <a:t> </a:t>
            </a:r>
            <a:r>
              <a:rPr lang="es-ES" dirty="0" err="1"/>
              <a:t>expella</a:t>
            </a:r>
            <a:r>
              <a:rPr lang="es-ES" dirty="0"/>
              <a:t> </a:t>
            </a:r>
            <a:r>
              <a:rPr lang="es-ES" dirty="0" err="1"/>
              <a:t>borepe</a:t>
            </a:r>
            <a:r>
              <a:rPr lang="es-ES" dirty="0"/>
              <a:t> </a:t>
            </a:r>
            <a:r>
              <a:rPr lang="es-ES" dirty="0" err="1"/>
              <a:t>ped</a:t>
            </a:r>
            <a:r>
              <a:rPr lang="es-ES" dirty="0"/>
              <a:t> </a:t>
            </a:r>
            <a:r>
              <a:rPr lang="es-ES" dirty="0" err="1"/>
              <a:t>eum</a:t>
            </a:r>
            <a:r>
              <a:rPr lang="es-ES" dirty="0"/>
              <a:t> </a:t>
            </a:r>
            <a:r>
              <a:rPr lang="es-ES" dirty="0" err="1"/>
              <a:t>endios</a:t>
            </a:r>
            <a:r>
              <a:rPr lang="es-ES" dirty="0"/>
              <a:t> </a:t>
            </a:r>
            <a:r>
              <a:rPr lang="es-ES" dirty="0" err="1"/>
              <a:t>exerat</a:t>
            </a:r>
            <a:r>
              <a:rPr lang="es-ES" dirty="0"/>
              <a:t> </a:t>
            </a:r>
            <a:r>
              <a:rPr lang="es-ES" dirty="0" err="1"/>
              <a:t>debiti</a:t>
            </a:r>
            <a:r>
              <a:rPr lang="es-ES" dirty="0"/>
              <a:t> </a:t>
            </a:r>
            <a:r>
              <a:rPr lang="es-ES" dirty="0" err="1"/>
              <a:t>doluptatur</a:t>
            </a:r>
            <a:r>
              <a:rPr lang="es-ES" dirty="0"/>
              <a:t>, que dicto </a:t>
            </a:r>
            <a:r>
              <a:rPr lang="es-ES" dirty="0" err="1"/>
              <a:t>consecume</a:t>
            </a:r>
            <a:r>
              <a:rPr lang="es-ES" dirty="0"/>
              <a:t> re, </a:t>
            </a:r>
            <a:r>
              <a:rPr lang="es-ES" dirty="0" err="1"/>
              <a:t>nusam</a:t>
            </a:r>
            <a:r>
              <a:rPr lang="es-ES" dirty="0"/>
              <a:t> et </a:t>
            </a:r>
            <a:r>
              <a:rPr lang="es-ES" dirty="0" err="1"/>
              <a:t>videllu</a:t>
            </a:r>
            <a:r>
              <a:rPr lang="es-ES" dirty="0"/>
              <a:t> </a:t>
            </a:r>
            <a:r>
              <a:rPr lang="es-ES" dirty="0" err="1"/>
              <a:t>picient</a:t>
            </a:r>
            <a:r>
              <a:rPr lang="es-ES" dirty="0"/>
              <a:t> </a:t>
            </a:r>
            <a:r>
              <a:rPr lang="es-ES" dirty="0" err="1"/>
              <a:t>iasperc</a:t>
            </a:r>
            <a:r>
              <a:rPr lang="es-ES" dirty="0"/>
              <a:t> </a:t>
            </a:r>
            <a:r>
              <a:rPr lang="es-ES" dirty="0" err="1"/>
              <a:t>hitatur</a:t>
            </a:r>
            <a:r>
              <a:rPr lang="es-ES" dirty="0"/>
              <a:t> </a:t>
            </a:r>
            <a:r>
              <a:rPr lang="es-ES" dirty="0" err="1"/>
              <a:t>ectibus</a:t>
            </a:r>
            <a:r>
              <a:rPr lang="es-ES" dirty="0"/>
              <a:t> </a:t>
            </a:r>
            <a:r>
              <a:rPr lang="es-ES" dirty="0" err="1"/>
              <a:t>eatenih</a:t>
            </a:r>
            <a:r>
              <a:rPr lang="es-ES" dirty="0"/>
              <a:t> </a:t>
            </a:r>
            <a:r>
              <a:rPr lang="es-ES" dirty="0" err="1"/>
              <a:t>iliquatibus</a:t>
            </a:r>
            <a:r>
              <a:rPr lang="es-ES" dirty="0"/>
              <a:t> </a:t>
            </a:r>
            <a:r>
              <a:rPr lang="es-ES" dirty="0" err="1"/>
              <a:t>volora</a:t>
            </a:r>
            <a:r>
              <a:rPr lang="es-ES" dirty="0"/>
              <a:t> </a:t>
            </a:r>
            <a:r>
              <a:rPr lang="es-ES" dirty="0" err="1"/>
              <a:t>vel</a:t>
            </a:r>
            <a:r>
              <a:rPr lang="es-ES" dirty="0"/>
              <a:t> </a:t>
            </a:r>
            <a:r>
              <a:rPr lang="es-ES" dirty="0" err="1"/>
              <a:t>earions</a:t>
            </a:r>
            <a:r>
              <a:rPr lang="es-ES" dirty="0"/>
              <a:t> </a:t>
            </a:r>
            <a:r>
              <a:rPr lang="es-ES" dirty="0" err="1"/>
              <a:t>equi</a:t>
            </a:r>
            <a:r>
              <a:rPr lang="es-ES" dirty="0"/>
              <a:t>. </a:t>
            </a:r>
            <a:br>
              <a:rPr lang="es-ES" dirty="0"/>
            </a:br>
            <a:r>
              <a:rPr lang="es-ES" dirty="0" err="1"/>
              <a:t>volorumqui</a:t>
            </a:r>
            <a:r>
              <a:rPr lang="es-ES" dirty="0"/>
              <a:t> con </a:t>
            </a:r>
            <a:r>
              <a:rPr lang="es-ES" dirty="0" err="1"/>
              <a:t>est</a:t>
            </a:r>
            <a:r>
              <a:rPr lang="es-ES" dirty="0"/>
              <a:t> </a:t>
            </a:r>
            <a:r>
              <a:rPr lang="es-ES" dirty="0" err="1"/>
              <a:t>rerferibus</a:t>
            </a:r>
            <a:r>
              <a:rPr lang="es-ES" dirty="0"/>
              <a:t> </a:t>
            </a:r>
            <a:r>
              <a:rPr lang="es-ES" dirty="0" err="1"/>
              <a:t>alit</a:t>
            </a:r>
            <a:r>
              <a:rPr lang="es-ES" dirty="0"/>
              <a:t> </a:t>
            </a:r>
            <a:r>
              <a:rPr lang="es-ES" dirty="0" err="1"/>
              <a:t>accabor</a:t>
            </a:r>
            <a:r>
              <a:rPr lang="es-ES" dirty="0"/>
              <a:t> </a:t>
            </a:r>
            <a:r>
              <a:rPr lang="es-ES" dirty="0" err="1"/>
              <a:t>itatem</a:t>
            </a:r>
            <a:r>
              <a:rPr lang="es-ES" dirty="0"/>
              <a:t> </a:t>
            </a:r>
            <a:r>
              <a:rPr lang="es-ES" dirty="0" err="1"/>
              <a:t>simolorio</a:t>
            </a:r>
            <a:r>
              <a:rPr lang="es-ES" dirty="0"/>
              <a:t> es </a:t>
            </a:r>
            <a:r>
              <a:rPr lang="es-ES" dirty="0" err="1"/>
              <a:t>etus</a:t>
            </a:r>
            <a:r>
              <a:rPr lang="es-ES" dirty="0"/>
              <a:t> </a:t>
            </a:r>
            <a:r>
              <a:rPr lang="es-ES" dirty="0" err="1"/>
              <a:t>esseque</a:t>
            </a:r>
            <a:r>
              <a:rPr lang="es-ES" dirty="0"/>
              <a:t> veles es </a:t>
            </a:r>
            <a:r>
              <a:rPr lang="es-ES" dirty="0" err="1"/>
              <a:t>dunt</a:t>
            </a:r>
            <a:r>
              <a:rPr lang="es-ES" dirty="0"/>
              <a:t> </a:t>
            </a:r>
            <a:r>
              <a:rPr lang="es-ES" dirty="0" err="1"/>
              <a:t>officta</a:t>
            </a:r>
            <a:r>
              <a:rPr lang="es-ES" dirty="0"/>
              <a:t> </a:t>
            </a:r>
            <a:r>
              <a:rPr lang="es-ES" dirty="0" err="1"/>
              <a:t>erupta</a:t>
            </a:r>
            <a:r>
              <a:rPr lang="es-ES" dirty="0"/>
              <a:t> </a:t>
            </a:r>
            <a:r>
              <a:rPr lang="es-ES" dirty="0" err="1"/>
              <a:t>ant</a:t>
            </a:r>
            <a:r>
              <a:rPr lang="es-ES" dirty="0"/>
              <a:t> </a:t>
            </a:r>
            <a:r>
              <a:rPr lang="es-ES" dirty="0" err="1"/>
              <a:t>omniment</a:t>
            </a:r>
            <a:r>
              <a:rPr lang="es-ES" dirty="0"/>
              <a:t> </a:t>
            </a:r>
            <a:r>
              <a:rPr lang="es-ES" dirty="0" err="1"/>
              <a:t>odi</a:t>
            </a:r>
            <a:r>
              <a:rPr lang="es-ES" dirty="0"/>
              <a:t> </a:t>
            </a:r>
            <a:r>
              <a:rPr lang="es-ES" dirty="0" err="1"/>
              <a:t>deria</a:t>
            </a:r>
            <a:r>
              <a:rPr lang="es-ES" dirty="0"/>
              <a:t> </a:t>
            </a:r>
            <a:r>
              <a:rPr lang="es-ES" dirty="0" err="1"/>
              <a:t>evelibuscia</a:t>
            </a:r>
            <a:r>
              <a:rPr lang="es-ES" dirty="0"/>
              <a:t> non re </a:t>
            </a:r>
            <a:r>
              <a:rPr lang="es-ES" dirty="0" err="1"/>
              <a:t>voleste</a:t>
            </a:r>
            <a:r>
              <a:rPr lang="es-ES" dirty="0"/>
              <a:t>.</a:t>
            </a:r>
          </a:p>
        </p:txBody>
      </p:sp>
      <p:sp>
        <p:nvSpPr>
          <p:cNvPr id="14" name="Marcador de texto 4">
            <a:extLst>
              <a:ext uri="{FF2B5EF4-FFF2-40B4-BE49-F238E27FC236}">
                <a16:creationId xmlns:a16="http://schemas.microsoft.com/office/drawing/2014/main" id="{BE2A1097-09E3-4BFE-95B2-33E0226DEF0B}"/>
              </a:ext>
            </a:extLst>
          </p:cNvPr>
          <p:cNvSpPr>
            <a:spLocks noGrp="1"/>
          </p:cNvSpPr>
          <p:nvPr>
            <p:ph type="body" sz="quarter" idx="18" hasCustomPrompt="1"/>
          </p:nvPr>
        </p:nvSpPr>
        <p:spPr>
          <a:xfrm>
            <a:off x="906463" y="2172974"/>
            <a:ext cx="5672137" cy="594092"/>
          </a:xfrm>
        </p:spPr>
        <p:txBody>
          <a:bodyPr lIns="0">
            <a:normAutofit/>
          </a:bodyPr>
          <a:lstStyle>
            <a:lvl1pPr marL="0" indent="0">
              <a:lnSpc>
                <a:spcPct val="100000"/>
              </a:lnSpc>
              <a:buNone/>
              <a:defRPr lang="es-ES" sz="2400" b="1" kern="1200" dirty="0">
                <a:solidFill>
                  <a:srgbClr val="1E1E1E"/>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pic>
        <p:nvPicPr>
          <p:cNvPr id="9" name="Gráfico 8">
            <a:extLst>
              <a:ext uri="{FF2B5EF4-FFF2-40B4-BE49-F238E27FC236}">
                <a16:creationId xmlns:a16="http://schemas.microsoft.com/office/drawing/2014/main" id="{D3DB9E60-9861-4933-A180-A4C25742F456}"/>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r="69936"/>
          <a:stretch/>
        </p:blipFill>
        <p:spPr>
          <a:xfrm>
            <a:off x="524442" y="332974"/>
            <a:ext cx="420914" cy="385200"/>
          </a:xfrm>
          <a:prstGeom prst="rect">
            <a:avLst/>
          </a:prstGeom>
        </p:spPr>
      </p:pic>
    </p:spTree>
    <p:extLst>
      <p:ext uri="{BB962C8B-B14F-4D97-AF65-F5344CB8AC3E}">
        <p14:creationId xmlns:p14="http://schemas.microsoft.com/office/powerpoint/2010/main" val="388183463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lanco 03">
    <p:spTree>
      <p:nvGrpSpPr>
        <p:cNvPr id="1" name=""/>
        <p:cNvGrpSpPr/>
        <p:nvPr/>
      </p:nvGrpSpPr>
      <p:grpSpPr>
        <a:xfrm>
          <a:off x="0" y="0"/>
          <a:ext cx="0" cy="0"/>
          <a:chOff x="0" y="0"/>
          <a:chExt cx="0" cy="0"/>
        </a:xfrm>
      </p:grpSpPr>
      <p:sp>
        <p:nvSpPr>
          <p:cNvPr id="3" name="Marcador de número de diapositiva 2">
            <a:extLst>
              <a:ext uri="{FF2B5EF4-FFF2-40B4-BE49-F238E27FC236}">
                <a16:creationId xmlns:a16="http://schemas.microsoft.com/office/drawing/2014/main" id="{7CECDC97-706A-4416-9EA1-C9FD7EDD00EB}"/>
              </a:ext>
            </a:extLst>
          </p:cNvPr>
          <p:cNvSpPr>
            <a:spLocks noGrp="1"/>
          </p:cNvSpPr>
          <p:nvPr>
            <p:ph type="sldNum" sz="quarter" idx="10"/>
          </p:nvPr>
        </p:nvSpPr>
        <p:spPr/>
        <p:txBody>
          <a:bodyPr/>
          <a:lstStyle/>
          <a:p>
            <a:fld id="{B005B2D1-880E-4846-A216-7D6770BA1332}" type="slidenum">
              <a:rPr lang="es-ES" smtClean="0"/>
              <a:pPr/>
              <a:t>‹Nº›</a:t>
            </a:fld>
            <a:endParaRPr lang="es-ES" dirty="0"/>
          </a:p>
        </p:txBody>
      </p:sp>
      <p:sp>
        <p:nvSpPr>
          <p:cNvPr id="6" name="CuadroTexto 5">
            <a:extLst>
              <a:ext uri="{FF2B5EF4-FFF2-40B4-BE49-F238E27FC236}">
                <a16:creationId xmlns:a16="http://schemas.microsoft.com/office/drawing/2014/main" id="{A9B12B4E-C17A-41FB-86C3-4075B88FFB48}"/>
              </a:ext>
            </a:extLst>
          </p:cNvPr>
          <p:cNvSpPr txBox="1"/>
          <p:nvPr userDrawn="1"/>
        </p:nvSpPr>
        <p:spPr>
          <a:xfrm>
            <a:off x="10179091"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8" name="Rectángulo 7">
            <a:extLst>
              <a:ext uri="{FF2B5EF4-FFF2-40B4-BE49-F238E27FC236}">
                <a16:creationId xmlns:a16="http://schemas.microsoft.com/office/drawing/2014/main" id="{EF3A0E82-FF4A-4767-8F46-4CEFBC357853}"/>
              </a:ext>
            </a:extLst>
          </p:cNvPr>
          <p:cNvSpPr/>
          <p:nvPr userDrawn="1"/>
        </p:nvSpPr>
        <p:spPr>
          <a:xfrm>
            <a:off x="521494"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2" name="Title 1">
            <a:extLst>
              <a:ext uri="{FF2B5EF4-FFF2-40B4-BE49-F238E27FC236}">
                <a16:creationId xmlns:a16="http://schemas.microsoft.com/office/drawing/2014/main" id="{B815F0C0-6EF2-45F9-BFE3-93D4944E94E1}"/>
              </a:ext>
            </a:extLst>
          </p:cNvPr>
          <p:cNvSpPr>
            <a:spLocks noGrp="1"/>
          </p:cNvSpPr>
          <p:nvPr>
            <p:ph type="title" hasCustomPrompt="1"/>
          </p:nvPr>
        </p:nvSpPr>
        <p:spPr>
          <a:xfrm>
            <a:off x="906463" y="1182159"/>
            <a:ext cx="6561949" cy="703086"/>
          </a:xfrm>
        </p:spPr>
        <p:txBody>
          <a:bodyPr lIns="0" anchor="t">
            <a:noAutofit/>
          </a:bodyPr>
          <a:lstStyle>
            <a:lvl1pPr>
              <a:defRPr sz="4330"/>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13" name="Marcador de texto 17">
            <a:extLst>
              <a:ext uri="{FF2B5EF4-FFF2-40B4-BE49-F238E27FC236}">
                <a16:creationId xmlns:a16="http://schemas.microsoft.com/office/drawing/2014/main" id="{CF808F11-2E11-4556-9C38-53953A509152}"/>
              </a:ext>
            </a:extLst>
          </p:cNvPr>
          <p:cNvSpPr>
            <a:spLocks noGrp="1"/>
          </p:cNvSpPr>
          <p:nvPr>
            <p:ph type="body" sz="quarter" idx="17" hasCustomPrompt="1"/>
          </p:nvPr>
        </p:nvSpPr>
        <p:spPr>
          <a:xfrm>
            <a:off x="906463" y="2767066"/>
            <a:ext cx="8951912" cy="4551309"/>
          </a:xfrm>
        </p:spPr>
        <p:txBody>
          <a:bodyPr lIns="0">
            <a:noAutofit/>
          </a:bodyPr>
          <a:lstStyle>
            <a:lvl1pPr marL="0" indent="0">
              <a:lnSpc>
                <a:spcPts val="1700"/>
              </a:lnSpc>
              <a:spcBef>
                <a:spcPts val="900"/>
              </a:spcBef>
              <a:spcAft>
                <a:spcPts val="900"/>
              </a:spcAft>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cusdae</a:t>
            </a:r>
            <a:r>
              <a:rPr lang="es-ES" dirty="0"/>
              <a:t> </a:t>
            </a:r>
            <a:r>
              <a:rPr lang="es-ES" dirty="0" err="1"/>
              <a:t>etur</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a:t>
            </a:r>
            <a:r>
              <a:rPr lang="es-ES" dirty="0" err="1"/>
              <a:t>Lenet</a:t>
            </a:r>
            <a:r>
              <a:rPr lang="es-ES" dirty="0"/>
              <a:t> et </a:t>
            </a:r>
            <a:r>
              <a:rPr lang="es-ES" dirty="0" err="1"/>
              <a:t>laborerum</a:t>
            </a:r>
            <a:r>
              <a:rPr lang="es-ES" dirty="0"/>
              <a:t> </a:t>
            </a:r>
            <a:r>
              <a:rPr lang="es-ES" dirty="0" err="1"/>
              <a:t>aut</a:t>
            </a:r>
            <a:r>
              <a:rPr lang="es-ES" dirty="0"/>
              <a:t> </a:t>
            </a:r>
            <a:r>
              <a:rPr lang="es-ES" dirty="0" err="1"/>
              <a:t>quamus</a:t>
            </a:r>
            <a:r>
              <a:rPr lang="es-ES" dirty="0"/>
              <a:t> </a:t>
            </a:r>
            <a:r>
              <a:rPr lang="es-ES" dirty="0" err="1"/>
              <a:t>sinventio</a:t>
            </a:r>
            <a:r>
              <a:rPr lang="es-ES" dirty="0"/>
              <a:t> </a:t>
            </a:r>
            <a:r>
              <a:rPr lang="es-ES" dirty="0" err="1"/>
              <a:t>molentur</a:t>
            </a:r>
            <a:r>
              <a:rPr lang="es-ES" dirty="0"/>
              <a:t> </a:t>
            </a:r>
            <a:r>
              <a:rPr lang="es-ES" dirty="0" err="1"/>
              <a:t>maio</a:t>
            </a:r>
            <a:r>
              <a:rPr lang="es-ES" dirty="0"/>
              <a:t> </a:t>
            </a:r>
            <a:r>
              <a:rPr lang="es-ES" dirty="0" err="1"/>
              <a:t>bernam</a:t>
            </a:r>
            <a:r>
              <a:rPr lang="es-ES" dirty="0"/>
              <a:t> </a:t>
            </a:r>
            <a:r>
              <a:rPr lang="es-ES" dirty="0" err="1"/>
              <a:t>dollandel</a:t>
            </a:r>
            <a:r>
              <a:rPr lang="es-ES" dirty="0"/>
              <a:t> </a:t>
            </a:r>
            <a:r>
              <a:rPr lang="es-ES" dirty="0" err="1"/>
              <a:t>experovit</a:t>
            </a:r>
            <a:r>
              <a:rPr lang="es-ES" dirty="0"/>
              <a:t>, </a:t>
            </a:r>
            <a:r>
              <a:rPr lang="es-ES" dirty="0" err="1"/>
              <a:t>odictatum</a:t>
            </a:r>
            <a:r>
              <a:rPr lang="es-ES" dirty="0"/>
              <a:t> re </a:t>
            </a:r>
            <a:r>
              <a:rPr lang="es-ES" dirty="0" err="1"/>
              <a:t>accus</a:t>
            </a:r>
            <a:r>
              <a:rPr lang="es-ES" dirty="0"/>
              <a:t> </a:t>
            </a:r>
            <a:r>
              <a:rPr lang="es-ES" dirty="0" err="1"/>
              <a:t>dolorruptium</a:t>
            </a:r>
            <a:r>
              <a:rPr lang="es-ES" dirty="0"/>
              <a:t> </a:t>
            </a:r>
            <a:r>
              <a:rPr lang="es-ES" dirty="0" err="1"/>
              <a:t>vel</a:t>
            </a:r>
            <a:r>
              <a:rPr lang="es-ES" dirty="0"/>
              <a:t> </a:t>
            </a:r>
            <a:r>
              <a:rPr lang="es-ES" dirty="0" err="1"/>
              <a:t>ma</a:t>
            </a:r>
            <a:r>
              <a:rPr lang="es-ES" dirty="0"/>
              <a:t> </a:t>
            </a:r>
            <a:r>
              <a:rPr lang="es-ES" dirty="0" err="1"/>
              <a:t>cus</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Ommos</a:t>
            </a:r>
            <a:r>
              <a:rPr lang="es-ES" dirty="0"/>
              <a:t> </a:t>
            </a:r>
            <a:r>
              <a:rPr lang="es-ES" dirty="0" err="1"/>
              <a:t>num</a:t>
            </a:r>
            <a:r>
              <a:rPr lang="es-ES" dirty="0"/>
              <a:t> ad </a:t>
            </a:r>
            <a:r>
              <a:rPr lang="es-ES" dirty="0" err="1"/>
              <a:t>est</a:t>
            </a:r>
            <a:r>
              <a:rPr lang="es-ES" dirty="0"/>
              <a:t> </a:t>
            </a:r>
            <a:r>
              <a:rPr lang="es-ES" dirty="0" err="1"/>
              <a:t>ilitatur</a:t>
            </a:r>
            <a:r>
              <a:rPr lang="es-ES" dirty="0"/>
              <a:t> </a:t>
            </a:r>
            <a:r>
              <a:rPr lang="es-ES" dirty="0" err="1"/>
              <a:t>sitiam</a:t>
            </a:r>
            <a:r>
              <a:rPr lang="es-ES" dirty="0"/>
              <a:t> </a:t>
            </a:r>
            <a:r>
              <a:rPr lang="es-ES" dirty="0" err="1"/>
              <a:t>fugiamet</a:t>
            </a:r>
            <a:r>
              <a:rPr lang="es-ES" dirty="0"/>
              <a:t> </a:t>
            </a:r>
            <a:r>
              <a:rPr lang="es-ES" dirty="0" err="1"/>
              <a:t>dipsant</a:t>
            </a:r>
            <a:r>
              <a:rPr lang="es-ES" dirty="0"/>
              <a:t> </a:t>
            </a:r>
            <a:r>
              <a:rPr lang="es-ES" dirty="0" err="1"/>
              <a:t>incime</a:t>
            </a:r>
            <a:r>
              <a:rPr lang="es-ES" dirty="0"/>
              <a:t> </a:t>
            </a:r>
            <a:r>
              <a:rPr lang="es-ES" dirty="0" err="1"/>
              <a:t>voluptibus</a:t>
            </a:r>
            <a:r>
              <a:rPr lang="es-ES" dirty="0"/>
              <a:t> </a:t>
            </a:r>
            <a:r>
              <a:rPr lang="es-ES" dirty="0" err="1"/>
              <a:t>eumquo</a:t>
            </a:r>
            <a:r>
              <a:rPr lang="es-ES" dirty="0"/>
              <a:t> et </a:t>
            </a:r>
            <a:r>
              <a:rPr lang="es-ES" dirty="0" err="1"/>
              <a:t>elibusa</a:t>
            </a:r>
            <a:r>
              <a:rPr lang="es-ES" dirty="0"/>
              <a:t> </a:t>
            </a:r>
            <a:r>
              <a:rPr lang="es-ES" dirty="0" err="1"/>
              <a:t>consed</a:t>
            </a:r>
            <a:r>
              <a:rPr lang="es-ES" dirty="0"/>
              <a:t> </a:t>
            </a:r>
            <a:r>
              <a:rPr lang="es-ES" dirty="0" err="1"/>
              <a:t>quam</a:t>
            </a:r>
            <a:r>
              <a:rPr lang="es-ES" dirty="0"/>
              <a:t>, </a:t>
            </a:r>
            <a:r>
              <a:rPr lang="es-ES" dirty="0" err="1"/>
              <a:t>tecesciis</a:t>
            </a:r>
            <a:r>
              <a:rPr lang="es-ES" dirty="0"/>
              <a:t> </a:t>
            </a:r>
            <a:r>
              <a:rPr lang="es-ES" dirty="0" err="1"/>
              <a:t>velignimus</a:t>
            </a:r>
            <a:r>
              <a:rPr lang="es-ES" dirty="0"/>
              <a:t>, </a:t>
            </a:r>
            <a:r>
              <a:rPr lang="es-ES" dirty="0" err="1"/>
              <a:t>exped</a:t>
            </a:r>
            <a:r>
              <a:rPr lang="es-ES" dirty="0"/>
              <a:t> </a:t>
            </a:r>
            <a:r>
              <a:rPr lang="es-ES" dirty="0" err="1"/>
              <a:t>ma</a:t>
            </a:r>
            <a:r>
              <a:rPr lang="es-ES" dirty="0"/>
              <a:t> con </a:t>
            </a:r>
            <a:r>
              <a:rPr lang="es-ES" dirty="0" err="1"/>
              <a:t>nis</a:t>
            </a:r>
            <a:r>
              <a:rPr lang="es-ES" dirty="0"/>
              <a:t> dolor sunt opta qui </a:t>
            </a:r>
            <a:r>
              <a:rPr lang="es-ES" dirty="0" err="1"/>
              <a:t>bero</a:t>
            </a:r>
            <a:r>
              <a:rPr lang="es-ES" dirty="0"/>
              <a:t> con </a:t>
            </a:r>
            <a:r>
              <a:rPr lang="es-ES" dirty="0" err="1"/>
              <a:t>porum</a:t>
            </a:r>
            <a:r>
              <a:rPr lang="es-ES" dirty="0"/>
              <a:t> </a:t>
            </a:r>
            <a:r>
              <a:rPr lang="es-ES" dirty="0" err="1"/>
              <a:t>delique</a:t>
            </a:r>
            <a:r>
              <a:rPr lang="es-ES" dirty="0"/>
              <a:t> </a:t>
            </a:r>
            <a:r>
              <a:rPr lang="es-ES" dirty="0" err="1"/>
              <a:t>cus</a:t>
            </a:r>
            <a:r>
              <a:rPr lang="es-ES" dirty="0"/>
              <a:t> et </a:t>
            </a:r>
            <a:r>
              <a:rPr lang="es-ES" dirty="0" err="1"/>
              <a:t>et</a:t>
            </a:r>
            <a:r>
              <a:rPr lang="es-ES" dirty="0"/>
              <a:t> </a:t>
            </a:r>
            <a:r>
              <a:rPr lang="es-ES" dirty="0" err="1"/>
              <a:t>voloribus</a:t>
            </a:r>
            <a:r>
              <a:rPr lang="es-ES" dirty="0"/>
              <a:t> </a:t>
            </a:r>
            <a:r>
              <a:rPr lang="es-ES" dirty="0" err="1"/>
              <a:t>expella</a:t>
            </a:r>
            <a:r>
              <a:rPr lang="es-ES" dirty="0"/>
              <a:t> </a:t>
            </a:r>
            <a:r>
              <a:rPr lang="es-ES" dirty="0" err="1"/>
              <a:t>borepe</a:t>
            </a:r>
            <a:r>
              <a:rPr lang="es-ES" dirty="0"/>
              <a:t> </a:t>
            </a:r>
            <a:r>
              <a:rPr lang="es-ES" dirty="0" err="1"/>
              <a:t>ped</a:t>
            </a:r>
            <a:r>
              <a:rPr lang="es-ES" dirty="0"/>
              <a:t> </a:t>
            </a:r>
            <a:r>
              <a:rPr lang="es-ES" dirty="0" err="1"/>
              <a:t>eum</a:t>
            </a:r>
            <a:r>
              <a:rPr lang="es-ES" dirty="0"/>
              <a:t> </a:t>
            </a:r>
            <a:r>
              <a:rPr lang="es-ES" dirty="0" err="1"/>
              <a:t>endios</a:t>
            </a:r>
            <a:r>
              <a:rPr lang="es-ES" dirty="0"/>
              <a:t> </a:t>
            </a:r>
            <a:r>
              <a:rPr lang="es-ES" dirty="0" err="1"/>
              <a:t>exerat</a:t>
            </a:r>
            <a:r>
              <a:rPr lang="es-ES" dirty="0"/>
              <a:t> </a:t>
            </a:r>
            <a:r>
              <a:rPr lang="es-ES" dirty="0" err="1"/>
              <a:t>debiti</a:t>
            </a:r>
            <a:r>
              <a:rPr lang="es-ES" dirty="0"/>
              <a:t> </a:t>
            </a:r>
            <a:r>
              <a:rPr lang="es-ES" dirty="0" err="1"/>
              <a:t>doluptatur</a:t>
            </a:r>
            <a:r>
              <a:rPr lang="es-ES" dirty="0"/>
              <a:t>, que dicto </a:t>
            </a:r>
            <a:r>
              <a:rPr lang="es-ES" dirty="0" err="1"/>
              <a:t>consecume</a:t>
            </a:r>
            <a:r>
              <a:rPr lang="es-ES" dirty="0"/>
              <a:t> re, </a:t>
            </a:r>
            <a:r>
              <a:rPr lang="es-ES" dirty="0" err="1"/>
              <a:t>nusam</a:t>
            </a:r>
            <a:r>
              <a:rPr lang="es-ES" dirty="0"/>
              <a:t> et </a:t>
            </a:r>
            <a:r>
              <a:rPr lang="es-ES" dirty="0" err="1"/>
              <a:t>videllu</a:t>
            </a:r>
            <a:r>
              <a:rPr lang="es-ES" dirty="0"/>
              <a:t> </a:t>
            </a:r>
            <a:r>
              <a:rPr lang="es-ES" dirty="0" err="1"/>
              <a:t>picient</a:t>
            </a:r>
            <a:r>
              <a:rPr lang="es-ES" dirty="0"/>
              <a:t> </a:t>
            </a:r>
            <a:r>
              <a:rPr lang="es-ES" dirty="0" err="1"/>
              <a:t>iasperc</a:t>
            </a:r>
            <a:r>
              <a:rPr lang="es-ES" dirty="0"/>
              <a:t> </a:t>
            </a:r>
            <a:r>
              <a:rPr lang="es-ES" dirty="0" err="1"/>
              <a:t>hitatur</a:t>
            </a:r>
            <a:r>
              <a:rPr lang="es-ES" dirty="0"/>
              <a:t> </a:t>
            </a:r>
            <a:r>
              <a:rPr lang="es-ES" dirty="0" err="1"/>
              <a:t>ectibus</a:t>
            </a:r>
            <a:r>
              <a:rPr lang="es-ES" dirty="0"/>
              <a:t> </a:t>
            </a:r>
            <a:r>
              <a:rPr lang="es-ES" dirty="0" err="1"/>
              <a:t>eatenih</a:t>
            </a:r>
            <a:r>
              <a:rPr lang="es-ES" dirty="0"/>
              <a:t> </a:t>
            </a:r>
            <a:r>
              <a:rPr lang="es-ES" dirty="0" err="1"/>
              <a:t>iliquatibus</a:t>
            </a:r>
            <a:r>
              <a:rPr lang="es-ES" dirty="0"/>
              <a:t> </a:t>
            </a:r>
            <a:r>
              <a:rPr lang="es-ES" dirty="0" err="1"/>
              <a:t>volora</a:t>
            </a:r>
            <a:r>
              <a:rPr lang="es-ES" dirty="0"/>
              <a:t> </a:t>
            </a:r>
            <a:r>
              <a:rPr lang="es-ES" dirty="0" err="1"/>
              <a:t>vel</a:t>
            </a:r>
            <a:r>
              <a:rPr lang="es-ES" dirty="0"/>
              <a:t> </a:t>
            </a:r>
            <a:r>
              <a:rPr lang="es-ES" dirty="0" err="1"/>
              <a:t>earions</a:t>
            </a:r>
            <a:r>
              <a:rPr lang="es-ES" dirty="0"/>
              <a:t> </a:t>
            </a:r>
            <a:r>
              <a:rPr lang="es-ES" dirty="0" err="1"/>
              <a:t>equi</a:t>
            </a:r>
            <a:r>
              <a:rPr lang="es-ES" dirty="0"/>
              <a:t>. </a:t>
            </a:r>
            <a:br>
              <a:rPr lang="es-ES" dirty="0"/>
            </a:br>
            <a:r>
              <a:rPr lang="es-ES" dirty="0" err="1"/>
              <a:t>volorumqui</a:t>
            </a:r>
            <a:r>
              <a:rPr lang="es-ES" dirty="0"/>
              <a:t> con </a:t>
            </a:r>
            <a:r>
              <a:rPr lang="es-ES" dirty="0" err="1"/>
              <a:t>est</a:t>
            </a:r>
            <a:r>
              <a:rPr lang="es-ES" dirty="0"/>
              <a:t> </a:t>
            </a:r>
            <a:r>
              <a:rPr lang="es-ES" dirty="0" err="1"/>
              <a:t>rerferibus</a:t>
            </a:r>
            <a:r>
              <a:rPr lang="es-ES" dirty="0"/>
              <a:t> </a:t>
            </a:r>
            <a:r>
              <a:rPr lang="es-ES" dirty="0" err="1"/>
              <a:t>alit</a:t>
            </a:r>
            <a:r>
              <a:rPr lang="es-ES" dirty="0"/>
              <a:t> </a:t>
            </a:r>
            <a:r>
              <a:rPr lang="es-ES" dirty="0" err="1"/>
              <a:t>accabor</a:t>
            </a:r>
            <a:r>
              <a:rPr lang="es-ES" dirty="0"/>
              <a:t> </a:t>
            </a:r>
            <a:r>
              <a:rPr lang="es-ES" dirty="0" err="1"/>
              <a:t>itatem</a:t>
            </a:r>
            <a:r>
              <a:rPr lang="es-ES" dirty="0"/>
              <a:t> </a:t>
            </a:r>
            <a:r>
              <a:rPr lang="es-ES" dirty="0" err="1"/>
              <a:t>simolorio</a:t>
            </a:r>
            <a:r>
              <a:rPr lang="es-ES" dirty="0"/>
              <a:t> es </a:t>
            </a:r>
            <a:r>
              <a:rPr lang="es-ES" dirty="0" err="1"/>
              <a:t>etus</a:t>
            </a:r>
            <a:r>
              <a:rPr lang="es-ES" dirty="0"/>
              <a:t> </a:t>
            </a:r>
            <a:r>
              <a:rPr lang="es-ES" dirty="0" err="1"/>
              <a:t>esseque</a:t>
            </a:r>
            <a:r>
              <a:rPr lang="es-ES" dirty="0"/>
              <a:t> veles es </a:t>
            </a:r>
            <a:r>
              <a:rPr lang="es-ES" dirty="0" err="1"/>
              <a:t>dunt</a:t>
            </a:r>
            <a:r>
              <a:rPr lang="es-ES" dirty="0"/>
              <a:t> </a:t>
            </a:r>
            <a:r>
              <a:rPr lang="es-ES" dirty="0" err="1"/>
              <a:t>officta</a:t>
            </a:r>
            <a:r>
              <a:rPr lang="es-ES" dirty="0"/>
              <a:t> </a:t>
            </a:r>
            <a:r>
              <a:rPr lang="es-ES" dirty="0" err="1"/>
              <a:t>erupta</a:t>
            </a:r>
            <a:r>
              <a:rPr lang="es-ES" dirty="0"/>
              <a:t> </a:t>
            </a:r>
            <a:r>
              <a:rPr lang="es-ES" dirty="0" err="1"/>
              <a:t>ant</a:t>
            </a:r>
            <a:r>
              <a:rPr lang="es-ES" dirty="0"/>
              <a:t> </a:t>
            </a:r>
            <a:r>
              <a:rPr lang="es-ES" dirty="0" err="1"/>
              <a:t>omniment</a:t>
            </a:r>
            <a:r>
              <a:rPr lang="es-ES" dirty="0"/>
              <a:t> </a:t>
            </a:r>
            <a:r>
              <a:rPr lang="es-ES" dirty="0" err="1"/>
              <a:t>odi</a:t>
            </a:r>
            <a:r>
              <a:rPr lang="es-ES" dirty="0"/>
              <a:t> </a:t>
            </a:r>
            <a:r>
              <a:rPr lang="es-ES" dirty="0" err="1"/>
              <a:t>deria</a:t>
            </a:r>
            <a:r>
              <a:rPr lang="es-ES" dirty="0"/>
              <a:t> </a:t>
            </a:r>
            <a:r>
              <a:rPr lang="es-ES" dirty="0" err="1"/>
              <a:t>evelibuscia</a:t>
            </a:r>
            <a:r>
              <a:rPr lang="es-ES" dirty="0"/>
              <a:t> non re </a:t>
            </a:r>
            <a:r>
              <a:rPr lang="es-ES" dirty="0" err="1"/>
              <a:t>voleste</a:t>
            </a:r>
            <a:r>
              <a:rPr lang="es-ES" dirty="0"/>
              <a:t>.</a:t>
            </a:r>
          </a:p>
        </p:txBody>
      </p:sp>
      <p:sp>
        <p:nvSpPr>
          <p:cNvPr id="14" name="Marcador de texto 4">
            <a:extLst>
              <a:ext uri="{FF2B5EF4-FFF2-40B4-BE49-F238E27FC236}">
                <a16:creationId xmlns:a16="http://schemas.microsoft.com/office/drawing/2014/main" id="{32D9F627-C890-407E-8937-86EA7F437564}"/>
              </a:ext>
            </a:extLst>
          </p:cNvPr>
          <p:cNvSpPr>
            <a:spLocks noGrp="1"/>
          </p:cNvSpPr>
          <p:nvPr>
            <p:ph type="body" sz="quarter" idx="18" hasCustomPrompt="1"/>
          </p:nvPr>
        </p:nvSpPr>
        <p:spPr>
          <a:xfrm>
            <a:off x="906463" y="2172974"/>
            <a:ext cx="5672137" cy="594092"/>
          </a:xfrm>
        </p:spPr>
        <p:txBody>
          <a:bodyPr lIns="0">
            <a:normAutofit/>
          </a:bodyPr>
          <a:lstStyle>
            <a:lvl1pPr marL="0" indent="0">
              <a:lnSpc>
                <a:spcPct val="100000"/>
              </a:lnSpc>
              <a:buNone/>
              <a:defRPr lang="es-ES" sz="2400" b="1" kern="1200" dirty="0">
                <a:solidFill>
                  <a:srgbClr val="1E1E1E"/>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pic>
        <p:nvPicPr>
          <p:cNvPr id="9" name="Gráfico 8">
            <a:extLst>
              <a:ext uri="{FF2B5EF4-FFF2-40B4-BE49-F238E27FC236}">
                <a16:creationId xmlns:a16="http://schemas.microsoft.com/office/drawing/2014/main" id="{01C8371B-E0D9-4E9C-BB68-73941002D27B}"/>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r="69936"/>
          <a:stretch/>
        </p:blipFill>
        <p:spPr>
          <a:xfrm>
            <a:off x="13723938" y="332974"/>
            <a:ext cx="420914" cy="385200"/>
          </a:xfrm>
          <a:prstGeom prst="rect">
            <a:avLst/>
          </a:prstGeom>
        </p:spPr>
      </p:pic>
    </p:spTree>
    <p:extLst>
      <p:ext uri="{BB962C8B-B14F-4D97-AF65-F5344CB8AC3E}">
        <p14:creationId xmlns:p14="http://schemas.microsoft.com/office/powerpoint/2010/main" val="3040901361"/>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Blanco 04">
    <p:bg>
      <p:bgPr>
        <a:solidFill>
          <a:schemeClr val="bg1"/>
        </a:solidFill>
        <a:effectLst/>
      </p:bgPr>
    </p:bg>
    <p:spTree>
      <p:nvGrpSpPr>
        <p:cNvPr id="1" name=""/>
        <p:cNvGrpSpPr/>
        <p:nvPr/>
      </p:nvGrpSpPr>
      <p:grpSpPr>
        <a:xfrm>
          <a:off x="0" y="0"/>
          <a:ext cx="0" cy="0"/>
          <a:chOff x="0" y="0"/>
          <a:chExt cx="0" cy="0"/>
        </a:xfrm>
      </p:grpSpPr>
      <p:sp>
        <p:nvSpPr>
          <p:cNvPr id="3" name="Marcador de número de diapositiva 2">
            <a:extLst>
              <a:ext uri="{FF2B5EF4-FFF2-40B4-BE49-F238E27FC236}">
                <a16:creationId xmlns:a16="http://schemas.microsoft.com/office/drawing/2014/main" id="{7CECDC97-706A-4416-9EA1-C9FD7EDD00EB}"/>
              </a:ext>
            </a:extLst>
          </p:cNvPr>
          <p:cNvSpPr>
            <a:spLocks noGrp="1"/>
          </p:cNvSpPr>
          <p:nvPr>
            <p:ph type="sldNum" sz="quarter" idx="10"/>
          </p:nvPr>
        </p:nvSpPr>
        <p:spPr/>
        <p:txBody>
          <a:bodyPr/>
          <a:lstStyle>
            <a:lvl1pPr>
              <a:defRPr>
                <a:solidFill>
                  <a:srgbClr val="1E1E1E"/>
                </a:solidFill>
              </a:defRPr>
            </a:lvl1pPr>
          </a:lstStyle>
          <a:p>
            <a:fld id="{B005B2D1-880E-4846-A216-7D6770BA1332}" type="slidenum">
              <a:rPr lang="es-ES" smtClean="0"/>
              <a:pPr/>
              <a:t>‹Nº›</a:t>
            </a:fld>
            <a:endParaRPr lang="es-ES" dirty="0"/>
          </a:p>
        </p:txBody>
      </p:sp>
      <p:sp>
        <p:nvSpPr>
          <p:cNvPr id="6" name="CuadroTexto 5">
            <a:extLst>
              <a:ext uri="{FF2B5EF4-FFF2-40B4-BE49-F238E27FC236}">
                <a16:creationId xmlns:a16="http://schemas.microsoft.com/office/drawing/2014/main" id="{A9B12B4E-C17A-41FB-86C3-4075B88FFB48}"/>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1E1E1E"/>
                </a:solidFill>
                <a:latin typeface="Century Gothic" panose="020B0502020202020204" pitchFamily="34" charset="0"/>
              </a:rPr>
              <a:t>© Copyright Universidad Europea. Todos los derechos reservados</a:t>
            </a:r>
            <a:endParaRPr lang="es-ES" dirty="0">
              <a:solidFill>
                <a:srgbClr val="1E1E1E"/>
              </a:solidFill>
            </a:endParaRPr>
          </a:p>
        </p:txBody>
      </p:sp>
      <p:sp>
        <p:nvSpPr>
          <p:cNvPr id="12" name="Title 1">
            <a:extLst>
              <a:ext uri="{FF2B5EF4-FFF2-40B4-BE49-F238E27FC236}">
                <a16:creationId xmlns:a16="http://schemas.microsoft.com/office/drawing/2014/main" id="{CD8374F0-9829-4A0E-A50F-3D62EEDC03F8}"/>
              </a:ext>
            </a:extLst>
          </p:cNvPr>
          <p:cNvSpPr>
            <a:spLocks noGrp="1"/>
          </p:cNvSpPr>
          <p:nvPr>
            <p:ph type="title" hasCustomPrompt="1"/>
          </p:nvPr>
        </p:nvSpPr>
        <p:spPr>
          <a:xfrm>
            <a:off x="906463" y="1182159"/>
            <a:ext cx="6561949" cy="703086"/>
          </a:xfrm>
        </p:spPr>
        <p:txBody>
          <a:bodyPr lIns="0" anchor="t">
            <a:noAutofit/>
          </a:bodyPr>
          <a:lstStyle>
            <a:lvl1pPr>
              <a:defRPr sz="4330"/>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13" name="Marcador de texto 17">
            <a:extLst>
              <a:ext uri="{FF2B5EF4-FFF2-40B4-BE49-F238E27FC236}">
                <a16:creationId xmlns:a16="http://schemas.microsoft.com/office/drawing/2014/main" id="{C05E73D6-3521-47BC-82CE-2AAF56FA92B1}"/>
              </a:ext>
            </a:extLst>
          </p:cNvPr>
          <p:cNvSpPr>
            <a:spLocks noGrp="1"/>
          </p:cNvSpPr>
          <p:nvPr>
            <p:ph type="body" sz="quarter" idx="17" hasCustomPrompt="1"/>
          </p:nvPr>
        </p:nvSpPr>
        <p:spPr>
          <a:xfrm>
            <a:off x="906463" y="2767066"/>
            <a:ext cx="8951912" cy="4551309"/>
          </a:xfrm>
        </p:spPr>
        <p:txBody>
          <a:bodyPr lIns="0">
            <a:noAutofit/>
          </a:bodyPr>
          <a:lstStyle>
            <a:lvl1pPr marL="0" indent="0">
              <a:lnSpc>
                <a:spcPts val="1700"/>
              </a:lnSpc>
              <a:spcBef>
                <a:spcPts val="900"/>
              </a:spcBef>
              <a:spcAft>
                <a:spcPts val="900"/>
              </a:spcAft>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cusdae</a:t>
            </a:r>
            <a:r>
              <a:rPr lang="es-ES" dirty="0"/>
              <a:t> </a:t>
            </a:r>
            <a:r>
              <a:rPr lang="es-ES" dirty="0" err="1"/>
              <a:t>etur</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a:t>
            </a:r>
            <a:r>
              <a:rPr lang="es-ES" dirty="0" err="1"/>
              <a:t>Lenet</a:t>
            </a:r>
            <a:r>
              <a:rPr lang="es-ES" dirty="0"/>
              <a:t> et </a:t>
            </a:r>
            <a:r>
              <a:rPr lang="es-ES" dirty="0" err="1"/>
              <a:t>laborerum</a:t>
            </a:r>
            <a:r>
              <a:rPr lang="es-ES" dirty="0"/>
              <a:t> </a:t>
            </a:r>
            <a:r>
              <a:rPr lang="es-ES" dirty="0" err="1"/>
              <a:t>aut</a:t>
            </a:r>
            <a:r>
              <a:rPr lang="es-ES" dirty="0"/>
              <a:t> </a:t>
            </a:r>
            <a:r>
              <a:rPr lang="es-ES" dirty="0" err="1"/>
              <a:t>quamus</a:t>
            </a:r>
            <a:r>
              <a:rPr lang="es-ES" dirty="0"/>
              <a:t> </a:t>
            </a:r>
            <a:r>
              <a:rPr lang="es-ES" dirty="0" err="1"/>
              <a:t>sinventio</a:t>
            </a:r>
            <a:r>
              <a:rPr lang="es-ES" dirty="0"/>
              <a:t> </a:t>
            </a:r>
            <a:r>
              <a:rPr lang="es-ES" dirty="0" err="1"/>
              <a:t>molentur</a:t>
            </a:r>
            <a:r>
              <a:rPr lang="es-ES" dirty="0"/>
              <a:t> </a:t>
            </a:r>
            <a:r>
              <a:rPr lang="es-ES" dirty="0" err="1"/>
              <a:t>maio</a:t>
            </a:r>
            <a:r>
              <a:rPr lang="es-ES" dirty="0"/>
              <a:t> </a:t>
            </a:r>
            <a:r>
              <a:rPr lang="es-ES" dirty="0" err="1"/>
              <a:t>bernam</a:t>
            </a:r>
            <a:r>
              <a:rPr lang="es-ES" dirty="0"/>
              <a:t> </a:t>
            </a:r>
            <a:r>
              <a:rPr lang="es-ES" dirty="0" err="1"/>
              <a:t>dollandel</a:t>
            </a:r>
            <a:r>
              <a:rPr lang="es-ES" dirty="0"/>
              <a:t> </a:t>
            </a:r>
            <a:r>
              <a:rPr lang="es-ES" dirty="0" err="1"/>
              <a:t>experovit</a:t>
            </a:r>
            <a:r>
              <a:rPr lang="es-ES" dirty="0"/>
              <a:t>, </a:t>
            </a:r>
            <a:r>
              <a:rPr lang="es-ES" dirty="0" err="1"/>
              <a:t>odictatum</a:t>
            </a:r>
            <a:r>
              <a:rPr lang="es-ES" dirty="0"/>
              <a:t> re </a:t>
            </a:r>
            <a:r>
              <a:rPr lang="es-ES" dirty="0" err="1"/>
              <a:t>accus</a:t>
            </a:r>
            <a:r>
              <a:rPr lang="es-ES" dirty="0"/>
              <a:t> </a:t>
            </a:r>
            <a:r>
              <a:rPr lang="es-ES" dirty="0" err="1"/>
              <a:t>dolorruptium</a:t>
            </a:r>
            <a:r>
              <a:rPr lang="es-ES" dirty="0"/>
              <a:t> </a:t>
            </a:r>
            <a:r>
              <a:rPr lang="es-ES" dirty="0" err="1"/>
              <a:t>vel</a:t>
            </a:r>
            <a:r>
              <a:rPr lang="es-ES" dirty="0"/>
              <a:t> </a:t>
            </a:r>
            <a:r>
              <a:rPr lang="es-ES" dirty="0" err="1"/>
              <a:t>ma</a:t>
            </a:r>
            <a:r>
              <a:rPr lang="es-ES" dirty="0"/>
              <a:t> </a:t>
            </a:r>
            <a:r>
              <a:rPr lang="es-ES" dirty="0" err="1"/>
              <a:t>cus</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Ommos</a:t>
            </a:r>
            <a:r>
              <a:rPr lang="es-ES" dirty="0"/>
              <a:t> </a:t>
            </a:r>
            <a:r>
              <a:rPr lang="es-ES" dirty="0" err="1"/>
              <a:t>num</a:t>
            </a:r>
            <a:r>
              <a:rPr lang="es-ES" dirty="0"/>
              <a:t> ad </a:t>
            </a:r>
            <a:r>
              <a:rPr lang="es-ES" dirty="0" err="1"/>
              <a:t>est</a:t>
            </a:r>
            <a:r>
              <a:rPr lang="es-ES" dirty="0"/>
              <a:t> </a:t>
            </a:r>
            <a:r>
              <a:rPr lang="es-ES" dirty="0" err="1"/>
              <a:t>ilitatur</a:t>
            </a:r>
            <a:r>
              <a:rPr lang="es-ES" dirty="0"/>
              <a:t> </a:t>
            </a:r>
            <a:r>
              <a:rPr lang="es-ES" dirty="0" err="1"/>
              <a:t>sitiam</a:t>
            </a:r>
            <a:r>
              <a:rPr lang="es-ES" dirty="0"/>
              <a:t> </a:t>
            </a:r>
            <a:r>
              <a:rPr lang="es-ES" dirty="0" err="1"/>
              <a:t>fugiamet</a:t>
            </a:r>
            <a:r>
              <a:rPr lang="es-ES" dirty="0"/>
              <a:t> </a:t>
            </a:r>
            <a:r>
              <a:rPr lang="es-ES" dirty="0" err="1"/>
              <a:t>dipsant</a:t>
            </a:r>
            <a:r>
              <a:rPr lang="es-ES" dirty="0"/>
              <a:t> </a:t>
            </a:r>
            <a:r>
              <a:rPr lang="es-ES" dirty="0" err="1"/>
              <a:t>incime</a:t>
            </a:r>
            <a:r>
              <a:rPr lang="es-ES" dirty="0"/>
              <a:t> </a:t>
            </a:r>
            <a:r>
              <a:rPr lang="es-ES" dirty="0" err="1"/>
              <a:t>voluptibus</a:t>
            </a:r>
            <a:r>
              <a:rPr lang="es-ES" dirty="0"/>
              <a:t> </a:t>
            </a:r>
            <a:r>
              <a:rPr lang="es-ES" dirty="0" err="1"/>
              <a:t>eumquo</a:t>
            </a:r>
            <a:r>
              <a:rPr lang="es-ES" dirty="0"/>
              <a:t> et </a:t>
            </a:r>
            <a:r>
              <a:rPr lang="es-ES" dirty="0" err="1"/>
              <a:t>elibusa</a:t>
            </a:r>
            <a:r>
              <a:rPr lang="es-ES" dirty="0"/>
              <a:t> </a:t>
            </a:r>
            <a:r>
              <a:rPr lang="es-ES" dirty="0" err="1"/>
              <a:t>consed</a:t>
            </a:r>
            <a:r>
              <a:rPr lang="es-ES" dirty="0"/>
              <a:t> </a:t>
            </a:r>
            <a:r>
              <a:rPr lang="es-ES" dirty="0" err="1"/>
              <a:t>quam</a:t>
            </a:r>
            <a:r>
              <a:rPr lang="es-ES" dirty="0"/>
              <a:t>, </a:t>
            </a:r>
            <a:r>
              <a:rPr lang="es-ES" dirty="0" err="1"/>
              <a:t>tecesciis</a:t>
            </a:r>
            <a:r>
              <a:rPr lang="es-ES" dirty="0"/>
              <a:t> </a:t>
            </a:r>
            <a:r>
              <a:rPr lang="es-ES" dirty="0" err="1"/>
              <a:t>velignimus</a:t>
            </a:r>
            <a:r>
              <a:rPr lang="es-ES" dirty="0"/>
              <a:t>, </a:t>
            </a:r>
            <a:r>
              <a:rPr lang="es-ES" dirty="0" err="1"/>
              <a:t>exped</a:t>
            </a:r>
            <a:r>
              <a:rPr lang="es-ES" dirty="0"/>
              <a:t> </a:t>
            </a:r>
            <a:r>
              <a:rPr lang="es-ES" dirty="0" err="1"/>
              <a:t>ma</a:t>
            </a:r>
            <a:r>
              <a:rPr lang="es-ES" dirty="0"/>
              <a:t> con </a:t>
            </a:r>
            <a:r>
              <a:rPr lang="es-ES" dirty="0" err="1"/>
              <a:t>nis</a:t>
            </a:r>
            <a:r>
              <a:rPr lang="es-ES" dirty="0"/>
              <a:t> dolor sunt opta qui </a:t>
            </a:r>
            <a:r>
              <a:rPr lang="es-ES" dirty="0" err="1"/>
              <a:t>bero</a:t>
            </a:r>
            <a:r>
              <a:rPr lang="es-ES" dirty="0"/>
              <a:t> con </a:t>
            </a:r>
            <a:r>
              <a:rPr lang="es-ES" dirty="0" err="1"/>
              <a:t>porum</a:t>
            </a:r>
            <a:r>
              <a:rPr lang="es-ES" dirty="0"/>
              <a:t> </a:t>
            </a:r>
            <a:r>
              <a:rPr lang="es-ES" dirty="0" err="1"/>
              <a:t>delique</a:t>
            </a:r>
            <a:r>
              <a:rPr lang="es-ES" dirty="0"/>
              <a:t> </a:t>
            </a:r>
            <a:r>
              <a:rPr lang="es-ES" dirty="0" err="1"/>
              <a:t>cus</a:t>
            </a:r>
            <a:r>
              <a:rPr lang="es-ES" dirty="0"/>
              <a:t> et </a:t>
            </a:r>
            <a:r>
              <a:rPr lang="es-ES" dirty="0" err="1"/>
              <a:t>et</a:t>
            </a:r>
            <a:r>
              <a:rPr lang="es-ES" dirty="0"/>
              <a:t> </a:t>
            </a:r>
            <a:r>
              <a:rPr lang="es-ES" dirty="0" err="1"/>
              <a:t>voloribus</a:t>
            </a:r>
            <a:r>
              <a:rPr lang="es-ES" dirty="0"/>
              <a:t> </a:t>
            </a:r>
            <a:r>
              <a:rPr lang="es-ES" dirty="0" err="1"/>
              <a:t>expella</a:t>
            </a:r>
            <a:r>
              <a:rPr lang="es-ES" dirty="0"/>
              <a:t> </a:t>
            </a:r>
            <a:r>
              <a:rPr lang="es-ES" dirty="0" err="1"/>
              <a:t>borepe</a:t>
            </a:r>
            <a:r>
              <a:rPr lang="es-ES" dirty="0"/>
              <a:t> </a:t>
            </a:r>
            <a:r>
              <a:rPr lang="es-ES" dirty="0" err="1"/>
              <a:t>ped</a:t>
            </a:r>
            <a:r>
              <a:rPr lang="es-ES" dirty="0"/>
              <a:t> </a:t>
            </a:r>
            <a:r>
              <a:rPr lang="es-ES" dirty="0" err="1"/>
              <a:t>eum</a:t>
            </a:r>
            <a:r>
              <a:rPr lang="es-ES" dirty="0"/>
              <a:t> </a:t>
            </a:r>
            <a:r>
              <a:rPr lang="es-ES" dirty="0" err="1"/>
              <a:t>endios</a:t>
            </a:r>
            <a:r>
              <a:rPr lang="es-ES" dirty="0"/>
              <a:t> </a:t>
            </a:r>
            <a:r>
              <a:rPr lang="es-ES" dirty="0" err="1"/>
              <a:t>exerat</a:t>
            </a:r>
            <a:r>
              <a:rPr lang="es-ES" dirty="0"/>
              <a:t> </a:t>
            </a:r>
            <a:r>
              <a:rPr lang="es-ES" dirty="0" err="1"/>
              <a:t>debiti</a:t>
            </a:r>
            <a:r>
              <a:rPr lang="es-ES" dirty="0"/>
              <a:t> </a:t>
            </a:r>
            <a:r>
              <a:rPr lang="es-ES" dirty="0" err="1"/>
              <a:t>doluptatur</a:t>
            </a:r>
            <a:r>
              <a:rPr lang="es-ES" dirty="0"/>
              <a:t>, que dicto </a:t>
            </a:r>
            <a:r>
              <a:rPr lang="es-ES" dirty="0" err="1"/>
              <a:t>consecume</a:t>
            </a:r>
            <a:r>
              <a:rPr lang="es-ES" dirty="0"/>
              <a:t> re, </a:t>
            </a:r>
            <a:r>
              <a:rPr lang="es-ES" dirty="0" err="1"/>
              <a:t>nusam</a:t>
            </a:r>
            <a:r>
              <a:rPr lang="es-ES" dirty="0"/>
              <a:t> et </a:t>
            </a:r>
            <a:r>
              <a:rPr lang="es-ES" dirty="0" err="1"/>
              <a:t>videllu</a:t>
            </a:r>
            <a:r>
              <a:rPr lang="es-ES" dirty="0"/>
              <a:t> </a:t>
            </a:r>
            <a:r>
              <a:rPr lang="es-ES" dirty="0" err="1"/>
              <a:t>picient</a:t>
            </a:r>
            <a:r>
              <a:rPr lang="es-ES" dirty="0"/>
              <a:t> </a:t>
            </a:r>
            <a:r>
              <a:rPr lang="es-ES" dirty="0" err="1"/>
              <a:t>iasperc</a:t>
            </a:r>
            <a:r>
              <a:rPr lang="es-ES" dirty="0"/>
              <a:t> </a:t>
            </a:r>
            <a:r>
              <a:rPr lang="es-ES" dirty="0" err="1"/>
              <a:t>hitatur</a:t>
            </a:r>
            <a:r>
              <a:rPr lang="es-ES" dirty="0"/>
              <a:t> </a:t>
            </a:r>
            <a:r>
              <a:rPr lang="es-ES" dirty="0" err="1"/>
              <a:t>ectibus</a:t>
            </a:r>
            <a:r>
              <a:rPr lang="es-ES" dirty="0"/>
              <a:t> </a:t>
            </a:r>
            <a:r>
              <a:rPr lang="es-ES" dirty="0" err="1"/>
              <a:t>eatenih</a:t>
            </a:r>
            <a:r>
              <a:rPr lang="es-ES" dirty="0"/>
              <a:t> </a:t>
            </a:r>
            <a:r>
              <a:rPr lang="es-ES" dirty="0" err="1"/>
              <a:t>iliquatibus</a:t>
            </a:r>
            <a:r>
              <a:rPr lang="es-ES" dirty="0"/>
              <a:t> </a:t>
            </a:r>
            <a:r>
              <a:rPr lang="es-ES" dirty="0" err="1"/>
              <a:t>volora</a:t>
            </a:r>
            <a:r>
              <a:rPr lang="es-ES" dirty="0"/>
              <a:t> </a:t>
            </a:r>
            <a:r>
              <a:rPr lang="es-ES" dirty="0" err="1"/>
              <a:t>vel</a:t>
            </a:r>
            <a:r>
              <a:rPr lang="es-ES" dirty="0"/>
              <a:t> </a:t>
            </a:r>
            <a:r>
              <a:rPr lang="es-ES" dirty="0" err="1"/>
              <a:t>earions</a:t>
            </a:r>
            <a:r>
              <a:rPr lang="es-ES" dirty="0"/>
              <a:t> </a:t>
            </a:r>
            <a:r>
              <a:rPr lang="es-ES" dirty="0" err="1"/>
              <a:t>equi</a:t>
            </a:r>
            <a:r>
              <a:rPr lang="es-ES" dirty="0"/>
              <a:t>. </a:t>
            </a:r>
            <a:br>
              <a:rPr lang="es-ES" dirty="0"/>
            </a:br>
            <a:r>
              <a:rPr lang="es-ES" dirty="0" err="1"/>
              <a:t>volorumqui</a:t>
            </a:r>
            <a:r>
              <a:rPr lang="es-ES" dirty="0"/>
              <a:t> con </a:t>
            </a:r>
            <a:r>
              <a:rPr lang="es-ES" dirty="0" err="1"/>
              <a:t>est</a:t>
            </a:r>
            <a:r>
              <a:rPr lang="es-ES" dirty="0"/>
              <a:t> </a:t>
            </a:r>
            <a:r>
              <a:rPr lang="es-ES" dirty="0" err="1"/>
              <a:t>rerferibus</a:t>
            </a:r>
            <a:r>
              <a:rPr lang="es-ES" dirty="0"/>
              <a:t> </a:t>
            </a:r>
            <a:r>
              <a:rPr lang="es-ES" dirty="0" err="1"/>
              <a:t>alit</a:t>
            </a:r>
            <a:r>
              <a:rPr lang="es-ES" dirty="0"/>
              <a:t> </a:t>
            </a:r>
            <a:r>
              <a:rPr lang="es-ES" dirty="0" err="1"/>
              <a:t>accabor</a:t>
            </a:r>
            <a:r>
              <a:rPr lang="es-ES" dirty="0"/>
              <a:t> </a:t>
            </a:r>
            <a:r>
              <a:rPr lang="es-ES" dirty="0" err="1"/>
              <a:t>itatem</a:t>
            </a:r>
            <a:r>
              <a:rPr lang="es-ES" dirty="0"/>
              <a:t> </a:t>
            </a:r>
            <a:r>
              <a:rPr lang="es-ES" dirty="0" err="1"/>
              <a:t>simolorio</a:t>
            </a:r>
            <a:r>
              <a:rPr lang="es-ES" dirty="0"/>
              <a:t> es </a:t>
            </a:r>
            <a:r>
              <a:rPr lang="es-ES" dirty="0" err="1"/>
              <a:t>etus</a:t>
            </a:r>
            <a:r>
              <a:rPr lang="es-ES" dirty="0"/>
              <a:t> </a:t>
            </a:r>
            <a:r>
              <a:rPr lang="es-ES" dirty="0" err="1"/>
              <a:t>esseque</a:t>
            </a:r>
            <a:r>
              <a:rPr lang="es-ES" dirty="0"/>
              <a:t> veles es </a:t>
            </a:r>
            <a:r>
              <a:rPr lang="es-ES" dirty="0" err="1"/>
              <a:t>dunt</a:t>
            </a:r>
            <a:r>
              <a:rPr lang="es-ES" dirty="0"/>
              <a:t> </a:t>
            </a:r>
            <a:r>
              <a:rPr lang="es-ES" dirty="0" err="1"/>
              <a:t>officta</a:t>
            </a:r>
            <a:r>
              <a:rPr lang="es-ES" dirty="0"/>
              <a:t> </a:t>
            </a:r>
            <a:r>
              <a:rPr lang="es-ES" dirty="0" err="1"/>
              <a:t>erupta</a:t>
            </a:r>
            <a:r>
              <a:rPr lang="es-ES" dirty="0"/>
              <a:t> </a:t>
            </a:r>
            <a:r>
              <a:rPr lang="es-ES" dirty="0" err="1"/>
              <a:t>ant</a:t>
            </a:r>
            <a:r>
              <a:rPr lang="es-ES" dirty="0"/>
              <a:t> </a:t>
            </a:r>
            <a:r>
              <a:rPr lang="es-ES" dirty="0" err="1"/>
              <a:t>omniment</a:t>
            </a:r>
            <a:r>
              <a:rPr lang="es-ES" dirty="0"/>
              <a:t> </a:t>
            </a:r>
            <a:r>
              <a:rPr lang="es-ES" dirty="0" err="1"/>
              <a:t>odi</a:t>
            </a:r>
            <a:r>
              <a:rPr lang="es-ES" dirty="0"/>
              <a:t> </a:t>
            </a:r>
            <a:r>
              <a:rPr lang="es-ES" dirty="0" err="1"/>
              <a:t>deria</a:t>
            </a:r>
            <a:r>
              <a:rPr lang="es-ES" dirty="0"/>
              <a:t> </a:t>
            </a:r>
            <a:r>
              <a:rPr lang="es-ES" dirty="0" err="1"/>
              <a:t>evelibuscia</a:t>
            </a:r>
            <a:r>
              <a:rPr lang="es-ES" dirty="0"/>
              <a:t> non re </a:t>
            </a:r>
            <a:r>
              <a:rPr lang="es-ES" dirty="0" err="1"/>
              <a:t>voleste</a:t>
            </a:r>
            <a:r>
              <a:rPr lang="es-ES" dirty="0"/>
              <a:t>.</a:t>
            </a:r>
          </a:p>
        </p:txBody>
      </p:sp>
      <p:sp>
        <p:nvSpPr>
          <p:cNvPr id="14" name="Marcador de texto 4">
            <a:extLst>
              <a:ext uri="{FF2B5EF4-FFF2-40B4-BE49-F238E27FC236}">
                <a16:creationId xmlns:a16="http://schemas.microsoft.com/office/drawing/2014/main" id="{39722E83-61D8-46D8-AF67-A82A58A33690}"/>
              </a:ext>
            </a:extLst>
          </p:cNvPr>
          <p:cNvSpPr>
            <a:spLocks noGrp="1"/>
          </p:cNvSpPr>
          <p:nvPr>
            <p:ph type="body" sz="quarter" idx="18" hasCustomPrompt="1"/>
          </p:nvPr>
        </p:nvSpPr>
        <p:spPr>
          <a:xfrm>
            <a:off x="906463" y="2172974"/>
            <a:ext cx="5672137" cy="594092"/>
          </a:xfrm>
        </p:spPr>
        <p:txBody>
          <a:bodyPr lIns="0">
            <a:normAutofit/>
          </a:bodyPr>
          <a:lstStyle>
            <a:lvl1pPr marL="0" indent="0">
              <a:lnSpc>
                <a:spcPct val="100000"/>
              </a:lnSpc>
              <a:buNone/>
              <a:defRPr lang="es-ES" sz="2400" b="1" kern="1200" dirty="0">
                <a:solidFill>
                  <a:srgbClr val="1E1E1E"/>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pic>
        <p:nvPicPr>
          <p:cNvPr id="9" name="Gráfico 8">
            <a:extLst>
              <a:ext uri="{FF2B5EF4-FFF2-40B4-BE49-F238E27FC236}">
                <a16:creationId xmlns:a16="http://schemas.microsoft.com/office/drawing/2014/main" id="{16C45FC7-EEB9-4B9F-BE13-C2D9C7222B81}"/>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2323884" y="7585901"/>
            <a:ext cx="1400054" cy="385200"/>
          </a:xfrm>
          <a:prstGeom prst="rect">
            <a:avLst/>
          </a:prstGeom>
        </p:spPr>
      </p:pic>
      <p:sp>
        <p:nvSpPr>
          <p:cNvPr id="11" name="Rectángulo 10">
            <a:extLst>
              <a:ext uri="{FF2B5EF4-FFF2-40B4-BE49-F238E27FC236}">
                <a16:creationId xmlns:a16="http://schemas.microsoft.com/office/drawing/2014/main" id="{8F8AE979-17D9-492C-9878-9DAC54F970CD}"/>
              </a:ext>
            </a:extLst>
          </p:cNvPr>
          <p:cNvSpPr/>
          <p:nvPr userDrawn="1"/>
        </p:nvSpPr>
        <p:spPr>
          <a:xfrm>
            <a:off x="524442" y="332974"/>
            <a:ext cx="384969" cy="384969"/>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4195951684"/>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Blanco 01 rojo">
    <p:bg>
      <p:bgPr>
        <a:solidFill>
          <a:srgbClr val="FF3228"/>
        </a:solidFill>
        <a:effectLst/>
      </p:bgPr>
    </p:bg>
    <p:spTree>
      <p:nvGrpSpPr>
        <p:cNvPr id="1" name=""/>
        <p:cNvGrpSpPr/>
        <p:nvPr/>
      </p:nvGrpSpPr>
      <p:grpSpPr>
        <a:xfrm>
          <a:off x="0" y="0"/>
          <a:ext cx="0" cy="0"/>
          <a:chOff x="0" y="0"/>
          <a:chExt cx="0" cy="0"/>
        </a:xfrm>
      </p:grpSpPr>
      <p:sp>
        <p:nvSpPr>
          <p:cNvPr id="3" name="Marcador de número de diapositiva 2">
            <a:extLst>
              <a:ext uri="{FF2B5EF4-FFF2-40B4-BE49-F238E27FC236}">
                <a16:creationId xmlns:a16="http://schemas.microsoft.com/office/drawing/2014/main" id="{7CECDC97-706A-4416-9EA1-C9FD7EDD00EB}"/>
              </a:ext>
            </a:extLst>
          </p:cNvPr>
          <p:cNvSpPr>
            <a:spLocks noGrp="1"/>
          </p:cNvSpPr>
          <p:nvPr>
            <p:ph type="sldNum" sz="quarter" idx="10"/>
          </p:nvPr>
        </p:nvSpPr>
        <p:spPr/>
        <p:txBody>
          <a:bodyPr/>
          <a:lstStyle>
            <a:lvl1pPr>
              <a:defRPr>
                <a:solidFill>
                  <a:schemeClr val="bg1"/>
                </a:solidFill>
              </a:defRPr>
            </a:lvl1pPr>
          </a:lstStyle>
          <a:p>
            <a:fld id="{B005B2D1-880E-4846-A216-7D6770BA1332}" type="slidenum">
              <a:rPr lang="es-ES" smtClean="0"/>
              <a:pPr/>
              <a:t>‹Nº›</a:t>
            </a:fld>
            <a:endParaRPr lang="es-ES" dirty="0"/>
          </a:p>
        </p:txBody>
      </p:sp>
      <p:sp>
        <p:nvSpPr>
          <p:cNvPr id="6" name="CuadroTexto 5">
            <a:extLst>
              <a:ext uri="{FF2B5EF4-FFF2-40B4-BE49-F238E27FC236}">
                <a16:creationId xmlns:a16="http://schemas.microsoft.com/office/drawing/2014/main" id="{A9B12B4E-C17A-41FB-86C3-4075B88FFB48}"/>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chemeClr val="bg1"/>
                </a:solidFill>
                <a:latin typeface="Century Gothic" panose="020B0502020202020204" pitchFamily="34" charset="0"/>
              </a:rPr>
              <a:t>© Copyright Universidad Europea. Todos los derechos reservados</a:t>
            </a:r>
            <a:endParaRPr lang="es-ES" dirty="0">
              <a:solidFill>
                <a:schemeClr val="bg1"/>
              </a:solidFill>
            </a:endParaRPr>
          </a:p>
        </p:txBody>
      </p:sp>
      <p:sp>
        <p:nvSpPr>
          <p:cNvPr id="8" name="Rectángulo 7">
            <a:extLst>
              <a:ext uri="{FF2B5EF4-FFF2-40B4-BE49-F238E27FC236}">
                <a16:creationId xmlns:a16="http://schemas.microsoft.com/office/drawing/2014/main" id="{EF3A0E82-FF4A-4767-8F46-4CEFBC357853}"/>
              </a:ext>
            </a:extLst>
          </p:cNvPr>
          <p:cNvSpPr/>
          <p:nvPr userDrawn="1"/>
        </p:nvSpPr>
        <p:spPr>
          <a:xfrm>
            <a:off x="13723938" y="7570604"/>
            <a:ext cx="384969" cy="38496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2" name="Title 1">
            <a:extLst>
              <a:ext uri="{FF2B5EF4-FFF2-40B4-BE49-F238E27FC236}">
                <a16:creationId xmlns:a16="http://schemas.microsoft.com/office/drawing/2014/main" id="{5FDA3608-77A3-4472-83F0-ECF69F3F28D8}"/>
              </a:ext>
            </a:extLst>
          </p:cNvPr>
          <p:cNvSpPr>
            <a:spLocks noGrp="1"/>
          </p:cNvSpPr>
          <p:nvPr>
            <p:ph type="title" hasCustomPrompt="1"/>
          </p:nvPr>
        </p:nvSpPr>
        <p:spPr>
          <a:xfrm>
            <a:off x="906463" y="1182159"/>
            <a:ext cx="6561949" cy="703086"/>
          </a:xfrm>
        </p:spPr>
        <p:txBody>
          <a:bodyPr lIns="0" anchor="t">
            <a:noAutofit/>
          </a:bodyPr>
          <a:lstStyle>
            <a:lvl1pPr>
              <a:defRPr sz="4330">
                <a:solidFill>
                  <a:schemeClr val="bg1"/>
                </a:solidFill>
              </a:defRPr>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13" name="Marcador de texto 17">
            <a:extLst>
              <a:ext uri="{FF2B5EF4-FFF2-40B4-BE49-F238E27FC236}">
                <a16:creationId xmlns:a16="http://schemas.microsoft.com/office/drawing/2014/main" id="{4A66E3B5-38E7-411C-BEDB-A16E741FDC2D}"/>
              </a:ext>
            </a:extLst>
          </p:cNvPr>
          <p:cNvSpPr>
            <a:spLocks noGrp="1"/>
          </p:cNvSpPr>
          <p:nvPr>
            <p:ph type="body" sz="quarter" idx="17" hasCustomPrompt="1"/>
          </p:nvPr>
        </p:nvSpPr>
        <p:spPr>
          <a:xfrm>
            <a:off x="906463" y="2767066"/>
            <a:ext cx="8951912" cy="4551309"/>
          </a:xfrm>
        </p:spPr>
        <p:txBody>
          <a:bodyPr lIns="0">
            <a:noAutofit/>
          </a:bodyPr>
          <a:lstStyle>
            <a:lvl1pPr marL="0" indent="0">
              <a:lnSpc>
                <a:spcPts val="1700"/>
              </a:lnSpc>
              <a:spcBef>
                <a:spcPts val="900"/>
              </a:spcBef>
              <a:spcAft>
                <a:spcPts val="900"/>
              </a:spcAft>
              <a:buNone/>
              <a:defRPr sz="1440" b="0">
                <a:solidFill>
                  <a:schemeClr val="bg1"/>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cusdae</a:t>
            </a:r>
            <a:r>
              <a:rPr lang="es-ES" dirty="0"/>
              <a:t> </a:t>
            </a:r>
            <a:r>
              <a:rPr lang="es-ES" dirty="0" err="1"/>
              <a:t>etur</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a:t>
            </a:r>
            <a:r>
              <a:rPr lang="es-ES" dirty="0" err="1"/>
              <a:t>Lenet</a:t>
            </a:r>
            <a:r>
              <a:rPr lang="es-ES" dirty="0"/>
              <a:t> et </a:t>
            </a:r>
            <a:r>
              <a:rPr lang="es-ES" dirty="0" err="1"/>
              <a:t>laborerum</a:t>
            </a:r>
            <a:r>
              <a:rPr lang="es-ES" dirty="0"/>
              <a:t> </a:t>
            </a:r>
            <a:r>
              <a:rPr lang="es-ES" dirty="0" err="1"/>
              <a:t>aut</a:t>
            </a:r>
            <a:r>
              <a:rPr lang="es-ES" dirty="0"/>
              <a:t> </a:t>
            </a:r>
            <a:r>
              <a:rPr lang="es-ES" dirty="0" err="1"/>
              <a:t>quamus</a:t>
            </a:r>
            <a:r>
              <a:rPr lang="es-ES" dirty="0"/>
              <a:t> </a:t>
            </a:r>
            <a:r>
              <a:rPr lang="es-ES" dirty="0" err="1"/>
              <a:t>sinventio</a:t>
            </a:r>
            <a:r>
              <a:rPr lang="es-ES" dirty="0"/>
              <a:t> </a:t>
            </a:r>
            <a:r>
              <a:rPr lang="es-ES" dirty="0" err="1"/>
              <a:t>molentur</a:t>
            </a:r>
            <a:r>
              <a:rPr lang="es-ES" dirty="0"/>
              <a:t> </a:t>
            </a:r>
            <a:r>
              <a:rPr lang="es-ES" dirty="0" err="1"/>
              <a:t>maio</a:t>
            </a:r>
            <a:r>
              <a:rPr lang="es-ES" dirty="0"/>
              <a:t> </a:t>
            </a:r>
            <a:r>
              <a:rPr lang="es-ES" dirty="0" err="1"/>
              <a:t>bernam</a:t>
            </a:r>
            <a:r>
              <a:rPr lang="es-ES" dirty="0"/>
              <a:t> </a:t>
            </a:r>
            <a:r>
              <a:rPr lang="es-ES" dirty="0" err="1"/>
              <a:t>dollandel</a:t>
            </a:r>
            <a:r>
              <a:rPr lang="es-ES" dirty="0"/>
              <a:t> </a:t>
            </a:r>
            <a:r>
              <a:rPr lang="es-ES" dirty="0" err="1"/>
              <a:t>experovit</a:t>
            </a:r>
            <a:r>
              <a:rPr lang="es-ES" dirty="0"/>
              <a:t>, </a:t>
            </a:r>
            <a:r>
              <a:rPr lang="es-ES" dirty="0" err="1"/>
              <a:t>odictatum</a:t>
            </a:r>
            <a:r>
              <a:rPr lang="es-ES" dirty="0"/>
              <a:t> re </a:t>
            </a:r>
            <a:r>
              <a:rPr lang="es-ES" dirty="0" err="1"/>
              <a:t>accus</a:t>
            </a:r>
            <a:r>
              <a:rPr lang="es-ES" dirty="0"/>
              <a:t> </a:t>
            </a:r>
            <a:r>
              <a:rPr lang="es-ES" dirty="0" err="1"/>
              <a:t>dolorruptium</a:t>
            </a:r>
            <a:r>
              <a:rPr lang="es-ES" dirty="0"/>
              <a:t> </a:t>
            </a:r>
            <a:r>
              <a:rPr lang="es-ES" dirty="0" err="1"/>
              <a:t>vel</a:t>
            </a:r>
            <a:r>
              <a:rPr lang="es-ES" dirty="0"/>
              <a:t> </a:t>
            </a:r>
            <a:r>
              <a:rPr lang="es-ES" dirty="0" err="1"/>
              <a:t>ma</a:t>
            </a:r>
            <a:r>
              <a:rPr lang="es-ES" dirty="0"/>
              <a:t> </a:t>
            </a:r>
            <a:r>
              <a:rPr lang="es-ES" dirty="0" err="1"/>
              <a:t>cus</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Ommos</a:t>
            </a:r>
            <a:r>
              <a:rPr lang="es-ES" dirty="0"/>
              <a:t> </a:t>
            </a:r>
            <a:r>
              <a:rPr lang="es-ES" dirty="0" err="1"/>
              <a:t>num</a:t>
            </a:r>
            <a:r>
              <a:rPr lang="es-ES" dirty="0"/>
              <a:t> ad </a:t>
            </a:r>
            <a:r>
              <a:rPr lang="es-ES" dirty="0" err="1"/>
              <a:t>est</a:t>
            </a:r>
            <a:r>
              <a:rPr lang="es-ES" dirty="0"/>
              <a:t> </a:t>
            </a:r>
            <a:r>
              <a:rPr lang="es-ES" dirty="0" err="1"/>
              <a:t>ilitatur</a:t>
            </a:r>
            <a:r>
              <a:rPr lang="es-ES" dirty="0"/>
              <a:t> </a:t>
            </a:r>
            <a:r>
              <a:rPr lang="es-ES" dirty="0" err="1"/>
              <a:t>sitiam</a:t>
            </a:r>
            <a:r>
              <a:rPr lang="es-ES" dirty="0"/>
              <a:t> </a:t>
            </a:r>
            <a:r>
              <a:rPr lang="es-ES" dirty="0" err="1"/>
              <a:t>fugiamet</a:t>
            </a:r>
            <a:r>
              <a:rPr lang="es-ES" dirty="0"/>
              <a:t> </a:t>
            </a:r>
            <a:r>
              <a:rPr lang="es-ES" dirty="0" err="1"/>
              <a:t>dipsant</a:t>
            </a:r>
            <a:r>
              <a:rPr lang="es-ES" dirty="0"/>
              <a:t> </a:t>
            </a:r>
            <a:r>
              <a:rPr lang="es-ES" dirty="0" err="1"/>
              <a:t>incime</a:t>
            </a:r>
            <a:r>
              <a:rPr lang="es-ES" dirty="0"/>
              <a:t> </a:t>
            </a:r>
            <a:r>
              <a:rPr lang="es-ES" dirty="0" err="1"/>
              <a:t>voluptibus</a:t>
            </a:r>
            <a:r>
              <a:rPr lang="es-ES" dirty="0"/>
              <a:t> </a:t>
            </a:r>
            <a:r>
              <a:rPr lang="es-ES" dirty="0" err="1"/>
              <a:t>eumquo</a:t>
            </a:r>
            <a:r>
              <a:rPr lang="es-ES" dirty="0"/>
              <a:t> et </a:t>
            </a:r>
            <a:r>
              <a:rPr lang="es-ES" dirty="0" err="1"/>
              <a:t>elibusa</a:t>
            </a:r>
            <a:r>
              <a:rPr lang="es-ES" dirty="0"/>
              <a:t> </a:t>
            </a:r>
            <a:r>
              <a:rPr lang="es-ES" dirty="0" err="1"/>
              <a:t>consed</a:t>
            </a:r>
            <a:r>
              <a:rPr lang="es-ES" dirty="0"/>
              <a:t> </a:t>
            </a:r>
            <a:r>
              <a:rPr lang="es-ES" dirty="0" err="1"/>
              <a:t>quam</a:t>
            </a:r>
            <a:r>
              <a:rPr lang="es-ES" dirty="0"/>
              <a:t>, </a:t>
            </a:r>
            <a:r>
              <a:rPr lang="es-ES" dirty="0" err="1"/>
              <a:t>tecesciis</a:t>
            </a:r>
            <a:r>
              <a:rPr lang="es-ES" dirty="0"/>
              <a:t> </a:t>
            </a:r>
            <a:r>
              <a:rPr lang="es-ES" dirty="0" err="1"/>
              <a:t>velignimus</a:t>
            </a:r>
            <a:r>
              <a:rPr lang="es-ES" dirty="0"/>
              <a:t>, </a:t>
            </a:r>
            <a:r>
              <a:rPr lang="es-ES" dirty="0" err="1"/>
              <a:t>exped</a:t>
            </a:r>
            <a:r>
              <a:rPr lang="es-ES" dirty="0"/>
              <a:t> </a:t>
            </a:r>
            <a:r>
              <a:rPr lang="es-ES" dirty="0" err="1"/>
              <a:t>ma</a:t>
            </a:r>
            <a:r>
              <a:rPr lang="es-ES" dirty="0"/>
              <a:t> con </a:t>
            </a:r>
            <a:r>
              <a:rPr lang="es-ES" dirty="0" err="1"/>
              <a:t>nis</a:t>
            </a:r>
            <a:r>
              <a:rPr lang="es-ES" dirty="0"/>
              <a:t> dolor sunt opta qui </a:t>
            </a:r>
            <a:r>
              <a:rPr lang="es-ES" dirty="0" err="1"/>
              <a:t>bero</a:t>
            </a:r>
            <a:r>
              <a:rPr lang="es-ES" dirty="0"/>
              <a:t> con </a:t>
            </a:r>
            <a:r>
              <a:rPr lang="es-ES" dirty="0" err="1"/>
              <a:t>porum</a:t>
            </a:r>
            <a:r>
              <a:rPr lang="es-ES" dirty="0"/>
              <a:t> </a:t>
            </a:r>
            <a:r>
              <a:rPr lang="es-ES" dirty="0" err="1"/>
              <a:t>delique</a:t>
            </a:r>
            <a:r>
              <a:rPr lang="es-ES" dirty="0"/>
              <a:t> </a:t>
            </a:r>
            <a:r>
              <a:rPr lang="es-ES" dirty="0" err="1"/>
              <a:t>cus</a:t>
            </a:r>
            <a:r>
              <a:rPr lang="es-ES" dirty="0"/>
              <a:t> et </a:t>
            </a:r>
            <a:r>
              <a:rPr lang="es-ES" dirty="0" err="1"/>
              <a:t>et</a:t>
            </a:r>
            <a:r>
              <a:rPr lang="es-ES" dirty="0"/>
              <a:t> </a:t>
            </a:r>
            <a:r>
              <a:rPr lang="es-ES" dirty="0" err="1"/>
              <a:t>voloribus</a:t>
            </a:r>
            <a:r>
              <a:rPr lang="es-ES" dirty="0"/>
              <a:t> </a:t>
            </a:r>
            <a:r>
              <a:rPr lang="es-ES" dirty="0" err="1"/>
              <a:t>expella</a:t>
            </a:r>
            <a:r>
              <a:rPr lang="es-ES" dirty="0"/>
              <a:t> </a:t>
            </a:r>
            <a:r>
              <a:rPr lang="es-ES" dirty="0" err="1"/>
              <a:t>borepe</a:t>
            </a:r>
            <a:r>
              <a:rPr lang="es-ES" dirty="0"/>
              <a:t> </a:t>
            </a:r>
            <a:r>
              <a:rPr lang="es-ES" dirty="0" err="1"/>
              <a:t>ped</a:t>
            </a:r>
            <a:r>
              <a:rPr lang="es-ES" dirty="0"/>
              <a:t> </a:t>
            </a:r>
            <a:r>
              <a:rPr lang="es-ES" dirty="0" err="1"/>
              <a:t>eum</a:t>
            </a:r>
            <a:r>
              <a:rPr lang="es-ES" dirty="0"/>
              <a:t> </a:t>
            </a:r>
            <a:r>
              <a:rPr lang="es-ES" dirty="0" err="1"/>
              <a:t>endios</a:t>
            </a:r>
            <a:r>
              <a:rPr lang="es-ES" dirty="0"/>
              <a:t> </a:t>
            </a:r>
            <a:r>
              <a:rPr lang="es-ES" dirty="0" err="1"/>
              <a:t>exerat</a:t>
            </a:r>
            <a:r>
              <a:rPr lang="es-ES" dirty="0"/>
              <a:t> </a:t>
            </a:r>
            <a:r>
              <a:rPr lang="es-ES" dirty="0" err="1"/>
              <a:t>debiti</a:t>
            </a:r>
            <a:r>
              <a:rPr lang="es-ES" dirty="0"/>
              <a:t> </a:t>
            </a:r>
            <a:r>
              <a:rPr lang="es-ES" dirty="0" err="1"/>
              <a:t>doluptatur</a:t>
            </a:r>
            <a:r>
              <a:rPr lang="es-ES" dirty="0"/>
              <a:t>, que dicto </a:t>
            </a:r>
            <a:r>
              <a:rPr lang="es-ES" dirty="0" err="1"/>
              <a:t>consecume</a:t>
            </a:r>
            <a:r>
              <a:rPr lang="es-ES" dirty="0"/>
              <a:t> re, </a:t>
            </a:r>
            <a:r>
              <a:rPr lang="es-ES" dirty="0" err="1"/>
              <a:t>nusam</a:t>
            </a:r>
            <a:r>
              <a:rPr lang="es-ES" dirty="0"/>
              <a:t> et </a:t>
            </a:r>
            <a:r>
              <a:rPr lang="es-ES" dirty="0" err="1"/>
              <a:t>videllu</a:t>
            </a:r>
            <a:r>
              <a:rPr lang="es-ES" dirty="0"/>
              <a:t> </a:t>
            </a:r>
            <a:r>
              <a:rPr lang="es-ES" dirty="0" err="1"/>
              <a:t>picient</a:t>
            </a:r>
            <a:r>
              <a:rPr lang="es-ES" dirty="0"/>
              <a:t> </a:t>
            </a:r>
            <a:r>
              <a:rPr lang="es-ES" dirty="0" err="1"/>
              <a:t>iasperc</a:t>
            </a:r>
            <a:r>
              <a:rPr lang="es-ES" dirty="0"/>
              <a:t> </a:t>
            </a:r>
            <a:r>
              <a:rPr lang="es-ES" dirty="0" err="1"/>
              <a:t>hitatur</a:t>
            </a:r>
            <a:r>
              <a:rPr lang="es-ES" dirty="0"/>
              <a:t> </a:t>
            </a:r>
            <a:r>
              <a:rPr lang="es-ES" dirty="0" err="1"/>
              <a:t>ectibus</a:t>
            </a:r>
            <a:r>
              <a:rPr lang="es-ES" dirty="0"/>
              <a:t> </a:t>
            </a:r>
            <a:r>
              <a:rPr lang="es-ES" dirty="0" err="1"/>
              <a:t>eatenih</a:t>
            </a:r>
            <a:r>
              <a:rPr lang="es-ES" dirty="0"/>
              <a:t> </a:t>
            </a:r>
            <a:r>
              <a:rPr lang="es-ES" dirty="0" err="1"/>
              <a:t>iliquatibus</a:t>
            </a:r>
            <a:r>
              <a:rPr lang="es-ES" dirty="0"/>
              <a:t> </a:t>
            </a:r>
            <a:r>
              <a:rPr lang="es-ES" dirty="0" err="1"/>
              <a:t>volora</a:t>
            </a:r>
            <a:r>
              <a:rPr lang="es-ES" dirty="0"/>
              <a:t> </a:t>
            </a:r>
            <a:r>
              <a:rPr lang="es-ES" dirty="0" err="1"/>
              <a:t>vel</a:t>
            </a:r>
            <a:r>
              <a:rPr lang="es-ES" dirty="0"/>
              <a:t> </a:t>
            </a:r>
            <a:r>
              <a:rPr lang="es-ES" dirty="0" err="1"/>
              <a:t>earions</a:t>
            </a:r>
            <a:r>
              <a:rPr lang="es-ES" dirty="0"/>
              <a:t> </a:t>
            </a:r>
            <a:r>
              <a:rPr lang="es-ES" dirty="0" err="1"/>
              <a:t>equi</a:t>
            </a:r>
            <a:r>
              <a:rPr lang="es-ES" dirty="0"/>
              <a:t>. </a:t>
            </a:r>
            <a:br>
              <a:rPr lang="es-ES" dirty="0"/>
            </a:br>
            <a:r>
              <a:rPr lang="es-ES" dirty="0" err="1"/>
              <a:t>volorumqui</a:t>
            </a:r>
            <a:r>
              <a:rPr lang="es-ES" dirty="0"/>
              <a:t> con </a:t>
            </a:r>
            <a:r>
              <a:rPr lang="es-ES" dirty="0" err="1"/>
              <a:t>est</a:t>
            </a:r>
            <a:r>
              <a:rPr lang="es-ES" dirty="0"/>
              <a:t> </a:t>
            </a:r>
            <a:r>
              <a:rPr lang="es-ES" dirty="0" err="1"/>
              <a:t>rerferibus</a:t>
            </a:r>
            <a:r>
              <a:rPr lang="es-ES" dirty="0"/>
              <a:t> </a:t>
            </a:r>
            <a:r>
              <a:rPr lang="es-ES" dirty="0" err="1"/>
              <a:t>alit</a:t>
            </a:r>
            <a:r>
              <a:rPr lang="es-ES" dirty="0"/>
              <a:t> </a:t>
            </a:r>
            <a:r>
              <a:rPr lang="es-ES" dirty="0" err="1"/>
              <a:t>accabor</a:t>
            </a:r>
            <a:r>
              <a:rPr lang="es-ES" dirty="0"/>
              <a:t> </a:t>
            </a:r>
            <a:r>
              <a:rPr lang="es-ES" dirty="0" err="1"/>
              <a:t>itatem</a:t>
            </a:r>
            <a:r>
              <a:rPr lang="es-ES" dirty="0"/>
              <a:t> </a:t>
            </a:r>
            <a:r>
              <a:rPr lang="es-ES" dirty="0" err="1"/>
              <a:t>simolorio</a:t>
            </a:r>
            <a:r>
              <a:rPr lang="es-ES" dirty="0"/>
              <a:t> es </a:t>
            </a:r>
            <a:r>
              <a:rPr lang="es-ES" dirty="0" err="1"/>
              <a:t>etus</a:t>
            </a:r>
            <a:r>
              <a:rPr lang="es-ES" dirty="0"/>
              <a:t> </a:t>
            </a:r>
            <a:r>
              <a:rPr lang="es-ES" dirty="0" err="1"/>
              <a:t>esseque</a:t>
            </a:r>
            <a:r>
              <a:rPr lang="es-ES" dirty="0"/>
              <a:t> veles es </a:t>
            </a:r>
            <a:r>
              <a:rPr lang="es-ES" dirty="0" err="1"/>
              <a:t>dunt</a:t>
            </a:r>
            <a:r>
              <a:rPr lang="es-ES" dirty="0"/>
              <a:t> </a:t>
            </a:r>
            <a:r>
              <a:rPr lang="es-ES" dirty="0" err="1"/>
              <a:t>officta</a:t>
            </a:r>
            <a:r>
              <a:rPr lang="es-ES" dirty="0"/>
              <a:t> </a:t>
            </a:r>
            <a:r>
              <a:rPr lang="es-ES" dirty="0" err="1"/>
              <a:t>erupta</a:t>
            </a:r>
            <a:r>
              <a:rPr lang="es-ES" dirty="0"/>
              <a:t> </a:t>
            </a:r>
            <a:r>
              <a:rPr lang="es-ES" dirty="0" err="1"/>
              <a:t>ant</a:t>
            </a:r>
            <a:r>
              <a:rPr lang="es-ES" dirty="0"/>
              <a:t> </a:t>
            </a:r>
            <a:r>
              <a:rPr lang="es-ES" dirty="0" err="1"/>
              <a:t>omniment</a:t>
            </a:r>
            <a:r>
              <a:rPr lang="es-ES" dirty="0"/>
              <a:t> </a:t>
            </a:r>
            <a:r>
              <a:rPr lang="es-ES" dirty="0" err="1"/>
              <a:t>odi</a:t>
            </a:r>
            <a:r>
              <a:rPr lang="es-ES" dirty="0"/>
              <a:t> </a:t>
            </a:r>
            <a:r>
              <a:rPr lang="es-ES" dirty="0" err="1"/>
              <a:t>deria</a:t>
            </a:r>
            <a:r>
              <a:rPr lang="es-ES" dirty="0"/>
              <a:t> </a:t>
            </a:r>
            <a:r>
              <a:rPr lang="es-ES" dirty="0" err="1"/>
              <a:t>evelibuscia</a:t>
            </a:r>
            <a:r>
              <a:rPr lang="es-ES" dirty="0"/>
              <a:t> non re </a:t>
            </a:r>
            <a:r>
              <a:rPr lang="es-ES" dirty="0" err="1"/>
              <a:t>voleste</a:t>
            </a:r>
            <a:r>
              <a:rPr lang="es-ES" dirty="0"/>
              <a:t>.</a:t>
            </a:r>
          </a:p>
        </p:txBody>
      </p:sp>
      <p:sp>
        <p:nvSpPr>
          <p:cNvPr id="14" name="Marcador de texto 4">
            <a:extLst>
              <a:ext uri="{FF2B5EF4-FFF2-40B4-BE49-F238E27FC236}">
                <a16:creationId xmlns:a16="http://schemas.microsoft.com/office/drawing/2014/main" id="{1CF0A05D-CCE4-49E6-ACB1-3513664E2021}"/>
              </a:ext>
            </a:extLst>
          </p:cNvPr>
          <p:cNvSpPr>
            <a:spLocks noGrp="1"/>
          </p:cNvSpPr>
          <p:nvPr>
            <p:ph type="body" sz="quarter" idx="18" hasCustomPrompt="1"/>
          </p:nvPr>
        </p:nvSpPr>
        <p:spPr>
          <a:xfrm>
            <a:off x="906463" y="2172974"/>
            <a:ext cx="5672137" cy="594092"/>
          </a:xfrm>
        </p:spPr>
        <p:txBody>
          <a:bodyPr lIns="0">
            <a:normAutofit/>
          </a:bodyPr>
          <a:lstStyle>
            <a:lvl1pPr marL="0" indent="0">
              <a:lnSpc>
                <a:spcPct val="100000"/>
              </a:lnSpc>
              <a:buNone/>
              <a:defRPr lang="es-ES" sz="2400" b="1" kern="1200" dirty="0">
                <a:solidFill>
                  <a:schemeClr val="bg1"/>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pic>
        <p:nvPicPr>
          <p:cNvPr id="11" name="Gráfico 10">
            <a:extLst>
              <a:ext uri="{FF2B5EF4-FFF2-40B4-BE49-F238E27FC236}">
                <a16:creationId xmlns:a16="http://schemas.microsoft.com/office/drawing/2014/main" id="{9464CF2B-DCF7-41A5-9A25-62981142684E}"/>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524442" y="332974"/>
            <a:ext cx="1400054" cy="385200"/>
          </a:xfrm>
          <a:prstGeom prst="rect">
            <a:avLst/>
          </a:prstGeom>
        </p:spPr>
      </p:pic>
    </p:spTree>
    <p:extLst>
      <p:ext uri="{BB962C8B-B14F-4D97-AF65-F5344CB8AC3E}">
        <p14:creationId xmlns:p14="http://schemas.microsoft.com/office/powerpoint/2010/main" val="2196689645"/>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Blanco 02 rojo">
    <p:bg>
      <p:bgPr>
        <a:solidFill>
          <a:srgbClr val="FF3228"/>
        </a:solidFill>
        <a:effectLst/>
      </p:bgPr>
    </p:bg>
    <p:spTree>
      <p:nvGrpSpPr>
        <p:cNvPr id="1" name=""/>
        <p:cNvGrpSpPr/>
        <p:nvPr/>
      </p:nvGrpSpPr>
      <p:grpSpPr>
        <a:xfrm>
          <a:off x="0" y="0"/>
          <a:ext cx="0" cy="0"/>
          <a:chOff x="0" y="0"/>
          <a:chExt cx="0" cy="0"/>
        </a:xfrm>
      </p:grpSpPr>
      <p:sp>
        <p:nvSpPr>
          <p:cNvPr id="3" name="Marcador de número de diapositiva 2">
            <a:extLst>
              <a:ext uri="{FF2B5EF4-FFF2-40B4-BE49-F238E27FC236}">
                <a16:creationId xmlns:a16="http://schemas.microsoft.com/office/drawing/2014/main" id="{7CECDC97-706A-4416-9EA1-C9FD7EDD00EB}"/>
              </a:ext>
            </a:extLst>
          </p:cNvPr>
          <p:cNvSpPr>
            <a:spLocks noGrp="1"/>
          </p:cNvSpPr>
          <p:nvPr>
            <p:ph type="sldNum" sz="quarter" idx="10"/>
          </p:nvPr>
        </p:nvSpPr>
        <p:spPr/>
        <p:txBody>
          <a:bodyPr/>
          <a:lstStyle>
            <a:lvl1pPr>
              <a:defRPr>
                <a:solidFill>
                  <a:schemeClr val="bg1"/>
                </a:solidFill>
              </a:defRPr>
            </a:lvl1pPr>
          </a:lstStyle>
          <a:p>
            <a:fld id="{B005B2D1-880E-4846-A216-7D6770BA1332}" type="slidenum">
              <a:rPr lang="es-ES" smtClean="0"/>
              <a:pPr/>
              <a:t>‹Nº›</a:t>
            </a:fld>
            <a:endParaRPr lang="es-ES" dirty="0"/>
          </a:p>
        </p:txBody>
      </p:sp>
      <p:sp>
        <p:nvSpPr>
          <p:cNvPr id="6" name="CuadroTexto 5">
            <a:extLst>
              <a:ext uri="{FF2B5EF4-FFF2-40B4-BE49-F238E27FC236}">
                <a16:creationId xmlns:a16="http://schemas.microsoft.com/office/drawing/2014/main" id="{A9B12B4E-C17A-41FB-86C3-4075B88FFB48}"/>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chemeClr val="bg1"/>
                </a:solidFill>
                <a:latin typeface="Century Gothic" panose="020B0502020202020204" pitchFamily="34" charset="0"/>
              </a:rPr>
              <a:t>© Copyright Universidad Europea. Todos los derechos reservados</a:t>
            </a:r>
            <a:endParaRPr lang="es-ES" dirty="0">
              <a:solidFill>
                <a:schemeClr val="bg1"/>
              </a:solidFill>
            </a:endParaRPr>
          </a:p>
        </p:txBody>
      </p:sp>
      <p:sp>
        <p:nvSpPr>
          <p:cNvPr id="8" name="Rectángulo 7">
            <a:extLst>
              <a:ext uri="{FF2B5EF4-FFF2-40B4-BE49-F238E27FC236}">
                <a16:creationId xmlns:a16="http://schemas.microsoft.com/office/drawing/2014/main" id="{EF3A0E82-FF4A-4767-8F46-4CEFBC357853}"/>
              </a:ext>
            </a:extLst>
          </p:cNvPr>
          <p:cNvSpPr/>
          <p:nvPr userDrawn="1"/>
        </p:nvSpPr>
        <p:spPr>
          <a:xfrm>
            <a:off x="13723938" y="7570604"/>
            <a:ext cx="384969" cy="38496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2" name="Title 1">
            <a:extLst>
              <a:ext uri="{FF2B5EF4-FFF2-40B4-BE49-F238E27FC236}">
                <a16:creationId xmlns:a16="http://schemas.microsoft.com/office/drawing/2014/main" id="{3F4E3007-1C19-4007-A5C1-DDD5ED3C6C72}"/>
              </a:ext>
            </a:extLst>
          </p:cNvPr>
          <p:cNvSpPr>
            <a:spLocks noGrp="1"/>
          </p:cNvSpPr>
          <p:nvPr>
            <p:ph type="title" hasCustomPrompt="1"/>
          </p:nvPr>
        </p:nvSpPr>
        <p:spPr>
          <a:xfrm>
            <a:off x="906463" y="1182159"/>
            <a:ext cx="6561949" cy="703086"/>
          </a:xfrm>
        </p:spPr>
        <p:txBody>
          <a:bodyPr lIns="0" anchor="t">
            <a:noAutofit/>
          </a:bodyPr>
          <a:lstStyle>
            <a:lvl1pPr>
              <a:defRPr sz="4330">
                <a:solidFill>
                  <a:schemeClr val="bg1"/>
                </a:solidFill>
              </a:defRPr>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13" name="Marcador de texto 17">
            <a:extLst>
              <a:ext uri="{FF2B5EF4-FFF2-40B4-BE49-F238E27FC236}">
                <a16:creationId xmlns:a16="http://schemas.microsoft.com/office/drawing/2014/main" id="{E2398BB4-9823-4D03-8F90-708D371933BA}"/>
              </a:ext>
            </a:extLst>
          </p:cNvPr>
          <p:cNvSpPr>
            <a:spLocks noGrp="1"/>
          </p:cNvSpPr>
          <p:nvPr>
            <p:ph type="body" sz="quarter" idx="17" hasCustomPrompt="1"/>
          </p:nvPr>
        </p:nvSpPr>
        <p:spPr>
          <a:xfrm>
            <a:off x="906463" y="2767066"/>
            <a:ext cx="8951912" cy="4551309"/>
          </a:xfrm>
        </p:spPr>
        <p:txBody>
          <a:bodyPr lIns="0">
            <a:noAutofit/>
          </a:bodyPr>
          <a:lstStyle>
            <a:lvl1pPr marL="0" indent="0">
              <a:lnSpc>
                <a:spcPts val="1700"/>
              </a:lnSpc>
              <a:spcBef>
                <a:spcPts val="900"/>
              </a:spcBef>
              <a:spcAft>
                <a:spcPts val="900"/>
              </a:spcAft>
              <a:buNone/>
              <a:defRPr sz="1440" b="0">
                <a:solidFill>
                  <a:schemeClr val="bg1"/>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cusdae</a:t>
            </a:r>
            <a:r>
              <a:rPr lang="es-ES" dirty="0"/>
              <a:t> </a:t>
            </a:r>
            <a:r>
              <a:rPr lang="es-ES" dirty="0" err="1"/>
              <a:t>etur</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a:t>
            </a:r>
            <a:r>
              <a:rPr lang="es-ES" dirty="0" err="1"/>
              <a:t>Lenet</a:t>
            </a:r>
            <a:r>
              <a:rPr lang="es-ES" dirty="0"/>
              <a:t> et </a:t>
            </a:r>
            <a:r>
              <a:rPr lang="es-ES" dirty="0" err="1"/>
              <a:t>laborerum</a:t>
            </a:r>
            <a:r>
              <a:rPr lang="es-ES" dirty="0"/>
              <a:t> </a:t>
            </a:r>
            <a:r>
              <a:rPr lang="es-ES" dirty="0" err="1"/>
              <a:t>aut</a:t>
            </a:r>
            <a:r>
              <a:rPr lang="es-ES" dirty="0"/>
              <a:t> </a:t>
            </a:r>
            <a:r>
              <a:rPr lang="es-ES" dirty="0" err="1"/>
              <a:t>quamus</a:t>
            </a:r>
            <a:r>
              <a:rPr lang="es-ES" dirty="0"/>
              <a:t> </a:t>
            </a:r>
            <a:r>
              <a:rPr lang="es-ES" dirty="0" err="1"/>
              <a:t>sinventio</a:t>
            </a:r>
            <a:r>
              <a:rPr lang="es-ES" dirty="0"/>
              <a:t> </a:t>
            </a:r>
            <a:r>
              <a:rPr lang="es-ES" dirty="0" err="1"/>
              <a:t>molentur</a:t>
            </a:r>
            <a:r>
              <a:rPr lang="es-ES" dirty="0"/>
              <a:t> </a:t>
            </a:r>
            <a:r>
              <a:rPr lang="es-ES" dirty="0" err="1"/>
              <a:t>maio</a:t>
            </a:r>
            <a:r>
              <a:rPr lang="es-ES" dirty="0"/>
              <a:t> </a:t>
            </a:r>
            <a:r>
              <a:rPr lang="es-ES" dirty="0" err="1"/>
              <a:t>bernam</a:t>
            </a:r>
            <a:r>
              <a:rPr lang="es-ES" dirty="0"/>
              <a:t> </a:t>
            </a:r>
            <a:r>
              <a:rPr lang="es-ES" dirty="0" err="1"/>
              <a:t>dollandel</a:t>
            </a:r>
            <a:r>
              <a:rPr lang="es-ES" dirty="0"/>
              <a:t> </a:t>
            </a:r>
            <a:r>
              <a:rPr lang="es-ES" dirty="0" err="1"/>
              <a:t>experovit</a:t>
            </a:r>
            <a:r>
              <a:rPr lang="es-ES" dirty="0"/>
              <a:t>, </a:t>
            </a:r>
            <a:r>
              <a:rPr lang="es-ES" dirty="0" err="1"/>
              <a:t>odictatum</a:t>
            </a:r>
            <a:r>
              <a:rPr lang="es-ES" dirty="0"/>
              <a:t> re </a:t>
            </a:r>
            <a:r>
              <a:rPr lang="es-ES" dirty="0" err="1"/>
              <a:t>accus</a:t>
            </a:r>
            <a:r>
              <a:rPr lang="es-ES" dirty="0"/>
              <a:t> </a:t>
            </a:r>
            <a:r>
              <a:rPr lang="es-ES" dirty="0" err="1"/>
              <a:t>dolorruptium</a:t>
            </a:r>
            <a:r>
              <a:rPr lang="es-ES" dirty="0"/>
              <a:t> </a:t>
            </a:r>
            <a:r>
              <a:rPr lang="es-ES" dirty="0" err="1"/>
              <a:t>vel</a:t>
            </a:r>
            <a:r>
              <a:rPr lang="es-ES" dirty="0"/>
              <a:t> </a:t>
            </a:r>
            <a:r>
              <a:rPr lang="es-ES" dirty="0" err="1"/>
              <a:t>ma</a:t>
            </a:r>
            <a:r>
              <a:rPr lang="es-ES" dirty="0"/>
              <a:t> </a:t>
            </a:r>
            <a:r>
              <a:rPr lang="es-ES" dirty="0" err="1"/>
              <a:t>cus</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Ommos</a:t>
            </a:r>
            <a:r>
              <a:rPr lang="es-ES" dirty="0"/>
              <a:t> </a:t>
            </a:r>
            <a:r>
              <a:rPr lang="es-ES" dirty="0" err="1"/>
              <a:t>num</a:t>
            </a:r>
            <a:r>
              <a:rPr lang="es-ES" dirty="0"/>
              <a:t> ad </a:t>
            </a:r>
            <a:r>
              <a:rPr lang="es-ES" dirty="0" err="1"/>
              <a:t>est</a:t>
            </a:r>
            <a:r>
              <a:rPr lang="es-ES" dirty="0"/>
              <a:t> </a:t>
            </a:r>
            <a:r>
              <a:rPr lang="es-ES" dirty="0" err="1"/>
              <a:t>ilitatur</a:t>
            </a:r>
            <a:r>
              <a:rPr lang="es-ES" dirty="0"/>
              <a:t> </a:t>
            </a:r>
            <a:r>
              <a:rPr lang="es-ES" dirty="0" err="1"/>
              <a:t>sitiam</a:t>
            </a:r>
            <a:r>
              <a:rPr lang="es-ES" dirty="0"/>
              <a:t> </a:t>
            </a:r>
            <a:r>
              <a:rPr lang="es-ES" dirty="0" err="1"/>
              <a:t>fugiamet</a:t>
            </a:r>
            <a:r>
              <a:rPr lang="es-ES" dirty="0"/>
              <a:t> </a:t>
            </a:r>
            <a:r>
              <a:rPr lang="es-ES" dirty="0" err="1"/>
              <a:t>dipsant</a:t>
            </a:r>
            <a:r>
              <a:rPr lang="es-ES" dirty="0"/>
              <a:t> </a:t>
            </a:r>
            <a:r>
              <a:rPr lang="es-ES" dirty="0" err="1"/>
              <a:t>incime</a:t>
            </a:r>
            <a:r>
              <a:rPr lang="es-ES" dirty="0"/>
              <a:t> </a:t>
            </a:r>
            <a:r>
              <a:rPr lang="es-ES" dirty="0" err="1"/>
              <a:t>voluptibus</a:t>
            </a:r>
            <a:r>
              <a:rPr lang="es-ES" dirty="0"/>
              <a:t> </a:t>
            </a:r>
            <a:r>
              <a:rPr lang="es-ES" dirty="0" err="1"/>
              <a:t>eumquo</a:t>
            </a:r>
            <a:r>
              <a:rPr lang="es-ES" dirty="0"/>
              <a:t> et </a:t>
            </a:r>
            <a:r>
              <a:rPr lang="es-ES" dirty="0" err="1"/>
              <a:t>elibusa</a:t>
            </a:r>
            <a:r>
              <a:rPr lang="es-ES" dirty="0"/>
              <a:t> </a:t>
            </a:r>
            <a:r>
              <a:rPr lang="es-ES" dirty="0" err="1"/>
              <a:t>consed</a:t>
            </a:r>
            <a:r>
              <a:rPr lang="es-ES" dirty="0"/>
              <a:t> </a:t>
            </a:r>
            <a:r>
              <a:rPr lang="es-ES" dirty="0" err="1"/>
              <a:t>quam</a:t>
            </a:r>
            <a:r>
              <a:rPr lang="es-ES" dirty="0"/>
              <a:t>, </a:t>
            </a:r>
            <a:r>
              <a:rPr lang="es-ES" dirty="0" err="1"/>
              <a:t>tecesciis</a:t>
            </a:r>
            <a:r>
              <a:rPr lang="es-ES" dirty="0"/>
              <a:t> </a:t>
            </a:r>
            <a:r>
              <a:rPr lang="es-ES" dirty="0" err="1"/>
              <a:t>velignimus</a:t>
            </a:r>
            <a:r>
              <a:rPr lang="es-ES" dirty="0"/>
              <a:t>, </a:t>
            </a:r>
            <a:r>
              <a:rPr lang="es-ES" dirty="0" err="1"/>
              <a:t>exped</a:t>
            </a:r>
            <a:r>
              <a:rPr lang="es-ES" dirty="0"/>
              <a:t> </a:t>
            </a:r>
            <a:r>
              <a:rPr lang="es-ES" dirty="0" err="1"/>
              <a:t>ma</a:t>
            </a:r>
            <a:r>
              <a:rPr lang="es-ES" dirty="0"/>
              <a:t> con </a:t>
            </a:r>
            <a:r>
              <a:rPr lang="es-ES" dirty="0" err="1"/>
              <a:t>nis</a:t>
            </a:r>
            <a:r>
              <a:rPr lang="es-ES" dirty="0"/>
              <a:t> dolor sunt opta qui </a:t>
            </a:r>
            <a:r>
              <a:rPr lang="es-ES" dirty="0" err="1"/>
              <a:t>bero</a:t>
            </a:r>
            <a:r>
              <a:rPr lang="es-ES" dirty="0"/>
              <a:t> con </a:t>
            </a:r>
            <a:r>
              <a:rPr lang="es-ES" dirty="0" err="1"/>
              <a:t>porum</a:t>
            </a:r>
            <a:r>
              <a:rPr lang="es-ES" dirty="0"/>
              <a:t> </a:t>
            </a:r>
            <a:r>
              <a:rPr lang="es-ES" dirty="0" err="1"/>
              <a:t>delique</a:t>
            </a:r>
            <a:r>
              <a:rPr lang="es-ES" dirty="0"/>
              <a:t> </a:t>
            </a:r>
            <a:r>
              <a:rPr lang="es-ES" dirty="0" err="1"/>
              <a:t>cus</a:t>
            </a:r>
            <a:r>
              <a:rPr lang="es-ES" dirty="0"/>
              <a:t> et </a:t>
            </a:r>
            <a:r>
              <a:rPr lang="es-ES" dirty="0" err="1"/>
              <a:t>et</a:t>
            </a:r>
            <a:r>
              <a:rPr lang="es-ES" dirty="0"/>
              <a:t> </a:t>
            </a:r>
            <a:r>
              <a:rPr lang="es-ES" dirty="0" err="1"/>
              <a:t>voloribus</a:t>
            </a:r>
            <a:r>
              <a:rPr lang="es-ES" dirty="0"/>
              <a:t> </a:t>
            </a:r>
            <a:r>
              <a:rPr lang="es-ES" dirty="0" err="1"/>
              <a:t>expella</a:t>
            </a:r>
            <a:r>
              <a:rPr lang="es-ES" dirty="0"/>
              <a:t> </a:t>
            </a:r>
            <a:r>
              <a:rPr lang="es-ES" dirty="0" err="1"/>
              <a:t>borepe</a:t>
            </a:r>
            <a:r>
              <a:rPr lang="es-ES" dirty="0"/>
              <a:t> </a:t>
            </a:r>
            <a:r>
              <a:rPr lang="es-ES" dirty="0" err="1"/>
              <a:t>ped</a:t>
            </a:r>
            <a:r>
              <a:rPr lang="es-ES" dirty="0"/>
              <a:t> </a:t>
            </a:r>
            <a:r>
              <a:rPr lang="es-ES" dirty="0" err="1"/>
              <a:t>eum</a:t>
            </a:r>
            <a:r>
              <a:rPr lang="es-ES" dirty="0"/>
              <a:t> </a:t>
            </a:r>
            <a:r>
              <a:rPr lang="es-ES" dirty="0" err="1"/>
              <a:t>endios</a:t>
            </a:r>
            <a:r>
              <a:rPr lang="es-ES" dirty="0"/>
              <a:t> </a:t>
            </a:r>
            <a:r>
              <a:rPr lang="es-ES" dirty="0" err="1"/>
              <a:t>exerat</a:t>
            </a:r>
            <a:r>
              <a:rPr lang="es-ES" dirty="0"/>
              <a:t> </a:t>
            </a:r>
            <a:r>
              <a:rPr lang="es-ES" dirty="0" err="1"/>
              <a:t>debiti</a:t>
            </a:r>
            <a:r>
              <a:rPr lang="es-ES" dirty="0"/>
              <a:t> </a:t>
            </a:r>
            <a:r>
              <a:rPr lang="es-ES" dirty="0" err="1"/>
              <a:t>doluptatur</a:t>
            </a:r>
            <a:r>
              <a:rPr lang="es-ES" dirty="0"/>
              <a:t>, que dicto </a:t>
            </a:r>
            <a:r>
              <a:rPr lang="es-ES" dirty="0" err="1"/>
              <a:t>consecume</a:t>
            </a:r>
            <a:r>
              <a:rPr lang="es-ES" dirty="0"/>
              <a:t> re, </a:t>
            </a:r>
            <a:r>
              <a:rPr lang="es-ES" dirty="0" err="1"/>
              <a:t>nusam</a:t>
            </a:r>
            <a:r>
              <a:rPr lang="es-ES" dirty="0"/>
              <a:t> et </a:t>
            </a:r>
            <a:r>
              <a:rPr lang="es-ES" dirty="0" err="1"/>
              <a:t>videllu</a:t>
            </a:r>
            <a:r>
              <a:rPr lang="es-ES" dirty="0"/>
              <a:t> </a:t>
            </a:r>
            <a:r>
              <a:rPr lang="es-ES" dirty="0" err="1"/>
              <a:t>picient</a:t>
            </a:r>
            <a:r>
              <a:rPr lang="es-ES" dirty="0"/>
              <a:t> </a:t>
            </a:r>
            <a:r>
              <a:rPr lang="es-ES" dirty="0" err="1"/>
              <a:t>iasperc</a:t>
            </a:r>
            <a:r>
              <a:rPr lang="es-ES" dirty="0"/>
              <a:t> </a:t>
            </a:r>
            <a:r>
              <a:rPr lang="es-ES" dirty="0" err="1"/>
              <a:t>hitatur</a:t>
            </a:r>
            <a:r>
              <a:rPr lang="es-ES" dirty="0"/>
              <a:t> </a:t>
            </a:r>
            <a:r>
              <a:rPr lang="es-ES" dirty="0" err="1"/>
              <a:t>ectibus</a:t>
            </a:r>
            <a:r>
              <a:rPr lang="es-ES" dirty="0"/>
              <a:t> </a:t>
            </a:r>
            <a:r>
              <a:rPr lang="es-ES" dirty="0" err="1"/>
              <a:t>eatenih</a:t>
            </a:r>
            <a:r>
              <a:rPr lang="es-ES" dirty="0"/>
              <a:t> </a:t>
            </a:r>
            <a:r>
              <a:rPr lang="es-ES" dirty="0" err="1"/>
              <a:t>iliquatibus</a:t>
            </a:r>
            <a:r>
              <a:rPr lang="es-ES" dirty="0"/>
              <a:t> </a:t>
            </a:r>
            <a:r>
              <a:rPr lang="es-ES" dirty="0" err="1"/>
              <a:t>volora</a:t>
            </a:r>
            <a:r>
              <a:rPr lang="es-ES" dirty="0"/>
              <a:t> </a:t>
            </a:r>
            <a:r>
              <a:rPr lang="es-ES" dirty="0" err="1"/>
              <a:t>vel</a:t>
            </a:r>
            <a:r>
              <a:rPr lang="es-ES" dirty="0"/>
              <a:t> </a:t>
            </a:r>
            <a:r>
              <a:rPr lang="es-ES" dirty="0" err="1"/>
              <a:t>earions</a:t>
            </a:r>
            <a:r>
              <a:rPr lang="es-ES" dirty="0"/>
              <a:t> </a:t>
            </a:r>
            <a:r>
              <a:rPr lang="es-ES" dirty="0" err="1"/>
              <a:t>equi</a:t>
            </a:r>
            <a:r>
              <a:rPr lang="es-ES" dirty="0"/>
              <a:t>. </a:t>
            </a:r>
            <a:br>
              <a:rPr lang="es-ES" dirty="0"/>
            </a:br>
            <a:r>
              <a:rPr lang="es-ES" dirty="0" err="1"/>
              <a:t>volorumqui</a:t>
            </a:r>
            <a:r>
              <a:rPr lang="es-ES" dirty="0"/>
              <a:t> con </a:t>
            </a:r>
            <a:r>
              <a:rPr lang="es-ES" dirty="0" err="1"/>
              <a:t>est</a:t>
            </a:r>
            <a:r>
              <a:rPr lang="es-ES" dirty="0"/>
              <a:t> </a:t>
            </a:r>
            <a:r>
              <a:rPr lang="es-ES" dirty="0" err="1"/>
              <a:t>rerferibus</a:t>
            </a:r>
            <a:r>
              <a:rPr lang="es-ES" dirty="0"/>
              <a:t> </a:t>
            </a:r>
            <a:r>
              <a:rPr lang="es-ES" dirty="0" err="1"/>
              <a:t>alit</a:t>
            </a:r>
            <a:r>
              <a:rPr lang="es-ES" dirty="0"/>
              <a:t> </a:t>
            </a:r>
            <a:r>
              <a:rPr lang="es-ES" dirty="0" err="1"/>
              <a:t>accabor</a:t>
            </a:r>
            <a:r>
              <a:rPr lang="es-ES" dirty="0"/>
              <a:t> </a:t>
            </a:r>
            <a:r>
              <a:rPr lang="es-ES" dirty="0" err="1"/>
              <a:t>itatem</a:t>
            </a:r>
            <a:r>
              <a:rPr lang="es-ES" dirty="0"/>
              <a:t> </a:t>
            </a:r>
            <a:r>
              <a:rPr lang="es-ES" dirty="0" err="1"/>
              <a:t>simolorio</a:t>
            </a:r>
            <a:r>
              <a:rPr lang="es-ES" dirty="0"/>
              <a:t> es </a:t>
            </a:r>
            <a:r>
              <a:rPr lang="es-ES" dirty="0" err="1"/>
              <a:t>etus</a:t>
            </a:r>
            <a:r>
              <a:rPr lang="es-ES" dirty="0"/>
              <a:t> </a:t>
            </a:r>
            <a:r>
              <a:rPr lang="es-ES" dirty="0" err="1"/>
              <a:t>esseque</a:t>
            </a:r>
            <a:r>
              <a:rPr lang="es-ES" dirty="0"/>
              <a:t> veles es </a:t>
            </a:r>
            <a:r>
              <a:rPr lang="es-ES" dirty="0" err="1"/>
              <a:t>dunt</a:t>
            </a:r>
            <a:r>
              <a:rPr lang="es-ES" dirty="0"/>
              <a:t> </a:t>
            </a:r>
            <a:r>
              <a:rPr lang="es-ES" dirty="0" err="1"/>
              <a:t>officta</a:t>
            </a:r>
            <a:r>
              <a:rPr lang="es-ES" dirty="0"/>
              <a:t> </a:t>
            </a:r>
            <a:r>
              <a:rPr lang="es-ES" dirty="0" err="1"/>
              <a:t>erupta</a:t>
            </a:r>
            <a:r>
              <a:rPr lang="es-ES" dirty="0"/>
              <a:t> </a:t>
            </a:r>
            <a:r>
              <a:rPr lang="es-ES" dirty="0" err="1"/>
              <a:t>ant</a:t>
            </a:r>
            <a:r>
              <a:rPr lang="es-ES" dirty="0"/>
              <a:t> </a:t>
            </a:r>
            <a:r>
              <a:rPr lang="es-ES" dirty="0" err="1"/>
              <a:t>omniment</a:t>
            </a:r>
            <a:r>
              <a:rPr lang="es-ES" dirty="0"/>
              <a:t> </a:t>
            </a:r>
            <a:r>
              <a:rPr lang="es-ES" dirty="0" err="1"/>
              <a:t>odi</a:t>
            </a:r>
            <a:r>
              <a:rPr lang="es-ES" dirty="0"/>
              <a:t> </a:t>
            </a:r>
            <a:r>
              <a:rPr lang="es-ES" dirty="0" err="1"/>
              <a:t>deria</a:t>
            </a:r>
            <a:r>
              <a:rPr lang="es-ES" dirty="0"/>
              <a:t> </a:t>
            </a:r>
            <a:r>
              <a:rPr lang="es-ES" dirty="0" err="1"/>
              <a:t>evelibuscia</a:t>
            </a:r>
            <a:r>
              <a:rPr lang="es-ES" dirty="0"/>
              <a:t> non re </a:t>
            </a:r>
            <a:r>
              <a:rPr lang="es-ES" dirty="0" err="1"/>
              <a:t>voleste</a:t>
            </a:r>
            <a:r>
              <a:rPr lang="es-ES" dirty="0"/>
              <a:t>.</a:t>
            </a:r>
          </a:p>
        </p:txBody>
      </p:sp>
      <p:sp>
        <p:nvSpPr>
          <p:cNvPr id="14" name="Marcador de texto 4">
            <a:extLst>
              <a:ext uri="{FF2B5EF4-FFF2-40B4-BE49-F238E27FC236}">
                <a16:creationId xmlns:a16="http://schemas.microsoft.com/office/drawing/2014/main" id="{0ECC3A71-70F1-4F9E-9CD7-1C3E338C9CDD}"/>
              </a:ext>
            </a:extLst>
          </p:cNvPr>
          <p:cNvSpPr>
            <a:spLocks noGrp="1"/>
          </p:cNvSpPr>
          <p:nvPr>
            <p:ph type="body" sz="quarter" idx="18" hasCustomPrompt="1"/>
          </p:nvPr>
        </p:nvSpPr>
        <p:spPr>
          <a:xfrm>
            <a:off x="906463" y="2172974"/>
            <a:ext cx="5672137" cy="594092"/>
          </a:xfrm>
        </p:spPr>
        <p:txBody>
          <a:bodyPr lIns="0">
            <a:normAutofit/>
          </a:bodyPr>
          <a:lstStyle>
            <a:lvl1pPr marL="0" indent="0">
              <a:lnSpc>
                <a:spcPct val="100000"/>
              </a:lnSpc>
              <a:buNone/>
              <a:defRPr lang="es-ES" sz="2400" b="1" kern="1200" dirty="0">
                <a:solidFill>
                  <a:schemeClr val="bg1"/>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pic>
        <p:nvPicPr>
          <p:cNvPr id="9" name="Gráfico 8">
            <a:extLst>
              <a:ext uri="{FF2B5EF4-FFF2-40B4-BE49-F238E27FC236}">
                <a16:creationId xmlns:a16="http://schemas.microsoft.com/office/drawing/2014/main" id="{83DB3DAD-D72F-4850-A3E0-CE26DEBEAFC5}"/>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r="68972"/>
          <a:stretch/>
        </p:blipFill>
        <p:spPr>
          <a:xfrm>
            <a:off x="524442" y="332974"/>
            <a:ext cx="434408" cy="385200"/>
          </a:xfrm>
          <a:prstGeom prst="rect">
            <a:avLst/>
          </a:prstGeom>
        </p:spPr>
      </p:pic>
    </p:spTree>
    <p:extLst>
      <p:ext uri="{BB962C8B-B14F-4D97-AF65-F5344CB8AC3E}">
        <p14:creationId xmlns:p14="http://schemas.microsoft.com/office/powerpoint/2010/main" val="18252963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co 03 rojo">
    <p:bg>
      <p:bgPr>
        <a:solidFill>
          <a:srgbClr val="FF3228"/>
        </a:solidFill>
        <a:effectLst/>
      </p:bgPr>
    </p:bg>
    <p:spTree>
      <p:nvGrpSpPr>
        <p:cNvPr id="1" name=""/>
        <p:cNvGrpSpPr/>
        <p:nvPr/>
      </p:nvGrpSpPr>
      <p:grpSpPr>
        <a:xfrm>
          <a:off x="0" y="0"/>
          <a:ext cx="0" cy="0"/>
          <a:chOff x="0" y="0"/>
          <a:chExt cx="0" cy="0"/>
        </a:xfrm>
      </p:grpSpPr>
      <p:sp>
        <p:nvSpPr>
          <p:cNvPr id="3" name="Marcador de número de diapositiva 2">
            <a:extLst>
              <a:ext uri="{FF2B5EF4-FFF2-40B4-BE49-F238E27FC236}">
                <a16:creationId xmlns:a16="http://schemas.microsoft.com/office/drawing/2014/main" id="{7CECDC97-706A-4416-9EA1-C9FD7EDD00EB}"/>
              </a:ext>
            </a:extLst>
          </p:cNvPr>
          <p:cNvSpPr>
            <a:spLocks noGrp="1"/>
          </p:cNvSpPr>
          <p:nvPr>
            <p:ph type="sldNum" sz="quarter" idx="10"/>
          </p:nvPr>
        </p:nvSpPr>
        <p:spPr/>
        <p:txBody>
          <a:bodyPr/>
          <a:lstStyle>
            <a:lvl1pPr>
              <a:defRPr>
                <a:solidFill>
                  <a:schemeClr val="bg1"/>
                </a:solidFill>
              </a:defRPr>
            </a:lvl1pPr>
          </a:lstStyle>
          <a:p>
            <a:fld id="{B005B2D1-880E-4846-A216-7D6770BA1332}" type="slidenum">
              <a:rPr lang="es-ES" smtClean="0"/>
              <a:pPr/>
              <a:t>‹Nº›</a:t>
            </a:fld>
            <a:endParaRPr lang="es-ES" dirty="0"/>
          </a:p>
        </p:txBody>
      </p:sp>
      <p:sp>
        <p:nvSpPr>
          <p:cNvPr id="7" name="CuadroTexto 6">
            <a:extLst>
              <a:ext uri="{FF2B5EF4-FFF2-40B4-BE49-F238E27FC236}">
                <a16:creationId xmlns:a16="http://schemas.microsoft.com/office/drawing/2014/main" id="{467852B2-2896-44F4-AF55-CEE871E748D2}"/>
              </a:ext>
            </a:extLst>
          </p:cNvPr>
          <p:cNvSpPr txBox="1"/>
          <p:nvPr userDrawn="1"/>
        </p:nvSpPr>
        <p:spPr>
          <a:xfrm>
            <a:off x="10179091"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chemeClr val="bg1"/>
                </a:solidFill>
                <a:latin typeface="Century Gothic" panose="020B0502020202020204" pitchFamily="34" charset="0"/>
              </a:rPr>
              <a:t>© Copyright Universidad Europea. Todos los derechos reservados</a:t>
            </a:r>
            <a:endParaRPr lang="es-ES" dirty="0">
              <a:solidFill>
                <a:schemeClr val="bg1"/>
              </a:solidFill>
            </a:endParaRPr>
          </a:p>
        </p:txBody>
      </p:sp>
      <p:sp>
        <p:nvSpPr>
          <p:cNvPr id="11" name="Rectángulo 10">
            <a:extLst>
              <a:ext uri="{FF2B5EF4-FFF2-40B4-BE49-F238E27FC236}">
                <a16:creationId xmlns:a16="http://schemas.microsoft.com/office/drawing/2014/main" id="{6B2DEAFB-F122-4779-B99A-FB582EAD7F9E}"/>
              </a:ext>
            </a:extLst>
          </p:cNvPr>
          <p:cNvSpPr/>
          <p:nvPr userDrawn="1"/>
        </p:nvSpPr>
        <p:spPr>
          <a:xfrm>
            <a:off x="521494" y="7570604"/>
            <a:ext cx="384969" cy="38496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2" name="Title 1">
            <a:extLst>
              <a:ext uri="{FF2B5EF4-FFF2-40B4-BE49-F238E27FC236}">
                <a16:creationId xmlns:a16="http://schemas.microsoft.com/office/drawing/2014/main" id="{EE88B220-024C-4A6F-95ED-05B93BF6E551}"/>
              </a:ext>
            </a:extLst>
          </p:cNvPr>
          <p:cNvSpPr>
            <a:spLocks noGrp="1"/>
          </p:cNvSpPr>
          <p:nvPr>
            <p:ph type="title" hasCustomPrompt="1"/>
          </p:nvPr>
        </p:nvSpPr>
        <p:spPr>
          <a:xfrm>
            <a:off x="906463" y="1182159"/>
            <a:ext cx="6561949" cy="703086"/>
          </a:xfrm>
        </p:spPr>
        <p:txBody>
          <a:bodyPr lIns="0" anchor="t">
            <a:noAutofit/>
          </a:bodyPr>
          <a:lstStyle>
            <a:lvl1pPr>
              <a:defRPr sz="4330">
                <a:solidFill>
                  <a:schemeClr val="bg1"/>
                </a:solidFill>
              </a:defRPr>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13" name="Marcador de texto 17">
            <a:extLst>
              <a:ext uri="{FF2B5EF4-FFF2-40B4-BE49-F238E27FC236}">
                <a16:creationId xmlns:a16="http://schemas.microsoft.com/office/drawing/2014/main" id="{525D2F5B-F353-422E-9605-F1AF80A8169A}"/>
              </a:ext>
            </a:extLst>
          </p:cNvPr>
          <p:cNvSpPr>
            <a:spLocks noGrp="1"/>
          </p:cNvSpPr>
          <p:nvPr>
            <p:ph type="body" sz="quarter" idx="17" hasCustomPrompt="1"/>
          </p:nvPr>
        </p:nvSpPr>
        <p:spPr>
          <a:xfrm>
            <a:off x="906463" y="2767066"/>
            <a:ext cx="8951912" cy="4551309"/>
          </a:xfrm>
        </p:spPr>
        <p:txBody>
          <a:bodyPr lIns="0">
            <a:noAutofit/>
          </a:bodyPr>
          <a:lstStyle>
            <a:lvl1pPr marL="0" indent="0">
              <a:lnSpc>
                <a:spcPts val="1700"/>
              </a:lnSpc>
              <a:spcBef>
                <a:spcPts val="900"/>
              </a:spcBef>
              <a:spcAft>
                <a:spcPts val="900"/>
              </a:spcAft>
              <a:buNone/>
              <a:defRPr sz="1440" b="0">
                <a:solidFill>
                  <a:schemeClr val="bg1"/>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cusdae</a:t>
            </a:r>
            <a:r>
              <a:rPr lang="es-ES" dirty="0"/>
              <a:t> </a:t>
            </a:r>
            <a:r>
              <a:rPr lang="es-ES" dirty="0" err="1"/>
              <a:t>etur</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a:t>
            </a:r>
            <a:r>
              <a:rPr lang="es-ES" dirty="0" err="1"/>
              <a:t>Lenet</a:t>
            </a:r>
            <a:r>
              <a:rPr lang="es-ES" dirty="0"/>
              <a:t> et </a:t>
            </a:r>
            <a:r>
              <a:rPr lang="es-ES" dirty="0" err="1"/>
              <a:t>laborerum</a:t>
            </a:r>
            <a:r>
              <a:rPr lang="es-ES" dirty="0"/>
              <a:t> </a:t>
            </a:r>
            <a:r>
              <a:rPr lang="es-ES" dirty="0" err="1"/>
              <a:t>aut</a:t>
            </a:r>
            <a:r>
              <a:rPr lang="es-ES" dirty="0"/>
              <a:t> </a:t>
            </a:r>
            <a:r>
              <a:rPr lang="es-ES" dirty="0" err="1"/>
              <a:t>quamus</a:t>
            </a:r>
            <a:r>
              <a:rPr lang="es-ES" dirty="0"/>
              <a:t> </a:t>
            </a:r>
            <a:r>
              <a:rPr lang="es-ES" dirty="0" err="1"/>
              <a:t>sinventio</a:t>
            </a:r>
            <a:r>
              <a:rPr lang="es-ES" dirty="0"/>
              <a:t> </a:t>
            </a:r>
            <a:r>
              <a:rPr lang="es-ES" dirty="0" err="1"/>
              <a:t>molentur</a:t>
            </a:r>
            <a:r>
              <a:rPr lang="es-ES" dirty="0"/>
              <a:t> </a:t>
            </a:r>
            <a:r>
              <a:rPr lang="es-ES" dirty="0" err="1"/>
              <a:t>maio</a:t>
            </a:r>
            <a:r>
              <a:rPr lang="es-ES" dirty="0"/>
              <a:t> </a:t>
            </a:r>
            <a:r>
              <a:rPr lang="es-ES" dirty="0" err="1"/>
              <a:t>bernam</a:t>
            </a:r>
            <a:r>
              <a:rPr lang="es-ES" dirty="0"/>
              <a:t> </a:t>
            </a:r>
            <a:r>
              <a:rPr lang="es-ES" dirty="0" err="1"/>
              <a:t>dollandel</a:t>
            </a:r>
            <a:r>
              <a:rPr lang="es-ES" dirty="0"/>
              <a:t> </a:t>
            </a:r>
            <a:r>
              <a:rPr lang="es-ES" dirty="0" err="1"/>
              <a:t>experovit</a:t>
            </a:r>
            <a:r>
              <a:rPr lang="es-ES" dirty="0"/>
              <a:t>, </a:t>
            </a:r>
            <a:r>
              <a:rPr lang="es-ES" dirty="0" err="1"/>
              <a:t>odictatum</a:t>
            </a:r>
            <a:r>
              <a:rPr lang="es-ES" dirty="0"/>
              <a:t> re </a:t>
            </a:r>
            <a:r>
              <a:rPr lang="es-ES" dirty="0" err="1"/>
              <a:t>accus</a:t>
            </a:r>
            <a:r>
              <a:rPr lang="es-ES" dirty="0"/>
              <a:t> </a:t>
            </a:r>
            <a:r>
              <a:rPr lang="es-ES" dirty="0" err="1"/>
              <a:t>dolorruptium</a:t>
            </a:r>
            <a:r>
              <a:rPr lang="es-ES" dirty="0"/>
              <a:t> </a:t>
            </a:r>
            <a:r>
              <a:rPr lang="es-ES" dirty="0" err="1"/>
              <a:t>vel</a:t>
            </a:r>
            <a:r>
              <a:rPr lang="es-ES" dirty="0"/>
              <a:t> </a:t>
            </a:r>
            <a:r>
              <a:rPr lang="es-ES" dirty="0" err="1"/>
              <a:t>ma</a:t>
            </a:r>
            <a:r>
              <a:rPr lang="es-ES" dirty="0"/>
              <a:t> </a:t>
            </a:r>
            <a:r>
              <a:rPr lang="es-ES" dirty="0" err="1"/>
              <a:t>cus</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Ommos</a:t>
            </a:r>
            <a:r>
              <a:rPr lang="es-ES" dirty="0"/>
              <a:t> </a:t>
            </a:r>
            <a:r>
              <a:rPr lang="es-ES" dirty="0" err="1"/>
              <a:t>num</a:t>
            </a:r>
            <a:r>
              <a:rPr lang="es-ES" dirty="0"/>
              <a:t> ad </a:t>
            </a:r>
            <a:r>
              <a:rPr lang="es-ES" dirty="0" err="1"/>
              <a:t>est</a:t>
            </a:r>
            <a:r>
              <a:rPr lang="es-ES" dirty="0"/>
              <a:t> </a:t>
            </a:r>
            <a:r>
              <a:rPr lang="es-ES" dirty="0" err="1"/>
              <a:t>ilitatur</a:t>
            </a:r>
            <a:r>
              <a:rPr lang="es-ES" dirty="0"/>
              <a:t> </a:t>
            </a:r>
            <a:r>
              <a:rPr lang="es-ES" dirty="0" err="1"/>
              <a:t>sitiam</a:t>
            </a:r>
            <a:r>
              <a:rPr lang="es-ES" dirty="0"/>
              <a:t> </a:t>
            </a:r>
            <a:r>
              <a:rPr lang="es-ES" dirty="0" err="1"/>
              <a:t>fugiamet</a:t>
            </a:r>
            <a:r>
              <a:rPr lang="es-ES" dirty="0"/>
              <a:t> </a:t>
            </a:r>
            <a:r>
              <a:rPr lang="es-ES" dirty="0" err="1"/>
              <a:t>dipsant</a:t>
            </a:r>
            <a:r>
              <a:rPr lang="es-ES" dirty="0"/>
              <a:t> </a:t>
            </a:r>
            <a:r>
              <a:rPr lang="es-ES" dirty="0" err="1"/>
              <a:t>incime</a:t>
            </a:r>
            <a:r>
              <a:rPr lang="es-ES" dirty="0"/>
              <a:t> </a:t>
            </a:r>
            <a:r>
              <a:rPr lang="es-ES" dirty="0" err="1"/>
              <a:t>voluptibus</a:t>
            </a:r>
            <a:r>
              <a:rPr lang="es-ES" dirty="0"/>
              <a:t> </a:t>
            </a:r>
            <a:r>
              <a:rPr lang="es-ES" dirty="0" err="1"/>
              <a:t>eumquo</a:t>
            </a:r>
            <a:r>
              <a:rPr lang="es-ES" dirty="0"/>
              <a:t> et </a:t>
            </a:r>
            <a:r>
              <a:rPr lang="es-ES" dirty="0" err="1"/>
              <a:t>elibusa</a:t>
            </a:r>
            <a:r>
              <a:rPr lang="es-ES" dirty="0"/>
              <a:t> </a:t>
            </a:r>
            <a:r>
              <a:rPr lang="es-ES" dirty="0" err="1"/>
              <a:t>consed</a:t>
            </a:r>
            <a:r>
              <a:rPr lang="es-ES" dirty="0"/>
              <a:t> </a:t>
            </a:r>
            <a:r>
              <a:rPr lang="es-ES" dirty="0" err="1"/>
              <a:t>quam</a:t>
            </a:r>
            <a:r>
              <a:rPr lang="es-ES" dirty="0"/>
              <a:t>, </a:t>
            </a:r>
            <a:r>
              <a:rPr lang="es-ES" dirty="0" err="1"/>
              <a:t>tecesciis</a:t>
            </a:r>
            <a:r>
              <a:rPr lang="es-ES" dirty="0"/>
              <a:t> </a:t>
            </a:r>
            <a:r>
              <a:rPr lang="es-ES" dirty="0" err="1"/>
              <a:t>velignimus</a:t>
            </a:r>
            <a:r>
              <a:rPr lang="es-ES" dirty="0"/>
              <a:t>, </a:t>
            </a:r>
            <a:r>
              <a:rPr lang="es-ES" dirty="0" err="1"/>
              <a:t>exped</a:t>
            </a:r>
            <a:r>
              <a:rPr lang="es-ES" dirty="0"/>
              <a:t> </a:t>
            </a:r>
            <a:r>
              <a:rPr lang="es-ES" dirty="0" err="1"/>
              <a:t>ma</a:t>
            </a:r>
            <a:r>
              <a:rPr lang="es-ES" dirty="0"/>
              <a:t> con </a:t>
            </a:r>
            <a:r>
              <a:rPr lang="es-ES" dirty="0" err="1"/>
              <a:t>nis</a:t>
            </a:r>
            <a:r>
              <a:rPr lang="es-ES" dirty="0"/>
              <a:t> dolor sunt opta qui </a:t>
            </a:r>
            <a:r>
              <a:rPr lang="es-ES" dirty="0" err="1"/>
              <a:t>bero</a:t>
            </a:r>
            <a:r>
              <a:rPr lang="es-ES" dirty="0"/>
              <a:t> con </a:t>
            </a:r>
            <a:r>
              <a:rPr lang="es-ES" dirty="0" err="1"/>
              <a:t>porum</a:t>
            </a:r>
            <a:r>
              <a:rPr lang="es-ES" dirty="0"/>
              <a:t> </a:t>
            </a:r>
            <a:r>
              <a:rPr lang="es-ES" dirty="0" err="1"/>
              <a:t>delique</a:t>
            </a:r>
            <a:r>
              <a:rPr lang="es-ES" dirty="0"/>
              <a:t> </a:t>
            </a:r>
            <a:r>
              <a:rPr lang="es-ES" dirty="0" err="1"/>
              <a:t>cus</a:t>
            </a:r>
            <a:r>
              <a:rPr lang="es-ES" dirty="0"/>
              <a:t> et </a:t>
            </a:r>
            <a:r>
              <a:rPr lang="es-ES" dirty="0" err="1"/>
              <a:t>et</a:t>
            </a:r>
            <a:r>
              <a:rPr lang="es-ES" dirty="0"/>
              <a:t> </a:t>
            </a:r>
            <a:r>
              <a:rPr lang="es-ES" dirty="0" err="1"/>
              <a:t>voloribus</a:t>
            </a:r>
            <a:r>
              <a:rPr lang="es-ES" dirty="0"/>
              <a:t> </a:t>
            </a:r>
            <a:r>
              <a:rPr lang="es-ES" dirty="0" err="1"/>
              <a:t>expella</a:t>
            </a:r>
            <a:r>
              <a:rPr lang="es-ES" dirty="0"/>
              <a:t> </a:t>
            </a:r>
            <a:r>
              <a:rPr lang="es-ES" dirty="0" err="1"/>
              <a:t>borepe</a:t>
            </a:r>
            <a:r>
              <a:rPr lang="es-ES" dirty="0"/>
              <a:t> </a:t>
            </a:r>
            <a:r>
              <a:rPr lang="es-ES" dirty="0" err="1"/>
              <a:t>ped</a:t>
            </a:r>
            <a:r>
              <a:rPr lang="es-ES" dirty="0"/>
              <a:t> </a:t>
            </a:r>
            <a:r>
              <a:rPr lang="es-ES" dirty="0" err="1"/>
              <a:t>eum</a:t>
            </a:r>
            <a:r>
              <a:rPr lang="es-ES" dirty="0"/>
              <a:t> </a:t>
            </a:r>
            <a:r>
              <a:rPr lang="es-ES" dirty="0" err="1"/>
              <a:t>endios</a:t>
            </a:r>
            <a:r>
              <a:rPr lang="es-ES" dirty="0"/>
              <a:t> </a:t>
            </a:r>
            <a:r>
              <a:rPr lang="es-ES" dirty="0" err="1"/>
              <a:t>exerat</a:t>
            </a:r>
            <a:r>
              <a:rPr lang="es-ES" dirty="0"/>
              <a:t> </a:t>
            </a:r>
            <a:r>
              <a:rPr lang="es-ES" dirty="0" err="1"/>
              <a:t>debiti</a:t>
            </a:r>
            <a:r>
              <a:rPr lang="es-ES" dirty="0"/>
              <a:t> </a:t>
            </a:r>
            <a:r>
              <a:rPr lang="es-ES" dirty="0" err="1"/>
              <a:t>doluptatur</a:t>
            </a:r>
            <a:r>
              <a:rPr lang="es-ES" dirty="0"/>
              <a:t>, que dicto </a:t>
            </a:r>
            <a:r>
              <a:rPr lang="es-ES" dirty="0" err="1"/>
              <a:t>consecume</a:t>
            </a:r>
            <a:r>
              <a:rPr lang="es-ES" dirty="0"/>
              <a:t> re, </a:t>
            </a:r>
            <a:r>
              <a:rPr lang="es-ES" dirty="0" err="1"/>
              <a:t>nusam</a:t>
            </a:r>
            <a:r>
              <a:rPr lang="es-ES" dirty="0"/>
              <a:t> et </a:t>
            </a:r>
            <a:r>
              <a:rPr lang="es-ES" dirty="0" err="1"/>
              <a:t>videllu</a:t>
            </a:r>
            <a:r>
              <a:rPr lang="es-ES" dirty="0"/>
              <a:t> </a:t>
            </a:r>
            <a:r>
              <a:rPr lang="es-ES" dirty="0" err="1"/>
              <a:t>picient</a:t>
            </a:r>
            <a:r>
              <a:rPr lang="es-ES" dirty="0"/>
              <a:t> </a:t>
            </a:r>
            <a:r>
              <a:rPr lang="es-ES" dirty="0" err="1"/>
              <a:t>iasperc</a:t>
            </a:r>
            <a:r>
              <a:rPr lang="es-ES" dirty="0"/>
              <a:t> </a:t>
            </a:r>
            <a:r>
              <a:rPr lang="es-ES" dirty="0" err="1"/>
              <a:t>hitatur</a:t>
            </a:r>
            <a:r>
              <a:rPr lang="es-ES" dirty="0"/>
              <a:t> </a:t>
            </a:r>
            <a:r>
              <a:rPr lang="es-ES" dirty="0" err="1"/>
              <a:t>ectibus</a:t>
            </a:r>
            <a:r>
              <a:rPr lang="es-ES" dirty="0"/>
              <a:t> </a:t>
            </a:r>
            <a:r>
              <a:rPr lang="es-ES" dirty="0" err="1"/>
              <a:t>eatenih</a:t>
            </a:r>
            <a:r>
              <a:rPr lang="es-ES" dirty="0"/>
              <a:t> </a:t>
            </a:r>
            <a:r>
              <a:rPr lang="es-ES" dirty="0" err="1"/>
              <a:t>iliquatibus</a:t>
            </a:r>
            <a:r>
              <a:rPr lang="es-ES" dirty="0"/>
              <a:t> </a:t>
            </a:r>
            <a:r>
              <a:rPr lang="es-ES" dirty="0" err="1"/>
              <a:t>volora</a:t>
            </a:r>
            <a:r>
              <a:rPr lang="es-ES" dirty="0"/>
              <a:t> </a:t>
            </a:r>
            <a:r>
              <a:rPr lang="es-ES" dirty="0" err="1"/>
              <a:t>vel</a:t>
            </a:r>
            <a:r>
              <a:rPr lang="es-ES" dirty="0"/>
              <a:t> </a:t>
            </a:r>
            <a:r>
              <a:rPr lang="es-ES" dirty="0" err="1"/>
              <a:t>earions</a:t>
            </a:r>
            <a:r>
              <a:rPr lang="es-ES" dirty="0"/>
              <a:t> </a:t>
            </a:r>
            <a:r>
              <a:rPr lang="es-ES" dirty="0" err="1"/>
              <a:t>equi</a:t>
            </a:r>
            <a:r>
              <a:rPr lang="es-ES" dirty="0"/>
              <a:t>. </a:t>
            </a:r>
            <a:br>
              <a:rPr lang="es-ES" dirty="0"/>
            </a:br>
            <a:r>
              <a:rPr lang="es-ES" dirty="0" err="1"/>
              <a:t>volorumqui</a:t>
            </a:r>
            <a:r>
              <a:rPr lang="es-ES" dirty="0"/>
              <a:t> con </a:t>
            </a:r>
            <a:r>
              <a:rPr lang="es-ES" dirty="0" err="1"/>
              <a:t>est</a:t>
            </a:r>
            <a:r>
              <a:rPr lang="es-ES" dirty="0"/>
              <a:t> </a:t>
            </a:r>
            <a:r>
              <a:rPr lang="es-ES" dirty="0" err="1"/>
              <a:t>rerferibus</a:t>
            </a:r>
            <a:r>
              <a:rPr lang="es-ES" dirty="0"/>
              <a:t> </a:t>
            </a:r>
            <a:r>
              <a:rPr lang="es-ES" dirty="0" err="1"/>
              <a:t>alit</a:t>
            </a:r>
            <a:r>
              <a:rPr lang="es-ES" dirty="0"/>
              <a:t> </a:t>
            </a:r>
            <a:r>
              <a:rPr lang="es-ES" dirty="0" err="1"/>
              <a:t>accabor</a:t>
            </a:r>
            <a:r>
              <a:rPr lang="es-ES" dirty="0"/>
              <a:t> </a:t>
            </a:r>
            <a:r>
              <a:rPr lang="es-ES" dirty="0" err="1"/>
              <a:t>itatem</a:t>
            </a:r>
            <a:r>
              <a:rPr lang="es-ES" dirty="0"/>
              <a:t> </a:t>
            </a:r>
            <a:r>
              <a:rPr lang="es-ES" dirty="0" err="1"/>
              <a:t>simolorio</a:t>
            </a:r>
            <a:r>
              <a:rPr lang="es-ES" dirty="0"/>
              <a:t> es </a:t>
            </a:r>
            <a:r>
              <a:rPr lang="es-ES" dirty="0" err="1"/>
              <a:t>etus</a:t>
            </a:r>
            <a:r>
              <a:rPr lang="es-ES" dirty="0"/>
              <a:t> </a:t>
            </a:r>
            <a:r>
              <a:rPr lang="es-ES" dirty="0" err="1"/>
              <a:t>esseque</a:t>
            </a:r>
            <a:r>
              <a:rPr lang="es-ES" dirty="0"/>
              <a:t> veles es </a:t>
            </a:r>
            <a:r>
              <a:rPr lang="es-ES" dirty="0" err="1"/>
              <a:t>dunt</a:t>
            </a:r>
            <a:r>
              <a:rPr lang="es-ES" dirty="0"/>
              <a:t> </a:t>
            </a:r>
            <a:r>
              <a:rPr lang="es-ES" dirty="0" err="1"/>
              <a:t>officta</a:t>
            </a:r>
            <a:r>
              <a:rPr lang="es-ES" dirty="0"/>
              <a:t> </a:t>
            </a:r>
            <a:r>
              <a:rPr lang="es-ES" dirty="0" err="1"/>
              <a:t>erupta</a:t>
            </a:r>
            <a:r>
              <a:rPr lang="es-ES" dirty="0"/>
              <a:t> </a:t>
            </a:r>
            <a:r>
              <a:rPr lang="es-ES" dirty="0" err="1"/>
              <a:t>ant</a:t>
            </a:r>
            <a:r>
              <a:rPr lang="es-ES" dirty="0"/>
              <a:t> </a:t>
            </a:r>
            <a:r>
              <a:rPr lang="es-ES" dirty="0" err="1"/>
              <a:t>omniment</a:t>
            </a:r>
            <a:r>
              <a:rPr lang="es-ES" dirty="0"/>
              <a:t> </a:t>
            </a:r>
            <a:r>
              <a:rPr lang="es-ES" dirty="0" err="1"/>
              <a:t>odi</a:t>
            </a:r>
            <a:r>
              <a:rPr lang="es-ES" dirty="0"/>
              <a:t> </a:t>
            </a:r>
            <a:r>
              <a:rPr lang="es-ES" dirty="0" err="1"/>
              <a:t>deria</a:t>
            </a:r>
            <a:r>
              <a:rPr lang="es-ES" dirty="0"/>
              <a:t> </a:t>
            </a:r>
            <a:r>
              <a:rPr lang="es-ES" dirty="0" err="1"/>
              <a:t>evelibuscia</a:t>
            </a:r>
            <a:r>
              <a:rPr lang="es-ES" dirty="0"/>
              <a:t> non re </a:t>
            </a:r>
            <a:r>
              <a:rPr lang="es-ES" dirty="0" err="1"/>
              <a:t>voleste</a:t>
            </a:r>
            <a:r>
              <a:rPr lang="es-ES" dirty="0"/>
              <a:t>.</a:t>
            </a:r>
          </a:p>
        </p:txBody>
      </p:sp>
      <p:sp>
        <p:nvSpPr>
          <p:cNvPr id="14" name="Marcador de texto 4">
            <a:extLst>
              <a:ext uri="{FF2B5EF4-FFF2-40B4-BE49-F238E27FC236}">
                <a16:creationId xmlns:a16="http://schemas.microsoft.com/office/drawing/2014/main" id="{11EAA480-88BC-4B4B-8411-1C08B9FF5394}"/>
              </a:ext>
            </a:extLst>
          </p:cNvPr>
          <p:cNvSpPr>
            <a:spLocks noGrp="1"/>
          </p:cNvSpPr>
          <p:nvPr>
            <p:ph type="body" sz="quarter" idx="18" hasCustomPrompt="1"/>
          </p:nvPr>
        </p:nvSpPr>
        <p:spPr>
          <a:xfrm>
            <a:off x="906463" y="2172974"/>
            <a:ext cx="5672137" cy="594092"/>
          </a:xfrm>
        </p:spPr>
        <p:txBody>
          <a:bodyPr lIns="0">
            <a:normAutofit/>
          </a:bodyPr>
          <a:lstStyle>
            <a:lvl1pPr marL="0" indent="0">
              <a:lnSpc>
                <a:spcPct val="100000"/>
              </a:lnSpc>
              <a:buNone/>
              <a:defRPr lang="es-ES" sz="2400" b="1" kern="1200" dirty="0">
                <a:solidFill>
                  <a:schemeClr val="bg1"/>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pic>
        <p:nvPicPr>
          <p:cNvPr id="9" name="Gráfico 8">
            <a:extLst>
              <a:ext uri="{FF2B5EF4-FFF2-40B4-BE49-F238E27FC236}">
                <a16:creationId xmlns:a16="http://schemas.microsoft.com/office/drawing/2014/main" id="{1026A369-AC20-47D4-97D5-01CC5505B25A}"/>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r="68972"/>
          <a:stretch/>
        </p:blipFill>
        <p:spPr>
          <a:xfrm>
            <a:off x="13723938" y="332974"/>
            <a:ext cx="434408" cy="385200"/>
          </a:xfrm>
          <a:prstGeom prst="rect">
            <a:avLst/>
          </a:prstGeom>
        </p:spPr>
      </p:pic>
    </p:spTree>
    <p:extLst>
      <p:ext uri="{BB962C8B-B14F-4D97-AF65-F5344CB8AC3E}">
        <p14:creationId xmlns:p14="http://schemas.microsoft.com/office/powerpoint/2010/main" val="319891118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Blanco 04 rojo">
    <p:bg>
      <p:bgPr>
        <a:solidFill>
          <a:srgbClr val="FF3228"/>
        </a:solidFill>
        <a:effectLst/>
      </p:bgPr>
    </p:bg>
    <p:spTree>
      <p:nvGrpSpPr>
        <p:cNvPr id="1" name=""/>
        <p:cNvGrpSpPr/>
        <p:nvPr/>
      </p:nvGrpSpPr>
      <p:grpSpPr>
        <a:xfrm>
          <a:off x="0" y="0"/>
          <a:ext cx="0" cy="0"/>
          <a:chOff x="0" y="0"/>
          <a:chExt cx="0" cy="0"/>
        </a:xfrm>
      </p:grpSpPr>
      <p:sp>
        <p:nvSpPr>
          <p:cNvPr id="3" name="Marcador de número de diapositiva 2">
            <a:extLst>
              <a:ext uri="{FF2B5EF4-FFF2-40B4-BE49-F238E27FC236}">
                <a16:creationId xmlns:a16="http://schemas.microsoft.com/office/drawing/2014/main" id="{7CECDC97-706A-4416-9EA1-C9FD7EDD00EB}"/>
              </a:ext>
            </a:extLst>
          </p:cNvPr>
          <p:cNvSpPr>
            <a:spLocks noGrp="1"/>
          </p:cNvSpPr>
          <p:nvPr>
            <p:ph type="sldNum" sz="quarter" idx="10"/>
          </p:nvPr>
        </p:nvSpPr>
        <p:spPr/>
        <p:txBody>
          <a:bodyPr/>
          <a:lstStyle>
            <a:lvl1pPr>
              <a:defRPr>
                <a:solidFill>
                  <a:schemeClr val="bg1"/>
                </a:solidFill>
              </a:defRPr>
            </a:lvl1pPr>
          </a:lstStyle>
          <a:p>
            <a:fld id="{B005B2D1-880E-4846-A216-7D6770BA1332}" type="slidenum">
              <a:rPr lang="es-ES" smtClean="0"/>
              <a:pPr/>
              <a:t>‹Nº›</a:t>
            </a:fld>
            <a:endParaRPr lang="es-ES" dirty="0"/>
          </a:p>
        </p:txBody>
      </p:sp>
      <p:sp>
        <p:nvSpPr>
          <p:cNvPr id="6" name="CuadroTexto 5">
            <a:extLst>
              <a:ext uri="{FF2B5EF4-FFF2-40B4-BE49-F238E27FC236}">
                <a16:creationId xmlns:a16="http://schemas.microsoft.com/office/drawing/2014/main" id="{A9B12B4E-C17A-41FB-86C3-4075B88FFB48}"/>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chemeClr val="bg1"/>
                </a:solidFill>
                <a:latin typeface="Century Gothic" panose="020B0502020202020204" pitchFamily="34" charset="0"/>
              </a:rPr>
              <a:t>© Copyright Universidad Europea. Todos los derechos reservados</a:t>
            </a:r>
            <a:endParaRPr lang="es-ES" dirty="0">
              <a:solidFill>
                <a:schemeClr val="bg1"/>
              </a:solidFill>
            </a:endParaRPr>
          </a:p>
        </p:txBody>
      </p:sp>
      <p:sp>
        <p:nvSpPr>
          <p:cNvPr id="12" name="Title 1">
            <a:extLst>
              <a:ext uri="{FF2B5EF4-FFF2-40B4-BE49-F238E27FC236}">
                <a16:creationId xmlns:a16="http://schemas.microsoft.com/office/drawing/2014/main" id="{5706FCFF-9E6C-4962-9DA8-44A85288D7A6}"/>
              </a:ext>
            </a:extLst>
          </p:cNvPr>
          <p:cNvSpPr>
            <a:spLocks noGrp="1"/>
          </p:cNvSpPr>
          <p:nvPr>
            <p:ph type="title" hasCustomPrompt="1"/>
          </p:nvPr>
        </p:nvSpPr>
        <p:spPr>
          <a:xfrm>
            <a:off x="906463" y="1182159"/>
            <a:ext cx="6561949" cy="703086"/>
          </a:xfrm>
        </p:spPr>
        <p:txBody>
          <a:bodyPr lIns="0" anchor="t">
            <a:noAutofit/>
          </a:bodyPr>
          <a:lstStyle>
            <a:lvl1pPr>
              <a:defRPr sz="4330">
                <a:solidFill>
                  <a:schemeClr val="bg1"/>
                </a:solidFill>
              </a:defRPr>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13" name="Marcador de texto 17">
            <a:extLst>
              <a:ext uri="{FF2B5EF4-FFF2-40B4-BE49-F238E27FC236}">
                <a16:creationId xmlns:a16="http://schemas.microsoft.com/office/drawing/2014/main" id="{DF1CF610-0197-46DC-ACAA-C9E24DA42B44}"/>
              </a:ext>
            </a:extLst>
          </p:cNvPr>
          <p:cNvSpPr>
            <a:spLocks noGrp="1"/>
          </p:cNvSpPr>
          <p:nvPr>
            <p:ph type="body" sz="quarter" idx="17" hasCustomPrompt="1"/>
          </p:nvPr>
        </p:nvSpPr>
        <p:spPr>
          <a:xfrm>
            <a:off x="906463" y="2767066"/>
            <a:ext cx="8951912" cy="4551309"/>
          </a:xfrm>
        </p:spPr>
        <p:txBody>
          <a:bodyPr lIns="0">
            <a:noAutofit/>
          </a:bodyPr>
          <a:lstStyle>
            <a:lvl1pPr marL="0" indent="0">
              <a:lnSpc>
                <a:spcPts val="1700"/>
              </a:lnSpc>
              <a:spcBef>
                <a:spcPts val="900"/>
              </a:spcBef>
              <a:spcAft>
                <a:spcPts val="900"/>
              </a:spcAft>
              <a:buNone/>
              <a:defRPr sz="1440" b="0">
                <a:solidFill>
                  <a:schemeClr val="bg1"/>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cusdae</a:t>
            </a:r>
            <a:r>
              <a:rPr lang="es-ES" dirty="0"/>
              <a:t> </a:t>
            </a:r>
            <a:r>
              <a:rPr lang="es-ES" dirty="0" err="1"/>
              <a:t>etur</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a:t>
            </a:r>
            <a:r>
              <a:rPr lang="es-ES" dirty="0" err="1"/>
              <a:t>Lenet</a:t>
            </a:r>
            <a:r>
              <a:rPr lang="es-ES" dirty="0"/>
              <a:t> et </a:t>
            </a:r>
            <a:r>
              <a:rPr lang="es-ES" dirty="0" err="1"/>
              <a:t>laborerum</a:t>
            </a:r>
            <a:r>
              <a:rPr lang="es-ES" dirty="0"/>
              <a:t> </a:t>
            </a:r>
            <a:r>
              <a:rPr lang="es-ES" dirty="0" err="1"/>
              <a:t>aut</a:t>
            </a:r>
            <a:r>
              <a:rPr lang="es-ES" dirty="0"/>
              <a:t> </a:t>
            </a:r>
            <a:r>
              <a:rPr lang="es-ES" dirty="0" err="1"/>
              <a:t>quamus</a:t>
            </a:r>
            <a:r>
              <a:rPr lang="es-ES" dirty="0"/>
              <a:t> </a:t>
            </a:r>
            <a:r>
              <a:rPr lang="es-ES" dirty="0" err="1"/>
              <a:t>sinventio</a:t>
            </a:r>
            <a:r>
              <a:rPr lang="es-ES" dirty="0"/>
              <a:t> </a:t>
            </a:r>
            <a:r>
              <a:rPr lang="es-ES" dirty="0" err="1"/>
              <a:t>molentur</a:t>
            </a:r>
            <a:r>
              <a:rPr lang="es-ES" dirty="0"/>
              <a:t> </a:t>
            </a:r>
            <a:r>
              <a:rPr lang="es-ES" dirty="0" err="1"/>
              <a:t>maio</a:t>
            </a:r>
            <a:r>
              <a:rPr lang="es-ES" dirty="0"/>
              <a:t> </a:t>
            </a:r>
            <a:r>
              <a:rPr lang="es-ES" dirty="0" err="1"/>
              <a:t>bernam</a:t>
            </a:r>
            <a:r>
              <a:rPr lang="es-ES" dirty="0"/>
              <a:t> </a:t>
            </a:r>
            <a:r>
              <a:rPr lang="es-ES" dirty="0" err="1"/>
              <a:t>dollandel</a:t>
            </a:r>
            <a:r>
              <a:rPr lang="es-ES" dirty="0"/>
              <a:t> </a:t>
            </a:r>
            <a:r>
              <a:rPr lang="es-ES" dirty="0" err="1"/>
              <a:t>experovit</a:t>
            </a:r>
            <a:r>
              <a:rPr lang="es-ES" dirty="0"/>
              <a:t>, </a:t>
            </a:r>
            <a:r>
              <a:rPr lang="es-ES" dirty="0" err="1"/>
              <a:t>odictatum</a:t>
            </a:r>
            <a:r>
              <a:rPr lang="es-ES" dirty="0"/>
              <a:t> re </a:t>
            </a:r>
            <a:r>
              <a:rPr lang="es-ES" dirty="0" err="1"/>
              <a:t>accus</a:t>
            </a:r>
            <a:r>
              <a:rPr lang="es-ES" dirty="0"/>
              <a:t> </a:t>
            </a:r>
            <a:r>
              <a:rPr lang="es-ES" dirty="0" err="1"/>
              <a:t>dolorruptium</a:t>
            </a:r>
            <a:r>
              <a:rPr lang="es-ES" dirty="0"/>
              <a:t> </a:t>
            </a:r>
            <a:r>
              <a:rPr lang="es-ES" dirty="0" err="1"/>
              <a:t>vel</a:t>
            </a:r>
            <a:r>
              <a:rPr lang="es-ES" dirty="0"/>
              <a:t> </a:t>
            </a:r>
            <a:r>
              <a:rPr lang="es-ES" dirty="0" err="1"/>
              <a:t>ma</a:t>
            </a:r>
            <a:r>
              <a:rPr lang="es-ES" dirty="0"/>
              <a:t> </a:t>
            </a:r>
            <a:r>
              <a:rPr lang="es-ES" dirty="0" err="1"/>
              <a:t>cus</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Ommos</a:t>
            </a:r>
            <a:r>
              <a:rPr lang="es-ES" dirty="0"/>
              <a:t> </a:t>
            </a:r>
            <a:r>
              <a:rPr lang="es-ES" dirty="0" err="1"/>
              <a:t>num</a:t>
            </a:r>
            <a:r>
              <a:rPr lang="es-ES" dirty="0"/>
              <a:t> ad </a:t>
            </a:r>
            <a:r>
              <a:rPr lang="es-ES" dirty="0" err="1"/>
              <a:t>est</a:t>
            </a:r>
            <a:r>
              <a:rPr lang="es-ES" dirty="0"/>
              <a:t> </a:t>
            </a:r>
            <a:r>
              <a:rPr lang="es-ES" dirty="0" err="1"/>
              <a:t>ilitatur</a:t>
            </a:r>
            <a:r>
              <a:rPr lang="es-ES" dirty="0"/>
              <a:t> </a:t>
            </a:r>
            <a:r>
              <a:rPr lang="es-ES" dirty="0" err="1"/>
              <a:t>sitiam</a:t>
            </a:r>
            <a:r>
              <a:rPr lang="es-ES" dirty="0"/>
              <a:t> </a:t>
            </a:r>
            <a:r>
              <a:rPr lang="es-ES" dirty="0" err="1"/>
              <a:t>fugiamet</a:t>
            </a:r>
            <a:r>
              <a:rPr lang="es-ES" dirty="0"/>
              <a:t> </a:t>
            </a:r>
            <a:r>
              <a:rPr lang="es-ES" dirty="0" err="1"/>
              <a:t>dipsant</a:t>
            </a:r>
            <a:r>
              <a:rPr lang="es-ES" dirty="0"/>
              <a:t> </a:t>
            </a:r>
            <a:r>
              <a:rPr lang="es-ES" dirty="0" err="1"/>
              <a:t>incime</a:t>
            </a:r>
            <a:r>
              <a:rPr lang="es-ES" dirty="0"/>
              <a:t> </a:t>
            </a:r>
            <a:r>
              <a:rPr lang="es-ES" dirty="0" err="1"/>
              <a:t>voluptibus</a:t>
            </a:r>
            <a:r>
              <a:rPr lang="es-ES" dirty="0"/>
              <a:t> </a:t>
            </a:r>
            <a:r>
              <a:rPr lang="es-ES" dirty="0" err="1"/>
              <a:t>eumquo</a:t>
            </a:r>
            <a:r>
              <a:rPr lang="es-ES" dirty="0"/>
              <a:t> et </a:t>
            </a:r>
            <a:r>
              <a:rPr lang="es-ES" dirty="0" err="1"/>
              <a:t>elibusa</a:t>
            </a:r>
            <a:r>
              <a:rPr lang="es-ES" dirty="0"/>
              <a:t> </a:t>
            </a:r>
            <a:r>
              <a:rPr lang="es-ES" dirty="0" err="1"/>
              <a:t>consed</a:t>
            </a:r>
            <a:r>
              <a:rPr lang="es-ES" dirty="0"/>
              <a:t> </a:t>
            </a:r>
            <a:r>
              <a:rPr lang="es-ES" dirty="0" err="1"/>
              <a:t>quam</a:t>
            </a:r>
            <a:r>
              <a:rPr lang="es-ES" dirty="0"/>
              <a:t>, </a:t>
            </a:r>
            <a:r>
              <a:rPr lang="es-ES" dirty="0" err="1"/>
              <a:t>tecesciis</a:t>
            </a:r>
            <a:r>
              <a:rPr lang="es-ES" dirty="0"/>
              <a:t> </a:t>
            </a:r>
            <a:r>
              <a:rPr lang="es-ES" dirty="0" err="1"/>
              <a:t>velignimus</a:t>
            </a:r>
            <a:r>
              <a:rPr lang="es-ES" dirty="0"/>
              <a:t>, </a:t>
            </a:r>
            <a:r>
              <a:rPr lang="es-ES" dirty="0" err="1"/>
              <a:t>exped</a:t>
            </a:r>
            <a:r>
              <a:rPr lang="es-ES" dirty="0"/>
              <a:t> </a:t>
            </a:r>
            <a:r>
              <a:rPr lang="es-ES" dirty="0" err="1"/>
              <a:t>ma</a:t>
            </a:r>
            <a:r>
              <a:rPr lang="es-ES" dirty="0"/>
              <a:t> con </a:t>
            </a:r>
            <a:r>
              <a:rPr lang="es-ES" dirty="0" err="1"/>
              <a:t>nis</a:t>
            </a:r>
            <a:r>
              <a:rPr lang="es-ES" dirty="0"/>
              <a:t> dolor sunt opta qui </a:t>
            </a:r>
            <a:r>
              <a:rPr lang="es-ES" dirty="0" err="1"/>
              <a:t>bero</a:t>
            </a:r>
            <a:r>
              <a:rPr lang="es-ES" dirty="0"/>
              <a:t> con </a:t>
            </a:r>
            <a:r>
              <a:rPr lang="es-ES" dirty="0" err="1"/>
              <a:t>porum</a:t>
            </a:r>
            <a:r>
              <a:rPr lang="es-ES" dirty="0"/>
              <a:t> </a:t>
            </a:r>
            <a:r>
              <a:rPr lang="es-ES" dirty="0" err="1"/>
              <a:t>delique</a:t>
            </a:r>
            <a:r>
              <a:rPr lang="es-ES" dirty="0"/>
              <a:t> </a:t>
            </a:r>
            <a:r>
              <a:rPr lang="es-ES" dirty="0" err="1"/>
              <a:t>cus</a:t>
            </a:r>
            <a:r>
              <a:rPr lang="es-ES" dirty="0"/>
              <a:t> et </a:t>
            </a:r>
            <a:r>
              <a:rPr lang="es-ES" dirty="0" err="1"/>
              <a:t>et</a:t>
            </a:r>
            <a:r>
              <a:rPr lang="es-ES" dirty="0"/>
              <a:t> </a:t>
            </a:r>
            <a:r>
              <a:rPr lang="es-ES" dirty="0" err="1"/>
              <a:t>voloribus</a:t>
            </a:r>
            <a:r>
              <a:rPr lang="es-ES" dirty="0"/>
              <a:t> </a:t>
            </a:r>
            <a:r>
              <a:rPr lang="es-ES" dirty="0" err="1"/>
              <a:t>expella</a:t>
            </a:r>
            <a:r>
              <a:rPr lang="es-ES" dirty="0"/>
              <a:t> </a:t>
            </a:r>
            <a:r>
              <a:rPr lang="es-ES" dirty="0" err="1"/>
              <a:t>borepe</a:t>
            </a:r>
            <a:r>
              <a:rPr lang="es-ES" dirty="0"/>
              <a:t> </a:t>
            </a:r>
            <a:r>
              <a:rPr lang="es-ES" dirty="0" err="1"/>
              <a:t>ped</a:t>
            </a:r>
            <a:r>
              <a:rPr lang="es-ES" dirty="0"/>
              <a:t> </a:t>
            </a:r>
            <a:r>
              <a:rPr lang="es-ES" dirty="0" err="1"/>
              <a:t>eum</a:t>
            </a:r>
            <a:r>
              <a:rPr lang="es-ES" dirty="0"/>
              <a:t> </a:t>
            </a:r>
            <a:r>
              <a:rPr lang="es-ES" dirty="0" err="1"/>
              <a:t>endios</a:t>
            </a:r>
            <a:r>
              <a:rPr lang="es-ES" dirty="0"/>
              <a:t> </a:t>
            </a:r>
            <a:r>
              <a:rPr lang="es-ES" dirty="0" err="1"/>
              <a:t>exerat</a:t>
            </a:r>
            <a:r>
              <a:rPr lang="es-ES" dirty="0"/>
              <a:t> </a:t>
            </a:r>
            <a:r>
              <a:rPr lang="es-ES" dirty="0" err="1"/>
              <a:t>debiti</a:t>
            </a:r>
            <a:r>
              <a:rPr lang="es-ES" dirty="0"/>
              <a:t> </a:t>
            </a:r>
            <a:r>
              <a:rPr lang="es-ES" dirty="0" err="1"/>
              <a:t>doluptatur</a:t>
            </a:r>
            <a:r>
              <a:rPr lang="es-ES" dirty="0"/>
              <a:t>, que dicto </a:t>
            </a:r>
            <a:r>
              <a:rPr lang="es-ES" dirty="0" err="1"/>
              <a:t>consecume</a:t>
            </a:r>
            <a:r>
              <a:rPr lang="es-ES" dirty="0"/>
              <a:t> re, </a:t>
            </a:r>
            <a:r>
              <a:rPr lang="es-ES" dirty="0" err="1"/>
              <a:t>nusam</a:t>
            </a:r>
            <a:r>
              <a:rPr lang="es-ES" dirty="0"/>
              <a:t> et </a:t>
            </a:r>
            <a:r>
              <a:rPr lang="es-ES" dirty="0" err="1"/>
              <a:t>videllu</a:t>
            </a:r>
            <a:r>
              <a:rPr lang="es-ES" dirty="0"/>
              <a:t> </a:t>
            </a:r>
            <a:r>
              <a:rPr lang="es-ES" dirty="0" err="1"/>
              <a:t>picient</a:t>
            </a:r>
            <a:r>
              <a:rPr lang="es-ES" dirty="0"/>
              <a:t> </a:t>
            </a:r>
            <a:r>
              <a:rPr lang="es-ES" dirty="0" err="1"/>
              <a:t>iasperc</a:t>
            </a:r>
            <a:r>
              <a:rPr lang="es-ES" dirty="0"/>
              <a:t> </a:t>
            </a:r>
            <a:r>
              <a:rPr lang="es-ES" dirty="0" err="1"/>
              <a:t>hitatur</a:t>
            </a:r>
            <a:r>
              <a:rPr lang="es-ES" dirty="0"/>
              <a:t> </a:t>
            </a:r>
            <a:r>
              <a:rPr lang="es-ES" dirty="0" err="1"/>
              <a:t>ectibus</a:t>
            </a:r>
            <a:r>
              <a:rPr lang="es-ES" dirty="0"/>
              <a:t> </a:t>
            </a:r>
            <a:r>
              <a:rPr lang="es-ES" dirty="0" err="1"/>
              <a:t>eatenih</a:t>
            </a:r>
            <a:r>
              <a:rPr lang="es-ES" dirty="0"/>
              <a:t> </a:t>
            </a:r>
            <a:r>
              <a:rPr lang="es-ES" dirty="0" err="1"/>
              <a:t>iliquatibus</a:t>
            </a:r>
            <a:r>
              <a:rPr lang="es-ES" dirty="0"/>
              <a:t> </a:t>
            </a:r>
            <a:r>
              <a:rPr lang="es-ES" dirty="0" err="1"/>
              <a:t>volora</a:t>
            </a:r>
            <a:r>
              <a:rPr lang="es-ES" dirty="0"/>
              <a:t> </a:t>
            </a:r>
            <a:r>
              <a:rPr lang="es-ES" dirty="0" err="1"/>
              <a:t>vel</a:t>
            </a:r>
            <a:r>
              <a:rPr lang="es-ES" dirty="0"/>
              <a:t> </a:t>
            </a:r>
            <a:r>
              <a:rPr lang="es-ES" dirty="0" err="1"/>
              <a:t>earions</a:t>
            </a:r>
            <a:r>
              <a:rPr lang="es-ES" dirty="0"/>
              <a:t> </a:t>
            </a:r>
            <a:r>
              <a:rPr lang="es-ES" dirty="0" err="1"/>
              <a:t>equi</a:t>
            </a:r>
            <a:r>
              <a:rPr lang="es-ES" dirty="0"/>
              <a:t>. </a:t>
            </a:r>
            <a:br>
              <a:rPr lang="es-ES" dirty="0"/>
            </a:br>
            <a:r>
              <a:rPr lang="es-ES" dirty="0" err="1"/>
              <a:t>volorumqui</a:t>
            </a:r>
            <a:r>
              <a:rPr lang="es-ES" dirty="0"/>
              <a:t> con </a:t>
            </a:r>
            <a:r>
              <a:rPr lang="es-ES" dirty="0" err="1"/>
              <a:t>est</a:t>
            </a:r>
            <a:r>
              <a:rPr lang="es-ES" dirty="0"/>
              <a:t> </a:t>
            </a:r>
            <a:r>
              <a:rPr lang="es-ES" dirty="0" err="1"/>
              <a:t>rerferibus</a:t>
            </a:r>
            <a:r>
              <a:rPr lang="es-ES" dirty="0"/>
              <a:t> </a:t>
            </a:r>
            <a:r>
              <a:rPr lang="es-ES" dirty="0" err="1"/>
              <a:t>alit</a:t>
            </a:r>
            <a:r>
              <a:rPr lang="es-ES" dirty="0"/>
              <a:t> </a:t>
            </a:r>
            <a:r>
              <a:rPr lang="es-ES" dirty="0" err="1"/>
              <a:t>accabor</a:t>
            </a:r>
            <a:r>
              <a:rPr lang="es-ES" dirty="0"/>
              <a:t> </a:t>
            </a:r>
            <a:r>
              <a:rPr lang="es-ES" dirty="0" err="1"/>
              <a:t>itatem</a:t>
            </a:r>
            <a:r>
              <a:rPr lang="es-ES" dirty="0"/>
              <a:t> </a:t>
            </a:r>
            <a:r>
              <a:rPr lang="es-ES" dirty="0" err="1"/>
              <a:t>simolorio</a:t>
            </a:r>
            <a:r>
              <a:rPr lang="es-ES" dirty="0"/>
              <a:t> es </a:t>
            </a:r>
            <a:r>
              <a:rPr lang="es-ES" dirty="0" err="1"/>
              <a:t>etus</a:t>
            </a:r>
            <a:r>
              <a:rPr lang="es-ES" dirty="0"/>
              <a:t> </a:t>
            </a:r>
            <a:r>
              <a:rPr lang="es-ES" dirty="0" err="1"/>
              <a:t>esseque</a:t>
            </a:r>
            <a:r>
              <a:rPr lang="es-ES" dirty="0"/>
              <a:t> veles es </a:t>
            </a:r>
            <a:r>
              <a:rPr lang="es-ES" dirty="0" err="1"/>
              <a:t>dunt</a:t>
            </a:r>
            <a:r>
              <a:rPr lang="es-ES" dirty="0"/>
              <a:t> </a:t>
            </a:r>
            <a:r>
              <a:rPr lang="es-ES" dirty="0" err="1"/>
              <a:t>officta</a:t>
            </a:r>
            <a:r>
              <a:rPr lang="es-ES" dirty="0"/>
              <a:t> </a:t>
            </a:r>
            <a:r>
              <a:rPr lang="es-ES" dirty="0" err="1"/>
              <a:t>erupta</a:t>
            </a:r>
            <a:r>
              <a:rPr lang="es-ES" dirty="0"/>
              <a:t> </a:t>
            </a:r>
            <a:r>
              <a:rPr lang="es-ES" dirty="0" err="1"/>
              <a:t>ant</a:t>
            </a:r>
            <a:r>
              <a:rPr lang="es-ES" dirty="0"/>
              <a:t> </a:t>
            </a:r>
            <a:r>
              <a:rPr lang="es-ES" dirty="0" err="1"/>
              <a:t>omniment</a:t>
            </a:r>
            <a:r>
              <a:rPr lang="es-ES" dirty="0"/>
              <a:t> </a:t>
            </a:r>
            <a:r>
              <a:rPr lang="es-ES" dirty="0" err="1"/>
              <a:t>odi</a:t>
            </a:r>
            <a:r>
              <a:rPr lang="es-ES" dirty="0"/>
              <a:t> </a:t>
            </a:r>
            <a:r>
              <a:rPr lang="es-ES" dirty="0" err="1"/>
              <a:t>deria</a:t>
            </a:r>
            <a:r>
              <a:rPr lang="es-ES" dirty="0"/>
              <a:t> </a:t>
            </a:r>
            <a:r>
              <a:rPr lang="es-ES" dirty="0" err="1"/>
              <a:t>evelibuscia</a:t>
            </a:r>
            <a:r>
              <a:rPr lang="es-ES" dirty="0"/>
              <a:t> non re </a:t>
            </a:r>
            <a:r>
              <a:rPr lang="es-ES" dirty="0" err="1"/>
              <a:t>voleste</a:t>
            </a:r>
            <a:r>
              <a:rPr lang="es-ES" dirty="0"/>
              <a:t>.</a:t>
            </a:r>
          </a:p>
        </p:txBody>
      </p:sp>
      <p:sp>
        <p:nvSpPr>
          <p:cNvPr id="14" name="Marcador de texto 4">
            <a:extLst>
              <a:ext uri="{FF2B5EF4-FFF2-40B4-BE49-F238E27FC236}">
                <a16:creationId xmlns:a16="http://schemas.microsoft.com/office/drawing/2014/main" id="{1753BB2D-AECF-4736-AA6B-9AF7C261A1F1}"/>
              </a:ext>
            </a:extLst>
          </p:cNvPr>
          <p:cNvSpPr>
            <a:spLocks noGrp="1"/>
          </p:cNvSpPr>
          <p:nvPr>
            <p:ph type="body" sz="quarter" idx="18" hasCustomPrompt="1"/>
          </p:nvPr>
        </p:nvSpPr>
        <p:spPr>
          <a:xfrm>
            <a:off x="906463" y="2172974"/>
            <a:ext cx="5672137" cy="594092"/>
          </a:xfrm>
        </p:spPr>
        <p:txBody>
          <a:bodyPr lIns="0">
            <a:normAutofit/>
          </a:bodyPr>
          <a:lstStyle>
            <a:lvl1pPr marL="0" indent="0">
              <a:lnSpc>
                <a:spcPct val="100000"/>
              </a:lnSpc>
              <a:buNone/>
              <a:defRPr lang="es-ES" sz="2400" b="1" kern="1200" dirty="0">
                <a:solidFill>
                  <a:schemeClr val="bg1"/>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pic>
        <p:nvPicPr>
          <p:cNvPr id="9" name="Gráfico 8">
            <a:extLst>
              <a:ext uri="{FF2B5EF4-FFF2-40B4-BE49-F238E27FC236}">
                <a16:creationId xmlns:a16="http://schemas.microsoft.com/office/drawing/2014/main" id="{42A10F5B-11C6-48F8-9EAA-370554DFFAED}"/>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2323884" y="7585901"/>
            <a:ext cx="1400054" cy="385200"/>
          </a:xfrm>
          <a:prstGeom prst="rect">
            <a:avLst/>
          </a:prstGeom>
        </p:spPr>
      </p:pic>
      <p:sp>
        <p:nvSpPr>
          <p:cNvPr id="15" name="Rectángulo 14">
            <a:extLst>
              <a:ext uri="{FF2B5EF4-FFF2-40B4-BE49-F238E27FC236}">
                <a16:creationId xmlns:a16="http://schemas.microsoft.com/office/drawing/2014/main" id="{BC4989A0-1D0E-4D93-8B1B-B431C090B65A}"/>
              </a:ext>
            </a:extLst>
          </p:cNvPr>
          <p:cNvSpPr/>
          <p:nvPr userDrawn="1"/>
        </p:nvSpPr>
        <p:spPr>
          <a:xfrm>
            <a:off x="524442" y="332974"/>
            <a:ext cx="384969" cy="38496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123372267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Texto">
    <p:spTree>
      <p:nvGrpSpPr>
        <p:cNvPr id="1" name=""/>
        <p:cNvGrpSpPr/>
        <p:nvPr/>
      </p:nvGrpSpPr>
      <p:grpSpPr>
        <a:xfrm>
          <a:off x="0" y="0"/>
          <a:ext cx="0" cy="0"/>
          <a:chOff x="0" y="0"/>
          <a:chExt cx="0" cy="0"/>
        </a:xfrm>
      </p:grpSpPr>
      <p:pic>
        <p:nvPicPr>
          <p:cNvPr id="10" name="Imagen 9">
            <a:extLst>
              <a:ext uri="{FF2B5EF4-FFF2-40B4-BE49-F238E27FC236}">
                <a16:creationId xmlns:a16="http://schemas.microsoft.com/office/drawing/2014/main" id="{566B11CE-7366-4F19-900A-BF1BD3EF2B57}"/>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2" name="Title 1"/>
          <p:cNvSpPr>
            <a:spLocks noGrp="1"/>
          </p:cNvSpPr>
          <p:nvPr>
            <p:ph type="title" hasCustomPrompt="1"/>
          </p:nvPr>
        </p:nvSpPr>
        <p:spPr>
          <a:xfrm>
            <a:off x="906463" y="1182159"/>
            <a:ext cx="6561949" cy="703086"/>
          </a:xfrm>
        </p:spPr>
        <p:txBody>
          <a:bodyPr lIns="0" anchor="t">
            <a:noAutofit/>
          </a:bodyPr>
          <a:lstStyle>
            <a:lvl1pPr>
              <a:defRPr sz="4330"/>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3" name="Marcador de número de diapositiva 2">
            <a:extLst>
              <a:ext uri="{FF2B5EF4-FFF2-40B4-BE49-F238E27FC236}">
                <a16:creationId xmlns:a16="http://schemas.microsoft.com/office/drawing/2014/main" id="{298F2FCB-7E2F-400B-81B1-18B456AE6C0D}"/>
              </a:ext>
            </a:extLst>
          </p:cNvPr>
          <p:cNvSpPr>
            <a:spLocks noGrp="1"/>
          </p:cNvSpPr>
          <p:nvPr>
            <p:ph type="sldNum" sz="quarter" idx="16"/>
          </p:nvPr>
        </p:nvSpPr>
        <p:spPr/>
        <p:txBody>
          <a:bodyPr/>
          <a:lstStyle/>
          <a:p>
            <a:fld id="{B005B2D1-880E-4846-A216-7D6770BA1332}" type="slidenum">
              <a:rPr lang="es-ES" smtClean="0"/>
              <a:pPr/>
              <a:t>‹Nº›</a:t>
            </a:fld>
            <a:endParaRPr lang="es-ES" dirty="0"/>
          </a:p>
        </p:txBody>
      </p:sp>
      <p:sp>
        <p:nvSpPr>
          <p:cNvPr id="17" name="Marcador de texto 17">
            <a:extLst>
              <a:ext uri="{FF2B5EF4-FFF2-40B4-BE49-F238E27FC236}">
                <a16:creationId xmlns:a16="http://schemas.microsoft.com/office/drawing/2014/main" id="{ED651845-DE33-4174-8EA2-DF23E49F4C48}"/>
              </a:ext>
            </a:extLst>
          </p:cNvPr>
          <p:cNvSpPr>
            <a:spLocks noGrp="1"/>
          </p:cNvSpPr>
          <p:nvPr>
            <p:ph type="body" sz="quarter" idx="17" hasCustomPrompt="1"/>
          </p:nvPr>
        </p:nvSpPr>
        <p:spPr>
          <a:xfrm>
            <a:off x="906463" y="2767066"/>
            <a:ext cx="8951912" cy="4551309"/>
          </a:xfrm>
        </p:spPr>
        <p:txBody>
          <a:bodyPr lIns="0">
            <a:noAutofit/>
          </a:bodyPr>
          <a:lstStyle>
            <a:lvl1pPr marL="0" indent="0">
              <a:lnSpc>
                <a:spcPts val="1700"/>
              </a:lnSpc>
              <a:spcBef>
                <a:spcPts val="900"/>
              </a:spcBef>
              <a:spcAft>
                <a:spcPts val="900"/>
              </a:spcAft>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cusdae</a:t>
            </a:r>
            <a:r>
              <a:rPr lang="es-ES" dirty="0"/>
              <a:t> </a:t>
            </a:r>
            <a:r>
              <a:rPr lang="es-ES" dirty="0" err="1"/>
              <a:t>etur</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a:t>
            </a:r>
            <a:r>
              <a:rPr lang="es-ES" dirty="0" err="1"/>
              <a:t>Lenet</a:t>
            </a:r>
            <a:r>
              <a:rPr lang="es-ES" dirty="0"/>
              <a:t> et </a:t>
            </a:r>
            <a:r>
              <a:rPr lang="es-ES" dirty="0" err="1"/>
              <a:t>laborerum</a:t>
            </a:r>
            <a:r>
              <a:rPr lang="es-ES" dirty="0"/>
              <a:t> </a:t>
            </a:r>
            <a:r>
              <a:rPr lang="es-ES" dirty="0" err="1"/>
              <a:t>aut</a:t>
            </a:r>
            <a:r>
              <a:rPr lang="es-ES" dirty="0"/>
              <a:t> </a:t>
            </a:r>
            <a:r>
              <a:rPr lang="es-ES" dirty="0" err="1"/>
              <a:t>quamus</a:t>
            </a:r>
            <a:r>
              <a:rPr lang="es-ES" dirty="0"/>
              <a:t> </a:t>
            </a:r>
            <a:r>
              <a:rPr lang="es-ES" dirty="0" err="1"/>
              <a:t>sinventio</a:t>
            </a:r>
            <a:r>
              <a:rPr lang="es-ES" dirty="0"/>
              <a:t> </a:t>
            </a:r>
            <a:r>
              <a:rPr lang="es-ES" dirty="0" err="1"/>
              <a:t>molentur</a:t>
            </a:r>
            <a:r>
              <a:rPr lang="es-ES" dirty="0"/>
              <a:t> </a:t>
            </a:r>
            <a:r>
              <a:rPr lang="es-ES" dirty="0" err="1"/>
              <a:t>maio</a:t>
            </a:r>
            <a:r>
              <a:rPr lang="es-ES" dirty="0"/>
              <a:t> </a:t>
            </a:r>
            <a:r>
              <a:rPr lang="es-ES" dirty="0" err="1"/>
              <a:t>bernam</a:t>
            </a:r>
            <a:r>
              <a:rPr lang="es-ES" dirty="0"/>
              <a:t> </a:t>
            </a:r>
            <a:r>
              <a:rPr lang="es-ES" dirty="0" err="1"/>
              <a:t>dollandel</a:t>
            </a:r>
            <a:r>
              <a:rPr lang="es-ES" dirty="0"/>
              <a:t> </a:t>
            </a:r>
            <a:r>
              <a:rPr lang="es-ES" dirty="0" err="1"/>
              <a:t>experovit</a:t>
            </a:r>
            <a:r>
              <a:rPr lang="es-ES" dirty="0"/>
              <a:t>, </a:t>
            </a:r>
            <a:r>
              <a:rPr lang="es-ES" dirty="0" err="1"/>
              <a:t>odictatum</a:t>
            </a:r>
            <a:r>
              <a:rPr lang="es-ES" dirty="0"/>
              <a:t> re </a:t>
            </a:r>
            <a:r>
              <a:rPr lang="es-ES" dirty="0" err="1"/>
              <a:t>accus</a:t>
            </a:r>
            <a:r>
              <a:rPr lang="es-ES" dirty="0"/>
              <a:t> </a:t>
            </a:r>
            <a:r>
              <a:rPr lang="es-ES" dirty="0" err="1"/>
              <a:t>dolorruptium</a:t>
            </a:r>
            <a:r>
              <a:rPr lang="es-ES" dirty="0"/>
              <a:t> </a:t>
            </a:r>
            <a:r>
              <a:rPr lang="es-ES" dirty="0" err="1"/>
              <a:t>vel</a:t>
            </a:r>
            <a:r>
              <a:rPr lang="es-ES" dirty="0"/>
              <a:t> </a:t>
            </a:r>
            <a:r>
              <a:rPr lang="es-ES" dirty="0" err="1"/>
              <a:t>ma</a:t>
            </a:r>
            <a:r>
              <a:rPr lang="es-ES" dirty="0"/>
              <a:t> </a:t>
            </a:r>
            <a:r>
              <a:rPr lang="es-ES" dirty="0" err="1"/>
              <a:t>cus</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Ommos</a:t>
            </a:r>
            <a:r>
              <a:rPr lang="es-ES" dirty="0"/>
              <a:t> </a:t>
            </a:r>
            <a:r>
              <a:rPr lang="es-ES" dirty="0" err="1"/>
              <a:t>num</a:t>
            </a:r>
            <a:r>
              <a:rPr lang="es-ES" dirty="0"/>
              <a:t> ad </a:t>
            </a:r>
            <a:r>
              <a:rPr lang="es-ES" dirty="0" err="1"/>
              <a:t>est</a:t>
            </a:r>
            <a:r>
              <a:rPr lang="es-ES" dirty="0"/>
              <a:t> </a:t>
            </a:r>
            <a:r>
              <a:rPr lang="es-ES" dirty="0" err="1"/>
              <a:t>ilitatur</a:t>
            </a:r>
            <a:r>
              <a:rPr lang="es-ES" dirty="0"/>
              <a:t> </a:t>
            </a:r>
            <a:r>
              <a:rPr lang="es-ES" dirty="0" err="1"/>
              <a:t>sitiam</a:t>
            </a:r>
            <a:r>
              <a:rPr lang="es-ES" dirty="0"/>
              <a:t> </a:t>
            </a:r>
            <a:r>
              <a:rPr lang="es-ES" dirty="0" err="1"/>
              <a:t>fugiamet</a:t>
            </a:r>
            <a:r>
              <a:rPr lang="es-ES" dirty="0"/>
              <a:t> </a:t>
            </a:r>
            <a:r>
              <a:rPr lang="es-ES" dirty="0" err="1"/>
              <a:t>dipsant</a:t>
            </a:r>
            <a:r>
              <a:rPr lang="es-ES" dirty="0"/>
              <a:t> </a:t>
            </a:r>
            <a:r>
              <a:rPr lang="es-ES" dirty="0" err="1"/>
              <a:t>incime</a:t>
            </a:r>
            <a:r>
              <a:rPr lang="es-ES" dirty="0"/>
              <a:t> </a:t>
            </a:r>
            <a:r>
              <a:rPr lang="es-ES" dirty="0" err="1"/>
              <a:t>voluptibus</a:t>
            </a:r>
            <a:r>
              <a:rPr lang="es-ES" dirty="0"/>
              <a:t> </a:t>
            </a:r>
            <a:r>
              <a:rPr lang="es-ES" dirty="0" err="1"/>
              <a:t>eumquo</a:t>
            </a:r>
            <a:r>
              <a:rPr lang="es-ES" dirty="0"/>
              <a:t> et </a:t>
            </a:r>
            <a:r>
              <a:rPr lang="es-ES" dirty="0" err="1"/>
              <a:t>elibusa</a:t>
            </a:r>
            <a:r>
              <a:rPr lang="es-ES" dirty="0"/>
              <a:t> </a:t>
            </a:r>
            <a:r>
              <a:rPr lang="es-ES" dirty="0" err="1"/>
              <a:t>consed</a:t>
            </a:r>
            <a:r>
              <a:rPr lang="es-ES" dirty="0"/>
              <a:t> </a:t>
            </a:r>
            <a:r>
              <a:rPr lang="es-ES" dirty="0" err="1"/>
              <a:t>quam</a:t>
            </a:r>
            <a:r>
              <a:rPr lang="es-ES" dirty="0"/>
              <a:t>, </a:t>
            </a:r>
            <a:r>
              <a:rPr lang="es-ES" dirty="0" err="1"/>
              <a:t>tecesciis</a:t>
            </a:r>
            <a:r>
              <a:rPr lang="es-ES" dirty="0"/>
              <a:t> </a:t>
            </a:r>
            <a:r>
              <a:rPr lang="es-ES" dirty="0" err="1"/>
              <a:t>velignimus</a:t>
            </a:r>
            <a:r>
              <a:rPr lang="es-ES" dirty="0"/>
              <a:t>, </a:t>
            </a:r>
            <a:r>
              <a:rPr lang="es-ES" dirty="0" err="1"/>
              <a:t>exped</a:t>
            </a:r>
            <a:r>
              <a:rPr lang="es-ES" dirty="0"/>
              <a:t> </a:t>
            </a:r>
            <a:r>
              <a:rPr lang="es-ES" dirty="0" err="1"/>
              <a:t>ma</a:t>
            </a:r>
            <a:r>
              <a:rPr lang="es-ES" dirty="0"/>
              <a:t> con </a:t>
            </a:r>
            <a:r>
              <a:rPr lang="es-ES" dirty="0" err="1"/>
              <a:t>nis</a:t>
            </a:r>
            <a:r>
              <a:rPr lang="es-ES" dirty="0"/>
              <a:t> dolor sunt opta qui </a:t>
            </a:r>
            <a:r>
              <a:rPr lang="es-ES" dirty="0" err="1"/>
              <a:t>bero</a:t>
            </a:r>
            <a:r>
              <a:rPr lang="es-ES" dirty="0"/>
              <a:t> con </a:t>
            </a:r>
            <a:r>
              <a:rPr lang="es-ES" dirty="0" err="1"/>
              <a:t>porum</a:t>
            </a:r>
            <a:r>
              <a:rPr lang="es-ES" dirty="0"/>
              <a:t> </a:t>
            </a:r>
            <a:r>
              <a:rPr lang="es-ES" dirty="0" err="1"/>
              <a:t>delique</a:t>
            </a:r>
            <a:r>
              <a:rPr lang="es-ES" dirty="0"/>
              <a:t> </a:t>
            </a:r>
            <a:r>
              <a:rPr lang="es-ES" dirty="0" err="1"/>
              <a:t>cus</a:t>
            </a:r>
            <a:r>
              <a:rPr lang="es-ES" dirty="0"/>
              <a:t> et </a:t>
            </a:r>
            <a:r>
              <a:rPr lang="es-ES" dirty="0" err="1"/>
              <a:t>et</a:t>
            </a:r>
            <a:r>
              <a:rPr lang="es-ES" dirty="0"/>
              <a:t> </a:t>
            </a:r>
            <a:r>
              <a:rPr lang="es-ES" dirty="0" err="1"/>
              <a:t>voloribus</a:t>
            </a:r>
            <a:r>
              <a:rPr lang="es-ES" dirty="0"/>
              <a:t> </a:t>
            </a:r>
            <a:r>
              <a:rPr lang="es-ES" dirty="0" err="1"/>
              <a:t>expella</a:t>
            </a:r>
            <a:r>
              <a:rPr lang="es-ES" dirty="0"/>
              <a:t> </a:t>
            </a:r>
            <a:r>
              <a:rPr lang="es-ES" dirty="0" err="1"/>
              <a:t>borepe</a:t>
            </a:r>
            <a:r>
              <a:rPr lang="es-ES" dirty="0"/>
              <a:t> </a:t>
            </a:r>
            <a:r>
              <a:rPr lang="es-ES" dirty="0" err="1"/>
              <a:t>ped</a:t>
            </a:r>
            <a:r>
              <a:rPr lang="es-ES" dirty="0"/>
              <a:t> </a:t>
            </a:r>
            <a:r>
              <a:rPr lang="es-ES" dirty="0" err="1"/>
              <a:t>eum</a:t>
            </a:r>
            <a:r>
              <a:rPr lang="es-ES" dirty="0"/>
              <a:t> </a:t>
            </a:r>
            <a:r>
              <a:rPr lang="es-ES" dirty="0" err="1"/>
              <a:t>endios</a:t>
            </a:r>
            <a:r>
              <a:rPr lang="es-ES" dirty="0"/>
              <a:t> </a:t>
            </a:r>
            <a:r>
              <a:rPr lang="es-ES" dirty="0" err="1"/>
              <a:t>exerat</a:t>
            </a:r>
            <a:r>
              <a:rPr lang="es-ES" dirty="0"/>
              <a:t> </a:t>
            </a:r>
            <a:r>
              <a:rPr lang="es-ES" dirty="0" err="1"/>
              <a:t>debiti</a:t>
            </a:r>
            <a:r>
              <a:rPr lang="es-ES" dirty="0"/>
              <a:t> </a:t>
            </a:r>
            <a:r>
              <a:rPr lang="es-ES" dirty="0" err="1"/>
              <a:t>doluptatur</a:t>
            </a:r>
            <a:r>
              <a:rPr lang="es-ES" dirty="0"/>
              <a:t>, que dicto </a:t>
            </a:r>
            <a:r>
              <a:rPr lang="es-ES" dirty="0" err="1"/>
              <a:t>consecume</a:t>
            </a:r>
            <a:r>
              <a:rPr lang="es-ES" dirty="0"/>
              <a:t> re, </a:t>
            </a:r>
            <a:r>
              <a:rPr lang="es-ES" dirty="0" err="1"/>
              <a:t>nusam</a:t>
            </a:r>
            <a:r>
              <a:rPr lang="es-ES" dirty="0"/>
              <a:t> et </a:t>
            </a:r>
            <a:r>
              <a:rPr lang="es-ES" dirty="0" err="1"/>
              <a:t>videllu</a:t>
            </a:r>
            <a:r>
              <a:rPr lang="es-ES" dirty="0"/>
              <a:t> </a:t>
            </a:r>
            <a:r>
              <a:rPr lang="es-ES" dirty="0" err="1"/>
              <a:t>picient</a:t>
            </a:r>
            <a:r>
              <a:rPr lang="es-ES" dirty="0"/>
              <a:t> </a:t>
            </a:r>
            <a:r>
              <a:rPr lang="es-ES" dirty="0" err="1"/>
              <a:t>iasperc</a:t>
            </a:r>
            <a:r>
              <a:rPr lang="es-ES" dirty="0"/>
              <a:t> </a:t>
            </a:r>
            <a:r>
              <a:rPr lang="es-ES" dirty="0" err="1"/>
              <a:t>hitatur</a:t>
            </a:r>
            <a:r>
              <a:rPr lang="es-ES" dirty="0"/>
              <a:t> </a:t>
            </a:r>
            <a:r>
              <a:rPr lang="es-ES" dirty="0" err="1"/>
              <a:t>ectibus</a:t>
            </a:r>
            <a:r>
              <a:rPr lang="es-ES" dirty="0"/>
              <a:t> </a:t>
            </a:r>
            <a:r>
              <a:rPr lang="es-ES" dirty="0" err="1"/>
              <a:t>eatenih</a:t>
            </a:r>
            <a:r>
              <a:rPr lang="es-ES" dirty="0"/>
              <a:t> </a:t>
            </a:r>
            <a:r>
              <a:rPr lang="es-ES" dirty="0" err="1"/>
              <a:t>iliquatibus</a:t>
            </a:r>
            <a:r>
              <a:rPr lang="es-ES" dirty="0"/>
              <a:t> </a:t>
            </a:r>
            <a:r>
              <a:rPr lang="es-ES" dirty="0" err="1"/>
              <a:t>volora</a:t>
            </a:r>
            <a:r>
              <a:rPr lang="es-ES" dirty="0"/>
              <a:t> </a:t>
            </a:r>
            <a:r>
              <a:rPr lang="es-ES" dirty="0" err="1"/>
              <a:t>vel</a:t>
            </a:r>
            <a:r>
              <a:rPr lang="es-ES" dirty="0"/>
              <a:t> </a:t>
            </a:r>
            <a:r>
              <a:rPr lang="es-ES" dirty="0" err="1"/>
              <a:t>earions</a:t>
            </a:r>
            <a:r>
              <a:rPr lang="es-ES" dirty="0"/>
              <a:t> </a:t>
            </a:r>
            <a:r>
              <a:rPr lang="es-ES" dirty="0" err="1"/>
              <a:t>equi</a:t>
            </a:r>
            <a:r>
              <a:rPr lang="es-ES" dirty="0"/>
              <a:t>. </a:t>
            </a:r>
            <a:br>
              <a:rPr lang="es-ES" dirty="0"/>
            </a:br>
            <a:r>
              <a:rPr lang="es-ES" dirty="0" err="1"/>
              <a:t>volorumqui</a:t>
            </a:r>
            <a:r>
              <a:rPr lang="es-ES" dirty="0"/>
              <a:t> con </a:t>
            </a:r>
            <a:r>
              <a:rPr lang="es-ES" dirty="0" err="1"/>
              <a:t>est</a:t>
            </a:r>
            <a:r>
              <a:rPr lang="es-ES" dirty="0"/>
              <a:t> </a:t>
            </a:r>
            <a:r>
              <a:rPr lang="es-ES" dirty="0" err="1"/>
              <a:t>rerferibus</a:t>
            </a:r>
            <a:r>
              <a:rPr lang="es-ES" dirty="0"/>
              <a:t> </a:t>
            </a:r>
            <a:r>
              <a:rPr lang="es-ES" dirty="0" err="1"/>
              <a:t>alit</a:t>
            </a:r>
            <a:r>
              <a:rPr lang="es-ES" dirty="0"/>
              <a:t> </a:t>
            </a:r>
            <a:r>
              <a:rPr lang="es-ES" dirty="0" err="1"/>
              <a:t>accabor</a:t>
            </a:r>
            <a:r>
              <a:rPr lang="es-ES" dirty="0"/>
              <a:t> </a:t>
            </a:r>
            <a:r>
              <a:rPr lang="es-ES" dirty="0" err="1"/>
              <a:t>itatem</a:t>
            </a:r>
            <a:r>
              <a:rPr lang="es-ES" dirty="0"/>
              <a:t> </a:t>
            </a:r>
            <a:r>
              <a:rPr lang="es-ES" dirty="0" err="1"/>
              <a:t>simolorio</a:t>
            </a:r>
            <a:r>
              <a:rPr lang="es-ES" dirty="0"/>
              <a:t> es </a:t>
            </a:r>
            <a:r>
              <a:rPr lang="es-ES" dirty="0" err="1"/>
              <a:t>etus</a:t>
            </a:r>
            <a:r>
              <a:rPr lang="es-ES" dirty="0"/>
              <a:t> </a:t>
            </a:r>
            <a:r>
              <a:rPr lang="es-ES" dirty="0" err="1"/>
              <a:t>esseque</a:t>
            </a:r>
            <a:r>
              <a:rPr lang="es-ES" dirty="0"/>
              <a:t> veles es </a:t>
            </a:r>
            <a:r>
              <a:rPr lang="es-ES" dirty="0" err="1"/>
              <a:t>dunt</a:t>
            </a:r>
            <a:r>
              <a:rPr lang="es-ES" dirty="0"/>
              <a:t> </a:t>
            </a:r>
            <a:r>
              <a:rPr lang="es-ES" dirty="0" err="1"/>
              <a:t>officta</a:t>
            </a:r>
            <a:r>
              <a:rPr lang="es-ES" dirty="0"/>
              <a:t> </a:t>
            </a:r>
            <a:r>
              <a:rPr lang="es-ES" dirty="0" err="1"/>
              <a:t>erupta</a:t>
            </a:r>
            <a:r>
              <a:rPr lang="es-ES" dirty="0"/>
              <a:t> </a:t>
            </a:r>
            <a:r>
              <a:rPr lang="es-ES" dirty="0" err="1"/>
              <a:t>ant</a:t>
            </a:r>
            <a:r>
              <a:rPr lang="es-ES" dirty="0"/>
              <a:t> </a:t>
            </a:r>
            <a:r>
              <a:rPr lang="es-ES" dirty="0" err="1"/>
              <a:t>omniment</a:t>
            </a:r>
            <a:r>
              <a:rPr lang="es-ES" dirty="0"/>
              <a:t> </a:t>
            </a:r>
            <a:r>
              <a:rPr lang="es-ES" dirty="0" err="1"/>
              <a:t>odi</a:t>
            </a:r>
            <a:r>
              <a:rPr lang="es-ES" dirty="0"/>
              <a:t> </a:t>
            </a:r>
            <a:r>
              <a:rPr lang="es-ES" dirty="0" err="1"/>
              <a:t>deria</a:t>
            </a:r>
            <a:r>
              <a:rPr lang="es-ES" dirty="0"/>
              <a:t> </a:t>
            </a:r>
            <a:r>
              <a:rPr lang="es-ES" dirty="0" err="1"/>
              <a:t>evelibuscia</a:t>
            </a:r>
            <a:r>
              <a:rPr lang="es-ES" dirty="0"/>
              <a:t> non re </a:t>
            </a:r>
            <a:r>
              <a:rPr lang="es-ES" dirty="0" err="1"/>
              <a:t>voleste</a:t>
            </a:r>
            <a:r>
              <a:rPr lang="es-ES" dirty="0"/>
              <a:t>.</a:t>
            </a:r>
          </a:p>
        </p:txBody>
      </p:sp>
      <p:sp>
        <p:nvSpPr>
          <p:cNvPr id="19" name="CuadroTexto 18">
            <a:extLst>
              <a:ext uri="{FF2B5EF4-FFF2-40B4-BE49-F238E27FC236}">
                <a16:creationId xmlns:a16="http://schemas.microsoft.com/office/drawing/2014/main" id="{D2CA20B9-F60F-45EA-A71A-63C33406C8E7}"/>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1E1E1E"/>
                </a:solidFill>
                <a:latin typeface="Century Gothic" panose="020B0502020202020204" pitchFamily="34" charset="0"/>
              </a:rPr>
              <a:t>© Copyright Universidad Europea. Todos los derechos reservados</a:t>
            </a:r>
            <a:endParaRPr lang="es-ES" dirty="0">
              <a:solidFill>
                <a:srgbClr val="1E1E1E"/>
              </a:solidFill>
            </a:endParaRPr>
          </a:p>
        </p:txBody>
      </p:sp>
      <p:sp>
        <p:nvSpPr>
          <p:cNvPr id="14" name="Marcador de texto 4">
            <a:extLst>
              <a:ext uri="{FF2B5EF4-FFF2-40B4-BE49-F238E27FC236}">
                <a16:creationId xmlns:a16="http://schemas.microsoft.com/office/drawing/2014/main" id="{5F7258E8-5EEE-41BC-A766-C5459F5AE71E}"/>
              </a:ext>
            </a:extLst>
          </p:cNvPr>
          <p:cNvSpPr>
            <a:spLocks noGrp="1"/>
          </p:cNvSpPr>
          <p:nvPr>
            <p:ph type="body" sz="quarter" idx="18" hasCustomPrompt="1"/>
          </p:nvPr>
        </p:nvSpPr>
        <p:spPr>
          <a:xfrm>
            <a:off x="906463" y="2172974"/>
            <a:ext cx="5672137" cy="594092"/>
          </a:xfrm>
        </p:spPr>
        <p:txBody>
          <a:bodyPr lIns="0">
            <a:normAutofit/>
          </a:bodyPr>
          <a:lstStyle>
            <a:lvl1pPr marL="0" indent="0">
              <a:lnSpc>
                <a:spcPct val="100000"/>
              </a:lnSpc>
              <a:buNone/>
              <a:defRPr lang="es-ES" sz="2400" b="1" kern="1200" dirty="0">
                <a:solidFill>
                  <a:srgbClr val="1E1E1E"/>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pic>
        <p:nvPicPr>
          <p:cNvPr id="11" name="Gráfico 10">
            <a:extLst>
              <a:ext uri="{FF2B5EF4-FFF2-40B4-BE49-F238E27FC236}">
                <a16:creationId xmlns:a16="http://schemas.microsoft.com/office/drawing/2014/main" id="{CB975C40-683D-4BF3-A2D4-C7AC360FC512}"/>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12323884" y="7585901"/>
            <a:ext cx="1400054" cy="385200"/>
          </a:xfrm>
          <a:prstGeom prst="rect">
            <a:avLst/>
          </a:prstGeom>
        </p:spPr>
      </p:pic>
      <p:sp>
        <p:nvSpPr>
          <p:cNvPr id="15" name="Rectángulo 14">
            <a:extLst>
              <a:ext uri="{FF2B5EF4-FFF2-40B4-BE49-F238E27FC236}">
                <a16:creationId xmlns:a16="http://schemas.microsoft.com/office/drawing/2014/main" id="{9304000E-70C0-40A1-AA99-159C4A36121B}"/>
              </a:ext>
            </a:extLst>
          </p:cNvPr>
          <p:cNvSpPr/>
          <p:nvPr userDrawn="1"/>
        </p:nvSpPr>
        <p:spPr>
          <a:xfrm>
            <a:off x="524442" y="332974"/>
            <a:ext cx="384969" cy="384969"/>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140284836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exto rojo">
    <p:bg>
      <p:bgPr>
        <a:solidFill>
          <a:srgbClr val="FF3228"/>
        </a:solidFill>
        <a:effectLst/>
      </p:bgPr>
    </p:bg>
    <p:spTree>
      <p:nvGrpSpPr>
        <p:cNvPr id="1" name=""/>
        <p:cNvGrpSpPr/>
        <p:nvPr/>
      </p:nvGrpSpPr>
      <p:grpSpPr>
        <a:xfrm>
          <a:off x="0" y="0"/>
          <a:ext cx="0" cy="0"/>
          <a:chOff x="0" y="0"/>
          <a:chExt cx="0" cy="0"/>
        </a:xfrm>
      </p:grpSpPr>
      <p:pic>
        <p:nvPicPr>
          <p:cNvPr id="5" name="Imagen 4">
            <a:extLst>
              <a:ext uri="{FF2B5EF4-FFF2-40B4-BE49-F238E27FC236}">
                <a16:creationId xmlns:a16="http://schemas.microsoft.com/office/drawing/2014/main" id="{146C5DE1-03AD-457A-98FC-D90BEC62DC5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3" name="Marcador de número de diapositiva 2">
            <a:extLst>
              <a:ext uri="{FF2B5EF4-FFF2-40B4-BE49-F238E27FC236}">
                <a16:creationId xmlns:a16="http://schemas.microsoft.com/office/drawing/2014/main" id="{7CECDC97-706A-4416-9EA1-C9FD7EDD00EB}"/>
              </a:ext>
            </a:extLst>
          </p:cNvPr>
          <p:cNvSpPr>
            <a:spLocks noGrp="1"/>
          </p:cNvSpPr>
          <p:nvPr>
            <p:ph type="sldNum" sz="quarter" idx="10"/>
          </p:nvPr>
        </p:nvSpPr>
        <p:spPr/>
        <p:txBody>
          <a:bodyPr/>
          <a:lstStyle>
            <a:lvl1pPr>
              <a:defRPr>
                <a:solidFill>
                  <a:schemeClr val="bg1"/>
                </a:solidFill>
              </a:defRPr>
            </a:lvl1pPr>
          </a:lstStyle>
          <a:p>
            <a:fld id="{B005B2D1-880E-4846-A216-7D6770BA1332}" type="slidenum">
              <a:rPr lang="es-ES" smtClean="0"/>
              <a:pPr/>
              <a:t>‹Nº›</a:t>
            </a:fld>
            <a:endParaRPr lang="es-ES" dirty="0"/>
          </a:p>
        </p:txBody>
      </p:sp>
      <p:sp>
        <p:nvSpPr>
          <p:cNvPr id="6" name="CuadroTexto 5">
            <a:extLst>
              <a:ext uri="{FF2B5EF4-FFF2-40B4-BE49-F238E27FC236}">
                <a16:creationId xmlns:a16="http://schemas.microsoft.com/office/drawing/2014/main" id="{A9B12B4E-C17A-41FB-86C3-4075B88FFB48}"/>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chemeClr val="bg1"/>
                </a:solidFill>
                <a:latin typeface="Century Gothic" panose="020B0502020202020204" pitchFamily="34" charset="0"/>
              </a:rPr>
              <a:t>© Copyright Universidad Europea. Todos los derechos reservados</a:t>
            </a:r>
            <a:endParaRPr lang="es-ES" dirty="0">
              <a:solidFill>
                <a:schemeClr val="bg1"/>
              </a:solidFill>
            </a:endParaRPr>
          </a:p>
        </p:txBody>
      </p:sp>
      <p:sp>
        <p:nvSpPr>
          <p:cNvPr id="8" name="Rectángulo 7">
            <a:extLst>
              <a:ext uri="{FF2B5EF4-FFF2-40B4-BE49-F238E27FC236}">
                <a16:creationId xmlns:a16="http://schemas.microsoft.com/office/drawing/2014/main" id="{EF3A0E82-FF4A-4767-8F46-4CEFBC357853}"/>
              </a:ext>
            </a:extLst>
          </p:cNvPr>
          <p:cNvSpPr/>
          <p:nvPr userDrawn="1"/>
        </p:nvSpPr>
        <p:spPr>
          <a:xfrm>
            <a:off x="524442" y="332974"/>
            <a:ext cx="384969" cy="38496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7" name="Title 1">
            <a:extLst>
              <a:ext uri="{FF2B5EF4-FFF2-40B4-BE49-F238E27FC236}">
                <a16:creationId xmlns:a16="http://schemas.microsoft.com/office/drawing/2014/main" id="{C2F6031E-C802-4044-BF57-B5270148E9C7}"/>
              </a:ext>
            </a:extLst>
          </p:cNvPr>
          <p:cNvSpPr>
            <a:spLocks noGrp="1"/>
          </p:cNvSpPr>
          <p:nvPr>
            <p:ph type="title" hasCustomPrompt="1"/>
          </p:nvPr>
        </p:nvSpPr>
        <p:spPr>
          <a:xfrm>
            <a:off x="906463" y="1182159"/>
            <a:ext cx="6561949" cy="703086"/>
          </a:xfrm>
        </p:spPr>
        <p:txBody>
          <a:bodyPr lIns="0" anchor="t">
            <a:noAutofit/>
          </a:bodyPr>
          <a:lstStyle>
            <a:lvl1pPr>
              <a:defRPr sz="4330">
                <a:solidFill>
                  <a:schemeClr val="bg1"/>
                </a:solidFill>
              </a:defRPr>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11" name="Marcador de texto 17">
            <a:extLst>
              <a:ext uri="{FF2B5EF4-FFF2-40B4-BE49-F238E27FC236}">
                <a16:creationId xmlns:a16="http://schemas.microsoft.com/office/drawing/2014/main" id="{8541B8B5-4A34-4941-9A02-3D8AEA86CD1F}"/>
              </a:ext>
            </a:extLst>
          </p:cNvPr>
          <p:cNvSpPr>
            <a:spLocks noGrp="1"/>
          </p:cNvSpPr>
          <p:nvPr>
            <p:ph type="body" sz="quarter" idx="17" hasCustomPrompt="1"/>
          </p:nvPr>
        </p:nvSpPr>
        <p:spPr>
          <a:xfrm>
            <a:off x="906463" y="2767066"/>
            <a:ext cx="8951912" cy="4551309"/>
          </a:xfrm>
        </p:spPr>
        <p:txBody>
          <a:bodyPr lIns="0">
            <a:noAutofit/>
          </a:bodyPr>
          <a:lstStyle>
            <a:lvl1pPr marL="0" indent="0">
              <a:lnSpc>
                <a:spcPts val="1700"/>
              </a:lnSpc>
              <a:spcBef>
                <a:spcPts val="900"/>
              </a:spcBef>
              <a:spcAft>
                <a:spcPts val="900"/>
              </a:spcAft>
              <a:buNone/>
              <a:defRPr sz="1440" b="0">
                <a:solidFill>
                  <a:schemeClr val="bg1"/>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cusdae</a:t>
            </a:r>
            <a:r>
              <a:rPr lang="es-ES" dirty="0"/>
              <a:t> </a:t>
            </a:r>
            <a:r>
              <a:rPr lang="es-ES" dirty="0" err="1"/>
              <a:t>etur</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a:t>
            </a:r>
            <a:r>
              <a:rPr lang="es-ES" dirty="0" err="1"/>
              <a:t>Lenet</a:t>
            </a:r>
            <a:r>
              <a:rPr lang="es-ES" dirty="0"/>
              <a:t> et </a:t>
            </a:r>
            <a:r>
              <a:rPr lang="es-ES" dirty="0" err="1"/>
              <a:t>laborerum</a:t>
            </a:r>
            <a:r>
              <a:rPr lang="es-ES" dirty="0"/>
              <a:t> </a:t>
            </a:r>
            <a:r>
              <a:rPr lang="es-ES" dirty="0" err="1"/>
              <a:t>aut</a:t>
            </a:r>
            <a:r>
              <a:rPr lang="es-ES" dirty="0"/>
              <a:t> </a:t>
            </a:r>
            <a:r>
              <a:rPr lang="es-ES" dirty="0" err="1"/>
              <a:t>quamus</a:t>
            </a:r>
            <a:r>
              <a:rPr lang="es-ES" dirty="0"/>
              <a:t> </a:t>
            </a:r>
            <a:r>
              <a:rPr lang="es-ES" dirty="0" err="1"/>
              <a:t>sinventio</a:t>
            </a:r>
            <a:r>
              <a:rPr lang="es-ES" dirty="0"/>
              <a:t> </a:t>
            </a:r>
            <a:r>
              <a:rPr lang="es-ES" dirty="0" err="1"/>
              <a:t>molentur</a:t>
            </a:r>
            <a:r>
              <a:rPr lang="es-ES" dirty="0"/>
              <a:t> </a:t>
            </a:r>
            <a:r>
              <a:rPr lang="es-ES" dirty="0" err="1"/>
              <a:t>maio</a:t>
            </a:r>
            <a:r>
              <a:rPr lang="es-ES" dirty="0"/>
              <a:t> </a:t>
            </a:r>
            <a:r>
              <a:rPr lang="es-ES" dirty="0" err="1"/>
              <a:t>bernam</a:t>
            </a:r>
            <a:r>
              <a:rPr lang="es-ES" dirty="0"/>
              <a:t> </a:t>
            </a:r>
            <a:r>
              <a:rPr lang="es-ES" dirty="0" err="1"/>
              <a:t>dollandel</a:t>
            </a:r>
            <a:r>
              <a:rPr lang="es-ES" dirty="0"/>
              <a:t> </a:t>
            </a:r>
            <a:r>
              <a:rPr lang="es-ES" dirty="0" err="1"/>
              <a:t>experovit</a:t>
            </a:r>
            <a:r>
              <a:rPr lang="es-ES" dirty="0"/>
              <a:t>, </a:t>
            </a:r>
            <a:r>
              <a:rPr lang="es-ES" dirty="0" err="1"/>
              <a:t>odictatum</a:t>
            </a:r>
            <a:r>
              <a:rPr lang="es-ES" dirty="0"/>
              <a:t> re </a:t>
            </a:r>
            <a:r>
              <a:rPr lang="es-ES" dirty="0" err="1"/>
              <a:t>accus</a:t>
            </a:r>
            <a:r>
              <a:rPr lang="es-ES" dirty="0"/>
              <a:t> </a:t>
            </a:r>
            <a:r>
              <a:rPr lang="es-ES" dirty="0" err="1"/>
              <a:t>dolorruptium</a:t>
            </a:r>
            <a:r>
              <a:rPr lang="es-ES" dirty="0"/>
              <a:t> </a:t>
            </a:r>
            <a:r>
              <a:rPr lang="es-ES" dirty="0" err="1"/>
              <a:t>vel</a:t>
            </a:r>
            <a:r>
              <a:rPr lang="es-ES" dirty="0"/>
              <a:t> </a:t>
            </a:r>
            <a:r>
              <a:rPr lang="es-ES" dirty="0" err="1"/>
              <a:t>ma</a:t>
            </a:r>
            <a:r>
              <a:rPr lang="es-ES" dirty="0"/>
              <a:t> </a:t>
            </a:r>
            <a:r>
              <a:rPr lang="es-ES" dirty="0" err="1"/>
              <a:t>cus</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Ommos</a:t>
            </a:r>
            <a:r>
              <a:rPr lang="es-ES" dirty="0"/>
              <a:t> </a:t>
            </a:r>
            <a:r>
              <a:rPr lang="es-ES" dirty="0" err="1"/>
              <a:t>num</a:t>
            </a:r>
            <a:r>
              <a:rPr lang="es-ES" dirty="0"/>
              <a:t> ad </a:t>
            </a:r>
            <a:r>
              <a:rPr lang="es-ES" dirty="0" err="1"/>
              <a:t>est</a:t>
            </a:r>
            <a:r>
              <a:rPr lang="es-ES" dirty="0"/>
              <a:t> </a:t>
            </a:r>
            <a:r>
              <a:rPr lang="es-ES" dirty="0" err="1"/>
              <a:t>ilitatur</a:t>
            </a:r>
            <a:r>
              <a:rPr lang="es-ES" dirty="0"/>
              <a:t> </a:t>
            </a:r>
            <a:r>
              <a:rPr lang="es-ES" dirty="0" err="1"/>
              <a:t>sitiam</a:t>
            </a:r>
            <a:r>
              <a:rPr lang="es-ES" dirty="0"/>
              <a:t> </a:t>
            </a:r>
            <a:r>
              <a:rPr lang="es-ES" dirty="0" err="1"/>
              <a:t>fugiamet</a:t>
            </a:r>
            <a:r>
              <a:rPr lang="es-ES" dirty="0"/>
              <a:t> </a:t>
            </a:r>
            <a:r>
              <a:rPr lang="es-ES" dirty="0" err="1"/>
              <a:t>dipsant</a:t>
            </a:r>
            <a:r>
              <a:rPr lang="es-ES" dirty="0"/>
              <a:t> </a:t>
            </a:r>
            <a:r>
              <a:rPr lang="es-ES" dirty="0" err="1"/>
              <a:t>incime</a:t>
            </a:r>
            <a:r>
              <a:rPr lang="es-ES" dirty="0"/>
              <a:t> </a:t>
            </a:r>
            <a:r>
              <a:rPr lang="es-ES" dirty="0" err="1"/>
              <a:t>voluptibus</a:t>
            </a:r>
            <a:r>
              <a:rPr lang="es-ES" dirty="0"/>
              <a:t> </a:t>
            </a:r>
            <a:r>
              <a:rPr lang="es-ES" dirty="0" err="1"/>
              <a:t>eumquo</a:t>
            </a:r>
            <a:r>
              <a:rPr lang="es-ES" dirty="0"/>
              <a:t> et </a:t>
            </a:r>
            <a:r>
              <a:rPr lang="es-ES" dirty="0" err="1"/>
              <a:t>elibusa</a:t>
            </a:r>
            <a:r>
              <a:rPr lang="es-ES" dirty="0"/>
              <a:t> </a:t>
            </a:r>
            <a:r>
              <a:rPr lang="es-ES" dirty="0" err="1"/>
              <a:t>consed</a:t>
            </a:r>
            <a:r>
              <a:rPr lang="es-ES" dirty="0"/>
              <a:t> </a:t>
            </a:r>
            <a:r>
              <a:rPr lang="es-ES" dirty="0" err="1"/>
              <a:t>quam</a:t>
            </a:r>
            <a:r>
              <a:rPr lang="es-ES" dirty="0"/>
              <a:t>, </a:t>
            </a:r>
            <a:r>
              <a:rPr lang="es-ES" dirty="0" err="1"/>
              <a:t>tecesciis</a:t>
            </a:r>
            <a:r>
              <a:rPr lang="es-ES" dirty="0"/>
              <a:t> </a:t>
            </a:r>
            <a:r>
              <a:rPr lang="es-ES" dirty="0" err="1"/>
              <a:t>velignimus</a:t>
            </a:r>
            <a:r>
              <a:rPr lang="es-ES" dirty="0"/>
              <a:t>, </a:t>
            </a:r>
            <a:r>
              <a:rPr lang="es-ES" dirty="0" err="1"/>
              <a:t>exped</a:t>
            </a:r>
            <a:r>
              <a:rPr lang="es-ES" dirty="0"/>
              <a:t> </a:t>
            </a:r>
            <a:r>
              <a:rPr lang="es-ES" dirty="0" err="1"/>
              <a:t>ma</a:t>
            </a:r>
            <a:r>
              <a:rPr lang="es-ES" dirty="0"/>
              <a:t> con </a:t>
            </a:r>
            <a:r>
              <a:rPr lang="es-ES" dirty="0" err="1"/>
              <a:t>nis</a:t>
            </a:r>
            <a:r>
              <a:rPr lang="es-ES" dirty="0"/>
              <a:t> dolor sunt opta qui </a:t>
            </a:r>
            <a:r>
              <a:rPr lang="es-ES" dirty="0" err="1"/>
              <a:t>bero</a:t>
            </a:r>
            <a:r>
              <a:rPr lang="es-ES" dirty="0"/>
              <a:t> con </a:t>
            </a:r>
            <a:r>
              <a:rPr lang="es-ES" dirty="0" err="1"/>
              <a:t>porum</a:t>
            </a:r>
            <a:r>
              <a:rPr lang="es-ES" dirty="0"/>
              <a:t> </a:t>
            </a:r>
            <a:r>
              <a:rPr lang="es-ES" dirty="0" err="1"/>
              <a:t>delique</a:t>
            </a:r>
            <a:r>
              <a:rPr lang="es-ES" dirty="0"/>
              <a:t> </a:t>
            </a:r>
            <a:r>
              <a:rPr lang="es-ES" dirty="0" err="1"/>
              <a:t>cus</a:t>
            </a:r>
            <a:r>
              <a:rPr lang="es-ES" dirty="0"/>
              <a:t> et </a:t>
            </a:r>
            <a:r>
              <a:rPr lang="es-ES" dirty="0" err="1"/>
              <a:t>et</a:t>
            </a:r>
            <a:r>
              <a:rPr lang="es-ES" dirty="0"/>
              <a:t> </a:t>
            </a:r>
            <a:r>
              <a:rPr lang="es-ES" dirty="0" err="1"/>
              <a:t>voloribus</a:t>
            </a:r>
            <a:r>
              <a:rPr lang="es-ES" dirty="0"/>
              <a:t> </a:t>
            </a:r>
            <a:r>
              <a:rPr lang="es-ES" dirty="0" err="1"/>
              <a:t>expella</a:t>
            </a:r>
            <a:r>
              <a:rPr lang="es-ES" dirty="0"/>
              <a:t> </a:t>
            </a:r>
            <a:r>
              <a:rPr lang="es-ES" dirty="0" err="1"/>
              <a:t>borepe</a:t>
            </a:r>
            <a:r>
              <a:rPr lang="es-ES" dirty="0"/>
              <a:t> </a:t>
            </a:r>
            <a:r>
              <a:rPr lang="es-ES" dirty="0" err="1"/>
              <a:t>ped</a:t>
            </a:r>
            <a:r>
              <a:rPr lang="es-ES" dirty="0"/>
              <a:t> </a:t>
            </a:r>
            <a:r>
              <a:rPr lang="es-ES" dirty="0" err="1"/>
              <a:t>eum</a:t>
            </a:r>
            <a:r>
              <a:rPr lang="es-ES" dirty="0"/>
              <a:t> </a:t>
            </a:r>
            <a:r>
              <a:rPr lang="es-ES" dirty="0" err="1"/>
              <a:t>endios</a:t>
            </a:r>
            <a:r>
              <a:rPr lang="es-ES" dirty="0"/>
              <a:t> </a:t>
            </a:r>
            <a:r>
              <a:rPr lang="es-ES" dirty="0" err="1"/>
              <a:t>exerat</a:t>
            </a:r>
            <a:r>
              <a:rPr lang="es-ES" dirty="0"/>
              <a:t> </a:t>
            </a:r>
            <a:r>
              <a:rPr lang="es-ES" dirty="0" err="1"/>
              <a:t>debiti</a:t>
            </a:r>
            <a:r>
              <a:rPr lang="es-ES" dirty="0"/>
              <a:t> </a:t>
            </a:r>
            <a:r>
              <a:rPr lang="es-ES" dirty="0" err="1"/>
              <a:t>doluptatur</a:t>
            </a:r>
            <a:r>
              <a:rPr lang="es-ES" dirty="0"/>
              <a:t>, que dicto </a:t>
            </a:r>
            <a:r>
              <a:rPr lang="es-ES" dirty="0" err="1"/>
              <a:t>consecume</a:t>
            </a:r>
            <a:r>
              <a:rPr lang="es-ES" dirty="0"/>
              <a:t> re, </a:t>
            </a:r>
            <a:r>
              <a:rPr lang="es-ES" dirty="0" err="1"/>
              <a:t>nusam</a:t>
            </a:r>
            <a:r>
              <a:rPr lang="es-ES" dirty="0"/>
              <a:t> et </a:t>
            </a:r>
            <a:r>
              <a:rPr lang="es-ES" dirty="0" err="1"/>
              <a:t>videllu</a:t>
            </a:r>
            <a:r>
              <a:rPr lang="es-ES" dirty="0"/>
              <a:t> </a:t>
            </a:r>
            <a:r>
              <a:rPr lang="es-ES" dirty="0" err="1"/>
              <a:t>picient</a:t>
            </a:r>
            <a:r>
              <a:rPr lang="es-ES" dirty="0"/>
              <a:t> </a:t>
            </a:r>
            <a:r>
              <a:rPr lang="es-ES" dirty="0" err="1"/>
              <a:t>iasperc</a:t>
            </a:r>
            <a:r>
              <a:rPr lang="es-ES" dirty="0"/>
              <a:t> </a:t>
            </a:r>
            <a:r>
              <a:rPr lang="es-ES" dirty="0" err="1"/>
              <a:t>hitatur</a:t>
            </a:r>
            <a:r>
              <a:rPr lang="es-ES" dirty="0"/>
              <a:t> </a:t>
            </a:r>
            <a:r>
              <a:rPr lang="es-ES" dirty="0" err="1"/>
              <a:t>ectibus</a:t>
            </a:r>
            <a:r>
              <a:rPr lang="es-ES" dirty="0"/>
              <a:t> </a:t>
            </a:r>
            <a:r>
              <a:rPr lang="es-ES" dirty="0" err="1"/>
              <a:t>eatenih</a:t>
            </a:r>
            <a:r>
              <a:rPr lang="es-ES" dirty="0"/>
              <a:t> </a:t>
            </a:r>
            <a:r>
              <a:rPr lang="es-ES" dirty="0" err="1"/>
              <a:t>iliquatibus</a:t>
            </a:r>
            <a:r>
              <a:rPr lang="es-ES" dirty="0"/>
              <a:t> </a:t>
            </a:r>
            <a:r>
              <a:rPr lang="es-ES" dirty="0" err="1"/>
              <a:t>volora</a:t>
            </a:r>
            <a:r>
              <a:rPr lang="es-ES" dirty="0"/>
              <a:t> </a:t>
            </a:r>
            <a:r>
              <a:rPr lang="es-ES" dirty="0" err="1"/>
              <a:t>vel</a:t>
            </a:r>
            <a:r>
              <a:rPr lang="es-ES" dirty="0"/>
              <a:t> </a:t>
            </a:r>
            <a:r>
              <a:rPr lang="es-ES" dirty="0" err="1"/>
              <a:t>earions</a:t>
            </a:r>
            <a:r>
              <a:rPr lang="es-ES" dirty="0"/>
              <a:t> </a:t>
            </a:r>
            <a:r>
              <a:rPr lang="es-ES" dirty="0" err="1"/>
              <a:t>equi</a:t>
            </a:r>
            <a:r>
              <a:rPr lang="es-ES" dirty="0"/>
              <a:t>. </a:t>
            </a:r>
            <a:br>
              <a:rPr lang="es-ES" dirty="0"/>
            </a:br>
            <a:r>
              <a:rPr lang="es-ES" dirty="0" err="1"/>
              <a:t>volorumqui</a:t>
            </a:r>
            <a:r>
              <a:rPr lang="es-ES" dirty="0"/>
              <a:t> con </a:t>
            </a:r>
            <a:r>
              <a:rPr lang="es-ES" dirty="0" err="1"/>
              <a:t>est</a:t>
            </a:r>
            <a:r>
              <a:rPr lang="es-ES" dirty="0"/>
              <a:t> </a:t>
            </a:r>
            <a:r>
              <a:rPr lang="es-ES" dirty="0" err="1"/>
              <a:t>rerferibus</a:t>
            </a:r>
            <a:r>
              <a:rPr lang="es-ES" dirty="0"/>
              <a:t> </a:t>
            </a:r>
            <a:r>
              <a:rPr lang="es-ES" dirty="0" err="1"/>
              <a:t>alit</a:t>
            </a:r>
            <a:r>
              <a:rPr lang="es-ES" dirty="0"/>
              <a:t> </a:t>
            </a:r>
            <a:r>
              <a:rPr lang="es-ES" dirty="0" err="1"/>
              <a:t>accabor</a:t>
            </a:r>
            <a:r>
              <a:rPr lang="es-ES" dirty="0"/>
              <a:t> </a:t>
            </a:r>
            <a:r>
              <a:rPr lang="es-ES" dirty="0" err="1"/>
              <a:t>itatem</a:t>
            </a:r>
            <a:r>
              <a:rPr lang="es-ES" dirty="0"/>
              <a:t> </a:t>
            </a:r>
            <a:r>
              <a:rPr lang="es-ES" dirty="0" err="1"/>
              <a:t>simolorio</a:t>
            </a:r>
            <a:r>
              <a:rPr lang="es-ES" dirty="0"/>
              <a:t> es </a:t>
            </a:r>
            <a:r>
              <a:rPr lang="es-ES" dirty="0" err="1"/>
              <a:t>etus</a:t>
            </a:r>
            <a:r>
              <a:rPr lang="es-ES" dirty="0"/>
              <a:t> </a:t>
            </a:r>
            <a:r>
              <a:rPr lang="es-ES" dirty="0" err="1"/>
              <a:t>esseque</a:t>
            </a:r>
            <a:r>
              <a:rPr lang="es-ES" dirty="0"/>
              <a:t> veles es </a:t>
            </a:r>
            <a:r>
              <a:rPr lang="es-ES" dirty="0" err="1"/>
              <a:t>dunt</a:t>
            </a:r>
            <a:r>
              <a:rPr lang="es-ES" dirty="0"/>
              <a:t> </a:t>
            </a:r>
            <a:r>
              <a:rPr lang="es-ES" dirty="0" err="1"/>
              <a:t>officta</a:t>
            </a:r>
            <a:r>
              <a:rPr lang="es-ES" dirty="0"/>
              <a:t> </a:t>
            </a:r>
            <a:r>
              <a:rPr lang="es-ES" dirty="0" err="1"/>
              <a:t>erupta</a:t>
            </a:r>
            <a:r>
              <a:rPr lang="es-ES" dirty="0"/>
              <a:t> </a:t>
            </a:r>
            <a:r>
              <a:rPr lang="es-ES" dirty="0" err="1"/>
              <a:t>ant</a:t>
            </a:r>
            <a:r>
              <a:rPr lang="es-ES" dirty="0"/>
              <a:t> </a:t>
            </a:r>
            <a:r>
              <a:rPr lang="es-ES" dirty="0" err="1"/>
              <a:t>omniment</a:t>
            </a:r>
            <a:r>
              <a:rPr lang="es-ES" dirty="0"/>
              <a:t> </a:t>
            </a:r>
            <a:r>
              <a:rPr lang="es-ES" dirty="0" err="1"/>
              <a:t>odi</a:t>
            </a:r>
            <a:r>
              <a:rPr lang="es-ES" dirty="0"/>
              <a:t> </a:t>
            </a:r>
            <a:r>
              <a:rPr lang="es-ES" dirty="0" err="1"/>
              <a:t>deria</a:t>
            </a:r>
            <a:r>
              <a:rPr lang="es-ES" dirty="0"/>
              <a:t> </a:t>
            </a:r>
            <a:r>
              <a:rPr lang="es-ES" dirty="0" err="1"/>
              <a:t>evelibuscia</a:t>
            </a:r>
            <a:r>
              <a:rPr lang="es-ES" dirty="0"/>
              <a:t> non re </a:t>
            </a:r>
            <a:r>
              <a:rPr lang="es-ES" dirty="0" err="1"/>
              <a:t>voleste</a:t>
            </a:r>
            <a:r>
              <a:rPr lang="es-ES" dirty="0"/>
              <a:t>.</a:t>
            </a:r>
          </a:p>
        </p:txBody>
      </p:sp>
      <p:sp>
        <p:nvSpPr>
          <p:cNvPr id="12" name="Marcador de texto 4">
            <a:extLst>
              <a:ext uri="{FF2B5EF4-FFF2-40B4-BE49-F238E27FC236}">
                <a16:creationId xmlns:a16="http://schemas.microsoft.com/office/drawing/2014/main" id="{570181F8-E3DA-40CA-993C-3FA1859900AB}"/>
              </a:ext>
            </a:extLst>
          </p:cNvPr>
          <p:cNvSpPr>
            <a:spLocks noGrp="1"/>
          </p:cNvSpPr>
          <p:nvPr>
            <p:ph type="body" sz="quarter" idx="18" hasCustomPrompt="1"/>
          </p:nvPr>
        </p:nvSpPr>
        <p:spPr>
          <a:xfrm>
            <a:off x="906463" y="2172974"/>
            <a:ext cx="5672137" cy="594092"/>
          </a:xfrm>
        </p:spPr>
        <p:txBody>
          <a:bodyPr lIns="0">
            <a:normAutofit/>
          </a:bodyPr>
          <a:lstStyle>
            <a:lvl1pPr marL="0" indent="0">
              <a:lnSpc>
                <a:spcPct val="100000"/>
              </a:lnSpc>
              <a:buNone/>
              <a:defRPr lang="es-ES" sz="2400" b="1" kern="1200" dirty="0">
                <a:solidFill>
                  <a:schemeClr val="bg1"/>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pic>
        <p:nvPicPr>
          <p:cNvPr id="13" name="Gráfico 12">
            <a:extLst>
              <a:ext uri="{FF2B5EF4-FFF2-40B4-BE49-F238E27FC236}">
                <a16:creationId xmlns:a16="http://schemas.microsoft.com/office/drawing/2014/main" id="{094E685F-C14D-482F-9A0A-9F0AB3CA7333}"/>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12323884" y="7585901"/>
            <a:ext cx="1400054" cy="385200"/>
          </a:xfrm>
          <a:prstGeom prst="rect">
            <a:avLst/>
          </a:prstGeom>
        </p:spPr>
      </p:pic>
    </p:spTree>
    <p:extLst>
      <p:ext uri="{BB962C8B-B14F-4D97-AF65-F5344CB8AC3E}">
        <p14:creationId xmlns:p14="http://schemas.microsoft.com/office/powerpoint/2010/main" val="1455080533"/>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exto 2 columnas">
    <p:spTree>
      <p:nvGrpSpPr>
        <p:cNvPr id="1" name=""/>
        <p:cNvGrpSpPr/>
        <p:nvPr/>
      </p:nvGrpSpPr>
      <p:grpSpPr>
        <a:xfrm>
          <a:off x="0" y="0"/>
          <a:ext cx="0" cy="0"/>
          <a:chOff x="0" y="0"/>
          <a:chExt cx="0" cy="0"/>
        </a:xfrm>
      </p:grpSpPr>
      <p:pic>
        <p:nvPicPr>
          <p:cNvPr id="5" name="Imagen 4">
            <a:extLst>
              <a:ext uri="{FF2B5EF4-FFF2-40B4-BE49-F238E27FC236}">
                <a16:creationId xmlns:a16="http://schemas.microsoft.com/office/drawing/2014/main" id="{01EB0F94-859D-44E4-A1AF-507F3F6D3C4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2" name="Title 1"/>
          <p:cNvSpPr>
            <a:spLocks noGrp="1"/>
          </p:cNvSpPr>
          <p:nvPr>
            <p:ph type="title" hasCustomPrompt="1"/>
          </p:nvPr>
        </p:nvSpPr>
        <p:spPr>
          <a:xfrm>
            <a:off x="906463" y="1182159"/>
            <a:ext cx="6561949" cy="703086"/>
          </a:xfrm>
        </p:spPr>
        <p:txBody>
          <a:bodyPr lIns="0" anchor="t">
            <a:noAutofit/>
          </a:bodyPr>
          <a:lstStyle>
            <a:lvl1pPr>
              <a:defRPr sz="4330"/>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3" name="Marcador de número de diapositiva 2">
            <a:extLst>
              <a:ext uri="{FF2B5EF4-FFF2-40B4-BE49-F238E27FC236}">
                <a16:creationId xmlns:a16="http://schemas.microsoft.com/office/drawing/2014/main" id="{298F2FCB-7E2F-400B-81B1-18B456AE6C0D}"/>
              </a:ext>
            </a:extLst>
          </p:cNvPr>
          <p:cNvSpPr>
            <a:spLocks noGrp="1"/>
          </p:cNvSpPr>
          <p:nvPr>
            <p:ph type="sldNum" sz="quarter" idx="16"/>
          </p:nvPr>
        </p:nvSpPr>
        <p:spPr/>
        <p:txBody>
          <a:bodyPr/>
          <a:lstStyle/>
          <a:p>
            <a:fld id="{B005B2D1-880E-4846-A216-7D6770BA1332}" type="slidenum">
              <a:rPr lang="es-ES" smtClean="0"/>
              <a:pPr/>
              <a:t>‹Nº›</a:t>
            </a:fld>
            <a:endParaRPr lang="es-ES" dirty="0"/>
          </a:p>
        </p:txBody>
      </p:sp>
      <p:sp>
        <p:nvSpPr>
          <p:cNvPr id="17" name="Marcador de texto 17">
            <a:extLst>
              <a:ext uri="{FF2B5EF4-FFF2-40B4-BE49-F238E27FC236}">
                <a16:creationId xmlns:a16="http://schemas.microsoft.com/office/drawing/2014/main" id="{ED651845-DE33-4174-8EA2-DF23E49F4C48}"/>
              </a:ext>
            </a:extLst>
          </p:cNvPr>
          <p:cNvSpPr>
            <a:spLocks noGrp="1"/>
          </p:cNvSpPr>
          <p:nvPr>
            <p:ph type="body" sz="quarter" idx="17" hasCustomPrompt="1"/>
          </p:nvPr>
        </p:nvSpPr>
        <p:spPr>
          <a:xfrm>
            <a:off x="906463" y="3115112"/>
            <a:ext cx="4872037" cy="1660088"/>
          </a:xfrm>
        </p:spPr>
        <p:txBody>
          <a:bodyPr lIns="0">
            <a:noAutofit/>
          </a:bodyPr>
          <a:lstStyle>
            <a:lvl1pPr marL="0" indent="0">
              <a:lnSpc>
                <a:spcPts val="1700"/>
              </a:lnSpc>
              <a:spcBef>
                <a:spcPts val="900"/>
              </a:spcBef>
              <a:spcAft>
                <a:spcPts val="900"/>
              </a:spcAft>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		</a:t>
            </a:r>
          </a:p>
        </p:txBody>
      </p:sp>
      <p:sp>
        <p:nvSpPr>
          <p:cNvPr id="19" name="CuadroTexto 18">
            <a:extLst>
              <a:ext uri="{FF2B5EF4-FFF2-40B4-BE49-F238E27FC236}">
                <a16:creationId xmlns:a16="http://schemas.microsoft.com/office/drawing/2014/main" id="{D2CA20B9-F60F-45EA-A71A-63C33406C8E7}"/>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1E1E1E"/>
                </a:solidFill>
                <a:latin typeface="Century Gothic" panose="020B0502020202020204" pitchFamily="34" charset="0"/>
              </a:rPr>
              <a:t>© Copyright Universidad Europea. Todos los derechos reservados</a:t>
            </a:r>
            <a:endParaRPr lang="es-ES" dirty="0">
              <a:solidFill>
                <a:srgbClr val="1E1E1E"/>
              </a:solidFill>
            </a:endParaRPr>
          </a:p>
        </p:txBody>
      </p:sp>
      <p:sp>
        <p:nvSpPr>
          <p:cNvPr id="9" name="Marcador de texto 8">
            <a:extLst>
              <a:ext uri="{FF2B5EF4-FFF2-40B4-BE49-F238E27FC236}">
                <a16:creationId xmlns:a16="http://schemas.microsoft.com/office/drawing/2014/main" id="{B65DF388-3408-4AF2-9B3A-3FEA357FE26B}"/>
              </a:ext>
            </a:extLst>
          </p:cNvPr>
          <p:cNvSpPr>
            <a:spLocks noGrp="1"/>
          </p:cNvSpPr>
          <p:nvPr>
            <p:ph type="body" sz="quarter" idx="19" hasCustomPrompt="1"/>
          </p:nvPr>
        </p:nvSpPr>
        <p:spPr>
          <a:xfrm>
            <a:off x="906463" y="5209791"/>
            <a:ext cx="4872038" cy="1324359"/>
          </a:xfrm>
        </p:spPr>
        <p:txBody>
          <a:bodyPr lIns="0">
            <a:normAutofit/>
          </a:bodyPr>
          <a:lstStyle>
            <a:lvl1pPr marL="273050" indent="-187325">
              <a:lnSpc>
                <a:spcPts val="1700"/>
              </a:lnSpc>
              <a:spcBef>
                <a:spcPts val="0"/>
              </a:spcBef>
              <a:buSzPct val="120000"/>
              <a:defRPr sz="1440"/>
            </a:lvl1pPr>
          </a:lstStyle>
          <a:p>
            <a:pPr lvl="0"/>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a:t>
            </a:r>
          </a:p>
          <a:p>
            <a:pPr lvl="0"/>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a:t>
            </a:r>
          </a:p>
          <a:p>
            <a:pPr lvl="0"/>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a:t>
            </a:r>
          </a:p>
          <a:p>
            <a:pPr lvl="0"/>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a:t>
            </a:r>
          </a:p>
          <a:p>
            <a:pPr lvl="0"/>
            <a:endParaRPr lang="es-ES" dirty="0"/>
          </a:p>
        </p:txBody>
      </p:sp>
      <p:sp>
        <p:nvSpPr>
          <p:cNvPr id="24" name="Marcador de texto 17">
            <a:extLst>
              <a:ext uri="{FF2B5EF4-FFF2-40B4-BE49-F238E27FC236}">
                <a16:creationId xmlns:a16="http://schemas.microsoft.com/office/drawing/2014/main" id="{1B566430-C516-4659-9CF0-413B38884746}"/>
              </a:ext>
            </a:extLst>
          </p:cNvPr>
          <p:cNvSpPr>
            <a:spLocks noGrp="1"/>
          </p:cNvSpPr>
          <p:nvPr>
            <p:ph type="body" sz="quarter" idx="20" hasCustomPrompt="1"/>
          </p:nvPr>
        </p:nvSpPr>
        <p:spPr>
          <a:xfrm>
            <a:off x="6517040" y="3115112"/>
            <a:ext cx="4872037" cy="1660088"/>
          </a:xfrm>
        </p:spPr>
        <p:txBody>
          <a:bodyPr lIns="0">
            <a:noAutofit/>
          </a:bodyPr>
          <a:lstStyle>
            <a:lvl1pPr marL="0" indent="0">
              <a:lnSpc>
                <a:spcPts val="1700"/>
              </a:lnSpc>
              <a:spcBef>
                <a:spcPts val="900"/>
              </a:spcBef>
              <a:spcAft>
                <a:spcPts val="900"/>
              </a:spcAft>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		</a:t>
            </a:r>
          </a:p>
        </p:txBody>
      </p:sp>
      <p:sp>
        <p:nvSpPr>
          <p:cNvPr id="26" name="Marcador de texto 8">
            <a:extLst>
              <a:ext uri="{FF2B5EF4-FFF2-40B4-BE49-F238E27FC236}">
                <a16:creationId xmlns:a16="http://schemas.microsoft.com/office/drawing/2014/main" id="{573ECFD9-1700-48BC-9A10-1EEB57FE21FE}"/>
              </a:ext>
            </a:extLst>
          </p:cNvPr>
          <p:cNvSpPr>
            <a:spLocks noGrp="1"/>
          </p:cNvSpPr>
          <p:nvPr>
            <p:ph type="body" sz="quarter" idx="21" hasCustomPrompt="1"/>
          </p:nvPr>
        </p:nvSpPr>
        <p:spPr>
          <a:xfrm>
            <a:off x="6517040" y="5209791"/>
            <a:ext cx="4872038" cy="1324359"/>
          </a:xfrm>
        </p:spPr>
        <p:txBody>
          <a:bodyPr lIns="0">
            <a:normAutofit/>
          </a:bodyPr>
          <a:lstStyle>
            <a:lvl1pPr marL="273050" indent="-187325">
              <a:lnSpc>
                <a:spcPts val="1700"/>
              </a:lnSpc>
              <a:spcBef>
                <a:spcPts val="0"/>
              </a:spcBef>
              <a:buSzPct val="120000"/>
              <a:defRPr sz="1440"/>
            </a:lvl1pPr>
          </a:lstStyle>
          <a:p>
            <a:pPr lvl="0"/>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a:t>
            </a:r>
          </a:p>
          <a:p>
            <a:pPr lvl="0"/>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a:t>
            </a:r>
          </a:p>
          <a:p>
            <a:pPr lvl="0"/>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a:t>
            </a:r>
          </a:p>
          <a:p>
            <a:pPr lvl="0"/>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a:t>
            </a:r>
          </a:p>
          <a:p>
            <a:pPr lvl="0"/>
            <a:endParaRPr lang="es-ES" dirty="0"/>
          </a:p>
        </p:txBody>
      </p:sp>
      <p:sp>
        <p:nvSpPr>
          <p:cNvPr id="22" name="Marcador de texto 4">
            <a:extLst>
              <a:ext uri="{FF2B5EF4-FFF2-40B4-BE49-F238E27FC236}">
                <a16:creationId xmlns:a16="http://schemas.microsoft.com/office/drawing/2014/main" id="{05E4FB7B-722D-4BE7-8CC0-B75626895DD0}"/>
              </a:ext>
            </a:extLst>
          </p:cNvPr>
          <p:cNvSpPr>
            <a:spLocks noGrp="1"/>
          </p:cNvSpPr>
          <p:nvPr>
            <p:ph type="body" sz="quarter" idx="18" hasCustomPrompt="1"/>
          </p:nvPr>
        </p:nvSpPr>
        <p:spPr>
          <a:xfrm>
            <a:off x="906464" y="2172974"/>
            <a:ext cx="3089804" cy="894430"/>
          </a:xfrm>
        </p:spPr>
        <p:txBody>
          <a:bodyPr lIns="0">
            <a:normAutofit/>
          </a:bodyPr>
          <a:lstStyle>
            <a:lvl1pPr marL="0" indent="0">
              <a:lnSpc>
                <a:spcPct val="100000"/>
              </a:lnSpc>
              <a:buNone/>
              <a:defRPr lang="es-ES" sz="2400" b="1" kern="1200" dirty="0">
                <a:solidFill>
                  <a:srgbClr val="1E1E1E"/>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sp>
        <p:nvSpPr>
          <p:cNvPr id="27" name="Marcador de texto 4">
            <a:extLst>
              <a:ext uri="{FF2B5EF4-FFF2-40B4-BE49-F238E27FC236}">
                <a16:creationId xmlns:a16="http://schemas.microsoft.com/office/drawing/2014/main" id="{F9FC69D8-9723-4F59-88B1-B8A228E30E8C}"/>
              </a:ext>
            </a:extLst>
          </p:cNvPr>
          <p:cNvSpPr>
            <a:spLocks noGrp="1"/>
          </p:cNvSpPr>
          <p:nvPr>
            <p:ph type="body" sz="quarter" idx="22" hasCustomPrompt="1"/>
          </p:nvPr>
        </p:nvSpPr>
        <p:spPr>
          <a:xfrm>
            <a:off x="6517040" y="2172974"/>
            <a:ext cx="3089804" cy="894430"/>
          </a:xfrm>
        </p:spPr>
        <p:txBody>
          <a:bodyPr lIns="0">
            <a:normAutofit/>
          </a:bodyPr>
          <a:lstStyle>
            <a:lvl1pPr marL="0" indent="0">
              <a:lnSpc>
                <a:spcPct val="100000"/>
              </a:lnSpc>
              <a:buNone/>
              <a:defRPr lang="es-ES" sz="2400" b="1" kern="1200" dirty="0">
                <a:solidFill>
                  <a:srgbClr val="1E1E1E"/>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sp>
        <p:nvSpPr>
          <p:cNvPr id="29" name="Marcador de texto 6">
            <a:extLst>
              <a:ext uri="{FF2B5EF4-FFF2-40B4-BE49-F238E27FC236}">
                <a16:creationId xmlns:a16="http://schemas.microsoft.com/office/drawing/2014/main" id="{9B86122E-9AF2-4C6E-92FF-49FE1347FD69}"/>
              </a:ext>
            </a:extLst>
          </p:cNvPr>
          <p:cNvSpPr>
            <a:spLocks noGrp="1"/>
          </p:cNvSpPr>
          <p:nvPr>
            <p:ph type="body" sz="quarter" idx="23" hasCustomPrompt="1"/>
          </p:nvPr>
        </p:nvSpPr>
        <p:spPr>
          <a:xfrm>
            <a:off x="906463" y="4854777"/>
            <a:ext cx="4760912" cy="336157"/>
          </a:xfrm>
        </p:spPr>
        <p:txBody>
          <a:bodyPr lIns="0">
            <a:noAutofit/>
          </a:bodyPr>
          <a:lstStyle>
            <a:lvl1pPr marL="0" indent="0">
              <a:buNone/>
              <a:defRPr sz="1440" b="1"/>
            </a:lvl1pPr>
          </a:lstStyle>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p>
        </p:txBody>
      </p:sp>
      <p:sp>
        <p:nvSpPr>
          <p:cNvPr id="30" name="Marcador de texto 6">
            <a:extLst>
              <a:ext uri="{FF2B5EF4-FFF2-40B4-BE49-F238E27FC236}">
                <a16:creationId xmlns:a16="http://schemas.microsoft.com/office/drawing/2014/main" id="{8EE8A48C-F391-4811-929B-692EE60D9853}"/>
              </a:ext>
            </a:extLst>
          </p:cNvPr>
          <p:cNvSpPr>
            <a:spLocks noGrp="1"/>
          </p:cNvSpPr>
          <p:nvPr>
            <p:ph type="body" sz="quarter" idx="24" hasCustomPrompt="1"/>
          </p:nvPr>
        </p:nvSpPr>
        <p:spPr>
          <a:xfrm>
            <a:off x="6517040" y="4854777"/>
            <a:ext cx="4760912" cy="336157"/>
          </a:xfrm>
        </p:spPr>
        <p:txBody>
          <a:bodyPr lIns="0">
            <a:noAutofit/>
          </a:bodyPr>
          <a:lstStyle>
            <a:lvl1pPr marL="0" indent="0">
              <a:buNone/>
              <a:defRPr sz="1440" b="1"/>
            </a:lvl1pPr>
          </a:lstStyle>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p>
        </p:txBody>
      </p:sp>
      <p:pic>
        <p:nvPicPr>
          <p:cNvPr id="16" name="Gráfico 15">
            <a:extLst>
              <a:ext uri="{FF2B5EF4-FFF2-40B4-BE49-F238E27FC236}">
                <a16:creationId xmlns:a16="http://schemas.microsoft.com/office/drawing/2014/main" id="{1AE249E4-2467-4F87-965C-E68F3597A074}"/>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12323884" y="7585901"/>
            <a:ext cx="1400054" cy="385200"/>
          </a:xfrm>
          <a:prstGeom prst="rect">
            <a:avLst/>
          </a:prstGeom>
        </p:spPr>
      </p:pic>
      <p:sp>
        <p:nvSpPr>
          <p:cNvPr id="23" name="Rectángulo 22">
            <a:extLst>
              <a:ext uri="{FF2B5EF4-FFF2-40B4-BE49-F238E27FC236}">
                <a16:creationId xmlns:a16="http://schemas.microsoft.com/office/drawing/2014/main" id="{B48D373E-19C2-4CC6-B1E7-2270E696A4BE}"/>
              </a:ext>
            </a:extLst>
          </p:cNvPr>
          <p:cNvSpPr/>
          <p:nvPr userDrawn="1"/>
        </p:nvSpPr>
        <p:spPr>
          <a:xfrm>
            <a:off x="524442" y="332974"/>
            <a:ext cx="384969" cy="384969"/>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3406777690"/>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exto 3 columnas">
    <p:spTree>
      <p:nvGrpSpPr>
        <p:cNvPr id="1" name=""/>
        <p:cNvGrpSpPr/>
        <p:nvPr/>
      </p:nvGrpSpPr>
      <p:grpSpPr>
        <a:xfrm>
          <a:off x="0" y="0"/>
          <a:ext cx="0" cy="0"/>
          <a:chOff x="0" y="0"/>
          <a:chExt cx="0" cy="0"/>
        </a:xfrm>
      </p:grpSpPr>
      <p:pic>
        <p:nvPicPr>
          <p:cNvPr id="14" name="Imagen 13">
            <a:extLst>
              <a:ext uri="{FF2B5EF4-FFF2-40B4-BE49-F238E27FC236}">
                <a16:creationId xmlns:a16="http://schemas.microsoft.com/office/drawing/2014/main" id="{2FB2A9B4-7A25-4B33-B17C-A256109A753E}"/>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2" name="Title 1"/>
          <p:cNvSpPr>
            <a:spLocks noGrp="1"/>
          </p:cNvSpPr>
          <p:nvPr>
            <p:ph type="title" hasCustomPrompt="1"/>
          </p:nvPr>
        </p:nvSpPr>
        <p:spPr>
          <a:xfrm>
            <a:off x="906463" y="1182159"/>
            <a:ext cx="6561949" cy="703086"/>
          </a:xfrm>
        </p:spPr>
        <p:txBody>
          <a:bodyPr lIns="0" anchor="t">
            <a:noAutofit/>
          </a:bodyPr>
          <a:lstStyle>
            <a:lvl1pPr>
              <a:defRPr sz="4330"/>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3" name="Marcador de número de diapositiva 2">
            <a:extLst>
              <a:ext uri="{FF2B5EF4-FFF2-40B4-BE49-F238E27FC236}">
                <a16:creationId xmlns:a16="http://schemas.microsoft.com/office/drawing/2014/main" id="{298F2FCB-7E2F-400B-81B1-18B456AE6C0D}"/>
              </a:ext>
            </a:extLst>
          </p:cNvPr>
          <p:cNvSpPr>
            <a:spLocks noGrp="1"/>
          </p:cNvSpPr>
          <p:nvPr>
            <p:ph type="sldNum" sz="quarter" idx="16"/>
          </p:nvPr>
        </p:nvSpPr>
        <p:spPr/>
        <p:txBody>
          <a:bodyPr/>
          <a:lstStyle/>
          <a:p>
            <a:fld id="{B005B2D1-880E-4846-A216-7D6770BA1332}" type="slidenum">
              <a:rPr lang="es-ES" smtClean="0"/>
              <a:pPr/>
              <a:t>‹Nº›</a:t>
            </a:fld>
            <a:endParaRPr lang="es-ES" dirty="0"/>
          </a:p>
        </p:txBody>
      </p:sp>
      <p:sp>
        <p:nvSpPr>
          <p:cNvPr id="17" name="Marcador de texto 17">
            <a:extLst>
              <a:ext uri="{FF2B5EF4-FFF2-40B4-BE49-F238E27FC236}">
                <a16:creationId xmlns:a16="http://schemas.microsoft.com/office/drawing/2014/main" id="{ED651845-DE33-4174-8EA2-DF23E49F4C48}"/>
              </a:ext>
            </a:extLst>
          </p:cNvPr>
          <p:cNvSpPr>
            <a:spLocks noGrp="1"/>
          </p:cNvSpPr>
          <p:nvPr>
            <p:ph type="body" sz="quarter" idx="17" hasCustomPrompt="1"/>
          </p:nvPr>
        </p:nvSpPr>
        <p:spPr>
          <a:xfrm>
            <a:off x="906464" y="3339367"/>
            <a:ext cx="3259136" cy="2992177"/>
          </a:xfrm>
        </p:spPr>
        <p:txBody>
          <a:bodyPr lIns="0">
            <a:noAutofit/>
          </a:bodyPr>
          <a:lstStyle>
            <a:lvl1pPr marL="0" indent="0">
              <a:lnSpc>
                <a:spcPts val="1700"/>
              </a:lnSpc>
              <a:spcBef>
                <a:spcPts val="900"/>
              </a:spcBef>
              <a:spcAft>
                <a:spcPts val="900"/>
              </a:spcAft>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		</a:t>
            </a:r>
          </a:p>
        </p:txBody>
      </p:sp>
      <p:sp>
        <p:nvSpPr>
          <p:cNvPr id="22" name="Marcador de texto 17">
            <a:extLst>
              <a:ext uri="{FF2B5EF4-FFF2-40B4-BE49-F238E27FC236}">
                <a16:creationId xmlns:a16="http://schemas.microsoft.com/office/drawing/2014/main" id="{36D8D383-D93A-4BEA-81C5-5D99296574CF}"/>
              </a:ext>
            </a:extLst>
          </p:cNvPr>
          <p:cNvSpPr>
            <a:spLocks noGrp="1"/>
          </p:cNvSpPr>
          <p:nvPr>
            <p:ph type="body" sz="quarter" idx="18" hasCustomPrompt="1"/>
          </p:nvPr>
        </p:nvSpPr>
        <p:spPr>
          <a:xfrm>
            <a:off x="4914020" y="3339367"/>
            <a:ext cx="3259136" cy="2992177"/>
          </a:xfrm>
        </p:spPr>
        <p:txBody>
          <a:bodyPr lIns="0">
            <a:noAutofit/>
          </a:bodyPr>
          <a:lstStyle>
            <a:lvl1pPr marL="0" indent="0">
              <a:lnSpc>
                <a:spcPts val="1700"/>
              </a:lnSpc>
              <a:spcBef>
                <a:spcPts val="900"/>
              </a:spcBef>
              <a:spcAft>
                <a:spcPts val="900"/>
              </a:spcAft>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		</a:t>
            </a:r>
          </a:p>
        </p:txBody>
      </p:sp>
      <p:sp>
        <p:nvSpPr>
          <p:cNvPr id="28" name="Marcador de texto 17">
            <a:extLst>
              <a:ext uri="{FF2B5EF4-FFF2-40B4-BE49-F238E27FC236}">
                <a16:creationId xmlns:a16="http://schemas.microsoft.com/office/drawing/2014/main" id="{9DEF0FCB-D24A-41C6-B6B1-2A1A3EA97F9A}"/>
              </a:ext>
            </a:extLst>
          </p:cNvPr>
          <p:cNvSpPr>
            <a:spLocks noGrp="1"/>
          </p:cNvSpPr>
          <p:nvPr>
            <p:ph type="body" sz="quarter" idx="19" hasCustomPrompt="1"/>
          </p:nvPr>
        </p:nvSpPr>
        <p:spPr>
          <a:xfrm>
            <a:off x="8912051" y="3339367"/>
            <a:ext cx="3259136" cy="2992177"/>
          </a:xfrm>
        </p:spPr>
        <p:txBody>
          <a:bodyPr lIns="0">
            <a:noAutofit/>
          </a:bodyPr>
          <a:lstStyle>
            <a:lvl1pPr marL="0" indent="0">
              <a:lnSpc>
                <a:spcPts val="1700"/>
              </a:lnSpc>
              <a:spcBef>
                <a:spcPts val="900"/>
              </a:spcBef>
              <a:spcAft>
                <a:spcPts val="900"/>
              </a:spcAft>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		</a:t>
            </a:r>
          </a:p>
        </p:txBody>
      </p:sp>
      <p:sp>
        <p:nvSpPr>
          <p:cNvPr id="29" name="CuadroTexto 28">
            <a:extLst>
              <a:ext uri="{FF2B5EF4-FFF2-40B4-BE49-F238E27FC236}">
                <a16:creationId xmlns:a16="http://schemas.microsoft.com/office/drawing/2014/main" id="{2C51ABAD-344B-4945-9333-5C20ED89FE3B}"/>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31" name="Rectángulo 30">
            <a:extLst>
              <a:ext uri="{FF2B5EF4-FFF2-40B4-BE49-F238E27FC236}">
                <a16:creationId xmlns:a16="http://schemas.microsoft.com/office/drawing/2014/main" id="{410E6A35-FD8D-424A-963C-27B2367EF978}"/>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6" name="Marcador de texto 4">
            <a:extLst>
              <a:ext uri="{FF2B5EF4-FFF2-40B4-BE49-F238E27FC236}">
                <a16:creationId xmlns:a16="http://schemas.microsoft.com/office/drawing/2014/main" id="{A6690533-EFD2-44B8-9B43-A66D920F5C7F}"/>
              </a:ext>
            </a:extLst>
          </p:cNvPr>
          <p:cNvSpPr>
            <a:spLocks noGrp="1"/>
          </p:cNvSpPr>
          <p:nvPr>
            <p:ph type="body" sz="quarter" idx="20" hasCustomPrompt="1"/>
          </p:nvPr>
        </p:nvSpPr>
        <p:spPr>
          <a:xfrm>
            <a:off x="906464" y="2392356"/>
            <a:ext cx="3089804" cy="894430"/>
          </a:xfrm>
        </p:spPr>
        <p:txBody>
          <a:bodyPr lIns="0">
            <a:normAutofit/>
          </a:bodyPr>
          <a:lstStyle>
            <a:lvl1pPr marL="0" indent="0">
              <a:lnSpc>
                <a:spcPct val="100000"/>
              </a:lnSpc>
              <a:buNone/>
              <a:defRPr lang="es-ES" sz="2400" b="1" kern="1200" dirty="0">
                <a:solidFill>
                  <a:srgbClr val="1E1E1E"/>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sp>
        <p:nvSpPr>
          <p:cNvPr id="18" name="Marcador de texto 4">
            <a:extLst>
              <a:ext uri="{FF2B5EF4-FFF2-40B4-BE49-F238E27FC236}">
                <a16:creationId xmlns:a16="http://schemas.microsoft.com/office/drawing/2014/main" id="{6F4B1AF0-3B4D-48F1-B8BA-5E80B030E5D1}"/>
              </a:ext>
            </a:extLst>
          </p:cNvPr>
          <p:cNvSpPr>
            <a:spLocks noGrp="1"/>
          </p:cNvSpPr>
          <p:nvPr>
            <p:ph type="body" sz="quarter" idx="21" hasCustomPrompt="1"/>
          </p:nvPr>
        </p:nvSpPr>
        <p:spPr>
          <a:xfrm>
            <a:off x="4914020" y="2392356"/>
            <a:ext cx="3089804" cy="894430"/>
          </a:xfrm>
        </p:spPr>
        <p:txBody>
          <a:bodyPr lIns="0">
            <a:normAutofit/>
          </a:bodyPr>
          <a:lstStyle>
            <a:lvl1pPr marL="0" indent="0">
              <a:lnSpc>
                <a:spcPct val="100000"/>
              </a:lnSpc>
              <a:buNone/>
              <a:defRPr lang="es-ES" sz="2400" b="1" kern="1200" dirty="0">
                <a:solidFill>
                  <a:srgbClr val="1E1E1E"/>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sp>
        <p:nvSpPr>
          <p:cNvPr id="19" name="Marcador de texto 4">
            <a:extLst>
              <a:ext uri="{FF2B5EF4-FFF2-40B4-BE49-F238E27FC236}">
                <a16:creationId xmlns:a16="http://schemas.microsoft.com/office/drawing/2014/main" id="{8684ACDC-92BA-4BD5-ACC0-23F86F94CEAF}"/>
              </a:ext>
            </a:extLst>
          </p:cNvPr>
          <p:cNvSpPr>
            <a:spLocks noGrp="1"/>
          </p:cNvSpPr>
          <p:nvPr>
            <p:ph type="body" sz="quarter" idx="22" hasCustomPrompt="1"/>
          </p:nvPr>
        </p:nvSpPr>
        <p:spPr>
          <a:xfrm>
            <a:off x="8912051" y="2392356"/>
            <a:ext cx="3089804" cy="894430"/>
          </a:xfrm>
        </p:spPr>
        <p:txBody>
          <a:bodyPr lIns="0">
            <a:normAutofit/>
          </a:bodyPr>
          <a:lstStyle>
            <a:lvl1pPr marL="0" indent="0">
              <a:lnSpc>
                <a:spcPct val="100000"/>
              </a:lnSpc>
              <a:buNone/>
              <a:defRPr lang="es-ES" sz="2400" b="1" kern="1200" dirty="0">
                <a:solidFill>
                  <a:srgbClr val="1E1E1E"/>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pic>
        <p:nvPicPr>
          <p:cNvPr id="15" name="Gráfico 14">
            <a:extLst>
              <a:ext uri="{FF2B5EF4-FFF2-40B4-BE49-F238E27FC236}">
                <a16:creationId xmlns:a16="http://schemas.microsoft.com/office/drawing/2014/main" id="{0F89C5E3-7842-4B5D-9A6A-5CF3A0E318BE}"/>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24442" y="332974"/>
            <a:ext cx="1400054" cy="385200"/>
          </a:xfrm>
          <a:prstGeom prst="rect">
            <a:avLst/>
          </a:prstGeom>
        </p:spPr>
      </p:pic>
    </p:spTree>
    <p:extLst>
      <p:ext uri="{BB962C8B-B14F-4D97-AF65-F5344CB8AC3E}">
        <p14:creationId xmlns:p14="http://schemas.microsoft.com/office/powerpoint/2010/main" val="2448036105"/>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exto + Imagen 01">
    <p:spTree>
      <p:nvGrpSpPr>
        <p:cNvPr id="1" name=""/>
        <p:cNvGrpSpPr/>
        <p:nvPr/>
      </p:nvGrpSpPr>
      <p:grpSpPr>
        <a:xfrm>
          <a:off x="0" y="0"/>
          <a:ext cx="0" cy="0"/>
          <a:chOff x="0" y="0"/>
          <a:chExt cx="0" cy="0"/>
        </a:xfrm>
      </p:grpSpPr>
      <p:pic>
        <p:nvPicPr>
          <p:cNvPr id="13" name="Imagen 12">
            <a:extLst>
              <a:ext uri="{FF2B5EF4-FFF2-40B4-BE49-F238E27FC236}">
                <a16:creationId xmlns:a16="http://schemas.microsoft.com/office/drawing/2014/main" id="{2B6BA599-5F15-4877-AA2D-F2A986708518}"/>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15" name="Marcador de texto 17">
            <a:extLst>
              <a:ext uri="{FF2B5EF4-FFF2-40B4-BE49-F238E27FC236}">
                <a16:creationId xmlns:a16="http://schemas.microsoft.com/office/drawing/2014/main" id="{FD03CA6B-5CA5-4C89-B920-7021E2BD3D7E}"/>
              </a:ext>
            </a:extLst>
          </p:cNvPr>
          <p:cNvSpPr>
            <a:spLocks noGrp="1"/>
          </p:cNvSpPr>
          <p:nvPr>
            <p:ph type="body" sz="quarter" idx="14" hasCustomPrompt="1"/>
          </p:nvPr>
        </p:nvSpPr>
        <p:spPr>
          <a:xfrm>
            <a:off x="1881552" y="3506644"/>
            <a:ext cx="2967851" cy="859873"/>
          </a:xfrm>
        </p:spPr>
        <p:txBody>
          <a:bodyPr>
            <a:normAutofit/>
          </a:bodyPr>
          <a:lstStyle>
            <a:lvl1pPr marL="0" indent="0">
              <a:lnSpc>
                <a:spcPct val="90000"/>
              </a:lnSpc>
              <a:buNone/>
              <a:defRPr lang="es-ES" sz="2750" b="1" kern="1200" dirty="0">
                <a:solidFill>
                  <a:schemeClr val="bg1"/>
                </a:solidFill>
                <a:latin typeface="Century Gothic" panose="020B0502020202020204" pitchFamily="34" charset="0"/>
                <a:ea typeface="+mj-ea"/>
                <a:cs typeface="+mj-cs"/>
              </a:defRPr>
            </a:lvl1pPr>
          </a:lstStyle>
          <a:p>
            <a:r>
              <a:rPr lang="es-ES" dirty="0" err="1">
                <a:solidFill>
                  <a:schemeClr val="bg1"/>
                </a:solidFill>
              </a:rPr>
              <a:t>Lorem</a:t>
            </a:r>
            <a:r>
              <a:rPr lang="es-ES" dirty="0">
                <a:solidFill>
                  <a:schemeClr val="bg1"/>
                </a:solidFill>
              </a:rPr>
              <a:t> </a:t>
            </a:r>
            <a:r>
              <a:rPr lang="es-ES" dirty="0" err="1">
                <a:solidFill>
                  <a:schemeClr val="bg1"/>
                </a:solidFill>
              </a:rPr>
              <a:t>ipsum</a:t>
            </a:r>
            <a:r>
              <a:rPr lang="es-ES" dirty="0">
                <a:solidFill>
                  <a:schemeClr val="bg1"/>
                </a:solidFill>
              </a:rPr>
              <a:t> </a:t>
            </a:r>
            <a:r>
              <a:rPr lang="es-ES" dirty="0" err="1">
                <a:solidFill>
                  <a:schemeClr val="bg1"/>
                </a:solidFill>
              </a:rPr>
              <a:t>Imus</a:t>
            </a:r>
            <a:r>
              <a:rPr lang="es-ES" dirty="0">
                <a:solidFill>
                  <a:schemeClr val="bg1"/>
                </a:solidFill>
              </a:rPr>
              <a:t> </a:t>
            </a:r>
            <a:r>
              <a:rPr lang="es-ES" dirty="0" err="1">
                <a:solidFill>
                  <a:schemeClr val="bg1"/>
                </a:solidFill>
              </a:rPr>
              <a:t>deru</a:t>
            </a:r>
            <a:r>
              <a:rPr lang="es-ES" dirty="0">
                <a:solidFill>
                  <a:schemeClr val="bg1"/>
                </a:solidFill>
              </a:rPr>
              <a:t> </a:t>
            </a:r>
            <a:r>
              <a:rPr lang="es-ES" dirty="0" err="1">
                <a:solidFill>
                  <a:schemeClr val="bg1"/>
                </a:solidFill>
              </a:rPr>
              <a:t>llam</a:t>
            </a:r>
            <a:endParaRPr lang="es-ES" dirty="0">
              <a:solidFill>
                <a:schemeClr val="bg1"/>
              </a:solidFill>
            </a:endParaRPr>
          </a:p>
        </p:txBody>
      </p:sp>
      <p:sp>
        <p:nvSpPr>
          <p:cNvPr id="18" name="Marcador de texto 17">
            <a:extLst>
              <a:ext uri="{FF2B5EF4-FFF2-40B4-BE49-F238E27FC236}">
                <a16:creationId xmlns:a16="http://schemas.microsoft.com/office/drawing/2014/main" id="{B66AA8DE-E799-4ECE-B015-6D7A4D7F44DB}"/>
              </a:ext>
            </a:extLst>
          </p:cNvPr>
          <p:cNvSpPr>
            <a:spLocks noGrp="1"/>
          </p:cNvSpPr>
          <p:nvPr>
            <p:ph type="body" sz="quarter" idx="15" hasCustomPrompt="1"/>
          </p:nvPr>
        </p:nvSpPr>
        <p:spPr>
          <a:xfrm>
            <a:off x="6389266" y="3791413"/>
            <a:ext cx="7334672" cy="575103"/>
          </a:xfrm>
        </p:spPr>
        <p:txBody>
          <a:bodyPr>
            <a:normAutofit/>
          </a:bodyPr>
          <a:lstStyle>
            <a:lvl1pPr marL="0" indent="0">
              <a:lnSpc>
                <a:spcPts val="2800"/>
              </a:lnSpc>
              <a:buNone/>
              <a:defRPr sz="2400" b="1"/>
            </a:lvl1pPr>
          </a:lstStyle>
          <a:p>
            <a:pPr lvl="0"/>
            <a:r>
              <a:rPr lang="es-ES" dirty="0" err="1"/>
              <a:t>Aximinct</a:t>
            </a:r>
            <a:r>
              <a:rPr lang="es-ES" dirty="0"/>
              <a:t> </a:t>
            </a:r>
            <a:r>
              <a:rPr lang="es-ES" dirty="0" err="1"/>
              <a:t>emquibus</a:t>
            </a:r>
            <a:r>
              <a:rPr lang="es-ES" dirty="0"/>
              <a:t> et </a:t>
            </a:r>
            <a:r>
              <a:rPr lang="es-ES" dirty="0" err="1"/>
              <a:t>facium</a:t>
            </a:r>
            <a:r>
              <a:rPr lang="es-ES" dirty="0"/>
              <a:t> </a:t>
            </a:r>
            <a:r>
              <a:rPr lang="es-ES" dirty="0" err="1"/>
              <a:t>natur</a:t>
            </a:r>
            <a:endParaRPr lang="es-ES" dirty="0"/>
          </a:p>
        </p:txBody>
      </p:sp>
      <p:sp>
        <p:nvSpPr>
          <p:cNvPr id="19" name="Marcador de texto 17">
            <a:extLst>
              <a:ext uri="{FF2B5EF4-FFF2-40B4-BE49-F238E27FC236}">
                <a16:creationId xmlns:a16="http://schemas.microsoft.com/office/drawing/2014/main" id="{AD3EB5F9-F938-40BF-A1F5-C2F0B3B89612}"/>
              </a:ext>
            </a:extLst>
          </p:cNvPr>
          <p:cNvSpPr>
            <a:spLocks noGrp="1"/>
          </p:cNvSpPr>
          <p:nvPr>
            <p:ph type="body" sz="quarter" idx="16" hasCustomPrompt="1"/>
          </p:nvPr>
        </p:nvSpPr>
        <p:spPr>
          <a:xfrm>
            <a:off x="6386091" y="4376791"/>
            <a:ext cx="7334672" cy="2941584"/>
          </a:xfrm>
        </p:spPr>
        <p:txBody>
          <a:bodyPr>
            <a:noAutofit/>
          </a:bodyPr>
          <a:lstStyle>
            <a:lvl1pPr marL="0" indent="0">
              <a:lnSpc>
                <a:spcPts val="1700"/>
              </a:lnSpc>
              <a:spcBef>
                <a:spcPts val="900"/>
              </a:spcBef>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a:t>
            </a:r>
          </a:p>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a:t>
            </a:r>
          </a:p>
        </p:txBody>
      </p:sp>
      <p:sp>
        <p:nvSpPr>
          <p:cNvPr id="20" name="Marcador de texto 17">
            <a:extLst>
              <a:ext uri="{FF2B5EF4-FFF2-40B4-BE49-F238E27FC236}">
                <a16:creationId xmlns:a16="http://schemas.microsoft.com/office/drawing/2014/main" id="{F31B79CC-203A-485E-A8C2-5CF4EF2C6E5B}"/>
              </a:ext>
            </a:extLst>
          </p:cNvPr>
          <p:cNvSpPr>
            <a:spLocks noGrp="1"/>
          </p:cNvSpPr>
          <p:nvPr>
            <p:ph type="body" sz="quarter" idx="17" hasCustomPrompt="1"/>
          </p:nvPr>
        </p:nvSpPr>
        <p:spPr>
          <a:xfrm>
            <a:off x="1881552" y="4450064"/>
            <a:ext cx="3460068" cy="1049036"/>
          </a:xfrm>
        </p:spPr>
        <p:txBody>
          <a:bodyPr>
            <a:noAutofit/>
          </a:bodyPr>
          <a:lstStyle>
            <a:lvl1pPr marL="0" indent="0">
              <a:lnSpc>
                <a:spcPts val="1800"/>
              </a:lnSpc>
              <a:buNone/>
              <a:defRPr sz="1440" b="0">
                <a:solidFill>
                  <a:schemeClr val="bg1"/>
                </a:solidFill>
              </a:defRPr>
            </a:lvl1pPr>
          </a:lstStyle>
          <a:p>
            <a:pPr lvl="0"/>
            <a:r>
              <a:rPr lang="es-ES" dirty="0"/>
              <a:t>Ma </a:t>
            </a:r>
            <a:r>
              <a:rPr lang="es-ES" dirty="0" err="1"/>
              <a:t>vendest</a:t>
            </a:r>
            <a:r>
              <a:rPr lang="es-ES" dirty="0"/>
              <a:t> as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a:t>
            </a:r>
          </a:p>
        </p:txBody>
      </p:sp>
      <p:sp>
        <p:nvSpPr>
          <p:cNvPr id="21" name="Marcador de posición de imagen 7">
            <a:extLst>
              <a:ext uri="{FF2B5EF4-FFF2-40B4-BE49-F238E27FC236}">
                <a16:creationId xmlns:a16="http://schemas.microsoft.com/office/drawing/2014/main" id="{288C9D37-B96B-4F74-A547-EEFFABD3F7CA}"/>
              </a:ext>
            </a:extLst>
          </p:cNvPr>
          <p:cNvSpPr>
            <a:spLocks noGrp="1"/>
          </p:cNvSpPr>
          <p:nvPr>
            <p:ph type="pic" sz="quarter" idx="13"/>
          </p:nvPr>
        </p:nvSpPr>
        <p:spPr>
          <a:xfrm>
            <a:off x="906996" y="911225"/>
            <a:ext cx="12813767" cy="2403957"/>
          </a:xfrm>
          <a:solidFill>
            <a:schemeClr val="bg1">
              <a:lumMod val="95000"/>
            </a:schemeClr>
          </a:solidFill>
          <a:ln w="12700">
            <a:solidFill>
              <a:srgbClr val="FF3228"/>
            </a:solidFill>
          </a:ln>
        </p:spPr>
        <p:txBody>
          <a:bodyPr/>
          <a:lstStyle/>
          <a:p>
            <a:endParaRPr lang="es-ES" dirty="0"/>
          </a:p>
        </p:txBody>
      </p:sp>
      <p:sp>
        <p:nvSpPr>
          <p:cNvPr id="4" name="Marcador de número de diapositiva 3">
            <a:extLst>
              <a:ext uri="{FF2B5EF4-FFF2-40B4-BE49-F238E27FC236}">
                <a16:creationId xmlns:a16="http://schemas.microsoft.com/office/drawing/2014/main" id="{30459E2A-3164-49CE-8E2D-6CEA93FB23A7}"/>
              </a:ext>
            </a:extLst>
          </p:cNvPr>
          <p:cNvSpPr>
            <a:spLocks noGrp="1"/>
          </p:cNvSpPr>
          <p:nvPr>
            <p:ph type="sldNum" sz="quarter" idx="18"/>
          </p:nvPr>
        </p:nvSpPr>
        <p:spPr/>
        <p:txBody>
          <a:bodyPr/>
          <a:lstStyle/>
          <a:p>
            <a:fld id="{B005B2D1-880E-4846-A216-7D6770BA1332}" type="slidenum">
              <a:rPr lang="es-ES" smtClean="0"/>
              <a:pPr/>
              <a:t>‹Nº›</a:t>
            </a:fld>
            <a:endParaRPr lang="es-ES" dirty="0"/>
          </a:p>
        </p:txBody>
      </p:sp>
      <p:sp>
        <p:nvSpPr>
          <p:cNvPr id="14" name="CuadroTexto 13">
            <a:extLst>
              <a:ext uri="{FF2B5EF4-FFF2-40B4-BE49-F238E27FC236}">
                <a16:creationId xmlns:a16="http://schemas.microsoft.com/office/drawing/2014/main" id="{15024829-CBD6-4287-87FC-8DF3F1318403}"/>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1E1E1E"/>
                </a:solidFill>
                <a:latin typeface="Century Gothic" panose="020B0502020202020204" pitchFamily="34" charset="0"/>
              </a:rPr>
              <a:t>© Copyright Universidad Europea. Todos los derechos reservados</a:t>
            </a:r>
            <a:endParaRPr lang="es-ES" dirty="0">
              <a:solidFill>
                <a:srgbClr val="1E1E1E"/>
              </a:solidFill>
            </a:endParaRPr>
          </a:p>
        </p:txBody>
      </p:sp>
      <p:pic>
        <p:nvPicPr>
          <p:cNvPr id="16" name="Gráfico 15">
            <a:extLst>
              <a:ext uri="{FF2B5EF4-FFF2-40B4-BE49-F238E27FC236}">
                <a16:creationId xmlns:a16="http://schemas.microsoft.com/office/drawing/2014/main" id="{53EBFAFB-103E-4A3C-9756-4659E641544D}"/>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12323884" y="7585901"/>
            <a:ext cx="1400054" cy="385200"/>
          </a:xfrm>
          <a:prstGeom prst="rect">
            <a:avLst/>
          </a:prstGeom>
        </p:spPr>
      </p:pic>
      <p:sp>
        <p:nvSpPr>
          <p:cNvPr id="22" name="Rectángulo 21">
            <a:extLst>
              <a:ext uri="{FF2B5EF4-FFF2-40B4-BE49-F238E27FC236}">
                <a16:creationId xmlns:a16="http://schemas.microsoft.com/office/drawing/2014/main" id="{D1AD40A5-A897-4731-BF12-1367B540BA97}"/>
              </a:ext>
            </a:extLst>
          </p:cNvPr>
          <p:cNvSpPr/>
          <p:nvPr userDrawn="1"/>
        </p:nvSpPr>
        <p:spPr>
          <a:xfrm>
            <a:off x="524442" y="332974"/>
            <a:ext cx="384969" cy="384969"/>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3062467935"/>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exto + Imagen 02">
    <p:spTree>
      <p:nvGrpSpPr>
        <p:cNvPr id="1" name=""/>
        <p:cNvGrpSpPr/>
        <p:nvPr/>
      </p:nvGrpSpPr>
      <p:grpSpPr>
        <a:xfrm>
          <a:off x="0" y="0"/>
          <a:ext cx="0" cy="0"/>
          <a:chOff x="0" y="0"/>
          <a:chExt cx="0" cy="0"/>
        </a:xfrm>
      </p:grpSpPr>
      <p:pic>
        <p:nvPicPr>
          <p:cNvPr id="13" name="Imagen 12">
            <a:extLst>
              <a:ext uri="{FF2B5EF4-FFF2-40B4-BE49-F238E27FC236}">
                <a16:creationId xmlns:a16="http://schemas.microsoft.com/office/drawing/2014/main" id="{2B6BA599-5F15-4877-AA2D-F2A986708518}"/>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2" name="Rectángulo 1">
            <a:extLst>
              <a:ext uri="{FF2B5EF4-FFF2-40B4-BE49-F238E27FC236}">
                <a16:creationId xmlns:a16="http://schemas.microsoft.com/office/drawing/2014/main" id="{21D4F7DB-0F2C-408A-ABA7-11AAC130F2AE}"/>
              </a:ext>
            </a:extLst>
          </p:cNvPr>
          <p:cNvSpPr/>
          <p:nvPr userDrawn="1"/>
        </p:nvSpPr>
        <p:spPr>
          <a:xfrm>
            <a:off x="12908496" y="797150"/>
            <a:ext cx="968580" cy="266841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v</a:t>
            </a:r>
          </a:p>
        </p:txBody>
      </p:sp>
      <p:sp>
        <p:nvSpPr>
          <p:cNvPr id="15" name="Marcador de texto 17">
            <a:extLst>
              <a:ext uri="{FF2B5EF4-FFF2-40B4-BE49-F238E27FC236}">
                <a16:creationId xmlns:a16="http://schemas.microsoft.com/office/drawing/2014/main" id="{FD03CA6B-5CA5-4C89-B920-7021E2BD3D7E}"/>
              </a:ext>
            </a:extLst>
          </p:cNvPr>
          <p:cNvSpPr>
            <a:spLocks noGrp="1"/>
          </p:cNvSpPr>
          <p:nvPr>
            <p:ph type="body" sz="quarter" idx="14" hasCustomPrompt="1"/>
          </p:nvPr>
        </p:nvSpPr>
        <p:spPr>
          <a:xfrm>
            <a:off x="1881552" y="3506644"/>
            <a:ext cx="2967851" cy="859873"/>
          </a:xfrm>
        </p:spPr>
        <p:txBody>
          <a:bodyPr>
            <a:normAutofit/>
          </a:bodyPr>
          <a:lstStyle>
            <a:lvl1pPr marL="0" indent="0">
              <a:lnSpc>
                <a:spcPct val="90000"/>
              </a:lnSpc>
              <a:buNone/>
              <a:defRPr lang="es-ES" sz="2750" b="1" kern="1200" dirty="0">
                <a:solidFill>
                  <a:schemeClr val="bg1"/>
                </a:solidFill>
                <a:latin typeface="Century Gothic" panose="020B0502020202020204" pitchFamily="34" charset="0"/>
                <a:ea typeface="+mj-ea"/>
                <a:cs typeface="+mj-cs"/>
              </a:defRPr>
            </a:lvl1pPr>
          </a:lstStyle>
          <a:p>
            <a:r>
              <a:rPr lang="es-ES" dirty="0" err="1">
                <a:solidFill>
                  <a:schemeClr val="bg1"/>
                </a:solidFill>
              </a:rPr>
              <a:t>Lorem</a:t>
            </a:r>
            <a:r>
              <a:rPr lang="es-ES" dirty="0">
                <a:solidFill>
                  <a:schemeClr val="bg1"/>
                </a:solidFill>
              </a:rPr>
              <a:t> </a:t>
            </a:r>
            <a:r>
              <a:rPr lang="es-ES" dirty="0" err="1">
                <a:solidFill>
                  <a:schemeClr val="bg1"/>
                </a:solidFill>
              </a:rPr>
              <a:t>ipsum</a:t>
            </a:r>
            <a:r>
              <a:rPr lang="es-ES" dirty="0">
                <a:solidFill>
                  <a:schemeClr val="bg1"/>
                </a:solidFill>
              </a:rPr>
              <a:t> </a:t>
            </a:r>
            <a:r>
              <a:rPr lang="es-ES" dirty="0" err="1">
                <a:solidFill>
                  <a:schemeClr val="bg1"/>
                </a:solidFill>
              </a:rPr>
              <a:t>Imus</a:t>
            </a:r>
            <a:r>
              <a:rPr lang="es-ES" dirty="0">
                <a:solidFill>
                  <a:schemeClr val="bg1"/>
                </a:solidFill>
              </a:rPr>
              <a:t> </a:t>
            </a:r>
            <a:r>
              <a:rPr lang="es-ES" dirty="0" err="1">
                <a:solidFill>
                  <a:schemeClr val="bg1"/>
                </a:solidFill>
              </a:rPr>
              <a:t>deru</a:t>
            </a:r>
            <a:r>
              <a:rPr lang="es-ES" dirty="0">
                <a:solidFill>
                  <a:schemeClr val="bg1"/>
                </a:solidFill>
              </a:rPr>
              <a:t> </a:t>
            </a:r>
            <a:r>
              <a:rPr lang="es-ES" dirty="0" err="1">
                <a:solidFill>
                  <a:schemeClr val="bg1"/>
                </a:solidFill>
              </a:rPr>
              <a:t>llam</a:t>
            </a:r>
            <a:endParaRPr lang="es-ES" dirty="0">
              <a:solidFill>
                <a:schemeClr val="bg1"/>
              </a:solidFill>
            </a:endParaRPr>
          </a:p>
        </p:txBody>
      </p:sp>
      <p:sp>
        <p:nvSpPr>
          <p:cNvPr id="18" name="Marcador de texto 17">
            <a:extLst>
              <a:ext uri="{FF2B5EF4-FFF2-40B4-BE49-F238E27FC236}">
                <a16:creationId xmlns:a16="http://schemas.microsoft.com/office/drawing/2014/main" id="{B66AA8DE-E799-4ECE-B015-6D7A4D7F44DB}"/>
              </a:ext>
            </a:extLst>
          </p:cNvPr>
          <p:cNvSpPr>
            <a:spLocks noGrp="1"/>
          </p:cNvSpPr>
          <p:nvPr>
            <p:ph type="body" sz="quarter" idx="15" hasCustomPrompt="1"/>
          </p:nvPr>
        </p:nvSpPr>
        <p:spPr>
          <a:xfrm>
            <a:off x="6389266" y="3791413"/>
            <a:ext cx="7334672" cy="585377"/>
          </a:xfrm>
        </p:spPr>
        <p:txBody>
          <a:bodyPr>
            <a:normAutofit/>
          </a:bodyPr>
          <a:lstStyle>
            <a:lvl1pPr marL="0" indent="0">
              <a:lnSpc>
                <a:spcPts val="2800"/>
              </a:lnSpc>
              <a:buNone/>
              <a:defRPr sz="2400" b="1"/>
            </a:lvl1pPr>
          </a:lstStyle>
          <a:p>
            <a:pPr lvl="0"/>
            <a:r>
              <a:rPr lang="es-ES" dirty="0" err="1"/>
              <a:t>Aximinct</a:t>
            </a:r>
            <a:r>
              <a:rPr lang="es-ES" dirty="0"/>
              <a:t> </a:t>
            </a:r>
            <a:r>
              <a:rPr lang="es-ES" dirty="0" err="1"/>
              <a:t>emquibus</a:t>
            </a:r>
            <a:r>
              <a:rPr lang="es-ES" dirty="0"/>
              <a:t> et </a:t>
            </a:r>
            <a:r>
              <a:rPr lang="es-ES" dirty="0" err="1"/>
              <a:t>facium</a:t>
            </a:r>
            <a:r>
              <a:rPr lang="es-ES" dirty="0"/>
              <a:t> </a:t>
            </a:r>
            <a:r>
              <a:rPr lang="es-ES" dirty="0" err="1"/>
              <a:t>natur</a:t>
            </a:r>
            <a:endParaRPr lang="es-ES" dirty="0"/>
          </a:p>
        </p:txBody>
      </p:sp>
      <p:sp>
        <p:nvSpPr>
          <p:cNvPr id="19" name="Marcador de texto 17">
            <a:extLst>
              <a:ext uri="{FF2B5EF4-FFF2-40B4-BE49-F238E27FC236}">
                <a16:creationId xmlns:a16="http://schemas.microsoft.com/office/drawing/2014/main" id="{AD3EB5F9-F938-40BF-A1F5-C2F0B3B89612}"/>
              </a:ext>
            </a:extLst>
          </p:cNvPr>
          <p:cNvSpPr>
            <a:spLocks noGrp="1"/>
          </p:cNvSpPr>
          <p:nvPr>
            <p:ph type="body" sz="quarter" idx="16" hasCustomPrompt="1"/>
          </p:nvPr>
        </p:nvSpPr>
        <p:spPr>
          <a:xfrm>
            <a:off x="6386091" y="4376791"/>
            <a:ext cx="7334672" cy="2941584"/>
          </a:xfrm>
        </p:spPr>
        <p:txBody>
          <a:bodyPr>
            <a:noAutofit/>
          </a:bodyPr>
          <a:lstStyle>
            <a:lvl1pPr marL="0" indent="0">
              <a:lnSpc>
                <a:spcPts val="1700"/>
              </a:lnSpc>
              <a:spcBef>
                <a:spcPts val="900"/>
              </a:spcBef>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a:t>
            </a:r>
          </a:p>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a:t>
            </a:r>
          </a:p>
        </p:txBody>
      </p:sp>
      <p:sp>
        <p:nvSpPr>
          <p:cNvPr id="20" name="Marcador de texto 17">
            <a:extLst>
              <a:ext uri="{FF2B5EF4-FFF2-40B4-BE49-F238E27FC236}">
                <a16:creationId xmlns:a16="http://schemas.microsoft.com/office/drawing/2014/main" id="{F31B79CC-203A-485E-A8C2-5CF4EF2C6E5B}"/>
              </a:ext>
            </a:extLst>
          </p:cNvPr>
          <p:cNvSpPr>
            <a:spLocks noGrp="1"/>
          </p:cNvSpPr>
          <p:nvPr>
            <p:ph type="body" sz="quarter" idx="17" hasCustomPrompt="1"/>
          </p:nvPr>
        </p:nvSpPr>
        <p:spPr>
          <a:xfrm>
            <a:off x="1881552" y="4450064"/>
            <a:ext cx="3460068" cy="1049036"/>
          </a:xfrm>
        </p:spPr>
        <p:txBody>
          <a:bodyPr>
            <a:noAutofit/>
          </a:bodyPr>
          <a:lstStyle>
            <a:lvl1pPr marL="0" indent="0">
              <a:lnSpc>
                <a:spcPts val="1800"/>
              </a:lnSpc>
              <a:buNone/>
              <a:defRPr sz="1440" b="0">
                <a:solidFill>
                  <a:schemeClr val="bg1"/>
                </a:solidFill>
              </a:defRPr>
            </a:lvl1pPr>
          </a:lstStyle>
          <a:p>
            <a:pPr lvl="0"/>
            <a:r>
              <a:rPr lang="es-ES" dirty="0"/>
              <a:t>Ma </a:t>
            </a:r>
            <a:r>
              <a:rPr lang="es-ES" dirty="0" err="1"/>
              <a:t>vendest</a:t>
            </a:r>
            <a:r>
              <a:rPr lang="es-ES" dirty="0"/>
              <a:t> as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a:t>
            </a:r>
          </a:p>
        </p:txBody>
      </p:sp>
      <p:sp>
        <p:nvSpPr>
          <p:cNvPr id="21" name="Marcador de posición de imagen 7">
            <a:extLst>
              <a:ext uri="{FF2B5EF4-FFF2-40B4-BE49-F238E27FC236}">
                <a16:creationId xmlns:a16="http://schemas.microsoft.com/office/drawing/2014/main" id="{288C9D37-B96B-4F74-A547-EEFFABD3F7CA}"/>
              </a:ext>
            </a:extLst>
          </p:cNvPr>
          <p:cNvSpPr>
            <a:spLocks noGrp="1"/>
          </p:cNvSpPr>
          <p:nvPr>
            <p:ph type="pic" sz="quarter" idx="13"/>
          </p:nvPr>
        </p:nvSpPr>
        <p:spPr>
          <a:xfrm>
            <a:off x="906996" y="911225"/>
            <a:ext cx="2400300" cy="2400300"/>
          </a:xfrm>
          <a:solidFill>
            <a:schemeClr val="bg1">
              <a:lumMod val="95000"/>
            </a:schemeClr>
          </a:solidFill>
          <a:ln w="12700">
            <a:solidFill>
              <a:srgbClr val="FF3228"/>
            </a:solidFill>
          </a:ln>
        </p:spPr>
        <p:txBody>
          <a:bodyPr/>
          <a:lstStyle/>
          <a:p>
            <a:endParaRPr lang="es-ES" dirty="0"/>
          </a:p>
        </p:txBody>
      </p:sp>
      <p:sp>
        <p:nvSpPr>
          <p:cNvPr id="4" name="Marcador de número de diapositiva 3">
            <a:extLst>
              <a:ext uri="{FF2B5EF4-FFF2-40B4-BE49-F238E27FC236}">
                <a16:creationId xmlns:a16="http://schemas.microsoft.com/office/drawing/2014/main" id="{30459E2A-3164-49CE-8E2D-6CEA93FB23A7}"/>
              </a:ext>
            </a:extLst>
          </p:cNvPr>
          <p:cNvSpPr>
            <a:spLocks noGrp="1"/>
          </p:cNvSpPr>
          <p:nvPr>
            <p:ph type="sldNum" sz="quarter" idx="18"/>
          </p:nvPr>
        </p:nvSpPr>
        <p:spPr/>
        <p:txBody>
          <a:bodyPr/>
          <a:lstStyle/>
          <a:p>
            <a:fld id="{B005B2D1-880E-4846-A216-7D6770BA1332}" type="slidenum">
              <a:rPr lang="es-ES" smtClean="0"/>
              <a:pPr/>
              <a:t>‹Nº›</a:t>
            </a:fld>
            <a:endParaRPr lang="es-ES" dirty="0"/>
          </a:p>
        </p:txBody>
      </p:sp>
      <p:sp>
        <p:nvSpPr>
          <p:cNvPr id="12" name="Marcador de posición de imagen 7">
            <a:extLst>
              <a:ext uri="{FF2B5EF4-FFF2-40B4-BE49-F238E27FC236}">
                <a16:creationId xmlns:a16="http://schemas.microsoft.com/office/drawing/2014/main" id="{8EEBCDF9-525E-480A-BD30-3DC3F3908675}"/>
              </a:ext>
            </a:extLst>
          </p:cNvPr>
          <p:cNvSpPr>
            <a:spLocks noGrp="1"/>
          </p:cNvSpPr>
          <p:nvPr>
            <p:ph type="pic" sz="quarter" idx="19"/>
          </p:nvPr>
        </p:nvSpPr>
        <p:spPr>
          <a:xfrm>
            <a:off x="3307296" y="911225"/>
            <a:ext cx="2400300" cy="2400300"/>
          </a:xfrm>
          <a:solidFill>
            <a:schemeClr val="bg1">
              <a:lumMod val="95000"/>
            </a:schemeClr>
          </a:solidFill>
          <a:ln w="12700">
            <a:solidFill>
              <a:srgbClr val="FF3228"/>
            </a:solidFill>
          </a:ln>
        </p:spPr>
        <p:txBody>
          <a:bodyPr/>
          <a:lstStyle/>
          <a:p>
            <a:endParaRPr lang="es-ES" dirty="0"/>
          </a:p>
        </p:txBody>
      </p:sp>
      <p:sp>
        <p:nvSpPr>
          <p:cNvPr id="14" name="Marcador de posición de imagen 7">
            <a:extLst>
              <a:ext uri="{FF2B5EF4-FFF2-40B4-BE49-F238E27FC236}">
                <a16:creationId xmlns:a16="http://schemas.microsoft.com/office/drawing/2014/main" id="{7D4767B1-EEF0-4371-8332-D3584B57D6BD}"/>
              </a:ext>
            </a:extLst>
          </p:cNvPr>
          <p:cNvSpPr>
            <a:spLocks noGrp="1"/>
          </p:cNvSpPr>
          <p:nvPr>
            <p:ph type="pic" sz="quarter" idx="20"/>
          </p:nvPr>
        </p:nvSpPr>
        <p:spPr>
          <a:xfrm>
            <a:off x="5707596" y="911225"/>
            <a:ext cx="2400300" cy="2400300"/>
          </a:xfrm>
          <a:solidFill>
            <a:schemeClr val="bg1">
              <a:lumMod val="95000"/>
            </a:schemeClr>
          </a:solidFill>
          <a:ln w="12700">
            <a:solidFill>
              <a:srgbClr val="FF3228"/>
            </a:solidFill>
          </a:ln>
        </p:spPr>
        <p:txBody>
          <a:bodyPr/>
          <a:lstStyle/>
          <a:p>
            <a:endParaRPr lang="es-ES" dirty="0"/>
          </a:p>
        </p:txBody>
      </p:sp>
      <p:sp>
        <p:nvSpPr>
          <p:cNvPr id="17" name="Marcador de posición de imagen 7">
            <a:extLst>
              <a:ext uri="{FF2B5EF4-FFF2-40B4-BE49-F238E27FC236}">
                <a16:creationId xmlns:a16="http://schemas.microsoft.com/office/drawing/2014/main" id="{7081F02A-6A0D-4B68-9D54-11675DB5A120}"/>
              </a:ext>
            </a:extLst>
          </p:cNvPr>
          <p:cNvSpPr>
            <a:spLocks noGrp="1"/>
          </p:cNvSpPr>
          <p:nvPr>
            <p:ph type="pic" sz="quarter" idx="21"/>
          </p:nvPr>
        </p:nvSpPr>
        <p:spPr>
          <a:xfrm>
            <a:off x="8107896" y="911225"/>
            <a:ext cx="2400300" cy="2400300"/>
          </a:xfrm>
          <a:solidFill>
            <a:schemeClr val="bg1">
              <a:lumMod val="95000"/>
            </a:schemeClr>
          </a:solidFill>
          <a:ln w="12700">
            <a:solidFill>
              <a:srgbClr val="FF3228"/>
            </a:solidFill>
          </a:ln>
        </p:spPr>
        <p:txBody>
          <a:bodyPr/>
          <a:lstStyle/>
          <a:p>
            <a:endParaRPr lang="es-ES" dirty="0"/>
          </a:p>
        </p:txBody>
      </p:sp>
      <p:sp>
        <p:nvSpPr>
          <p:cNvPr id="22" name="Marcador de posición de imagen 7">
            <a:extLst>
              <a:ext uri="{FF2B5EF4-FFF2-40B4-BE49-F238E27FC236}">
                <a16:creationId xmlns:a16="http://schemas.microsoft.com/office/drawing/2014/main" id="{AF085857-2F63-4136-A540-34D82EA7541D}"/>
              </a:ext>
            </a:extLst>
          </p:cNvPr>
          <p:cNvSpPr>
            <a:spLocks noGrp="1"/>
          </p:cNvSpPr>
          <p:nvPr>
            <p:ph type="pic" sz="quarter" idx="22"/>
          </p:nvPr>
        </p:nvSpPr>
        <p:spPr>
          <a:xfrm>
            <a:off x="10508196" y="911225"/>
            <a:ext cx="2400300" cy="2400300"/>
          </a:xfrm>
          <a:solidFill>
            <a:schemeClr val="bg1">
              <a:lumMod val="95000"/>
            </a:schemeClr>
          </a:solidFill>
          <a:ln w="12700">
            <a:solidFill>
              <a:srgbClr val="FF3228"/>
            </a:solidFill>
          </a:ln>
        </p:spPr>
        <p:txBody>
          <a:bodyPr/>
          <a:lstStyle/>
          <a:p>
            <a:endParaRPr lang="es-ES" dirty="0"/>
          </a:p>
        </p:txBody>
      </p:sp>
      <p:sp>
        <p:nvSpPr>
          <p:cNvPr id="24" name="CuadroTexto 23">
            <a:extLst>
              <a:ext uri="{FF2B5EF4-FFF2-40B4-BE49-F238E27FC236}">
                <a16:creationId xmlns:a16="http://schemas.microsoft.com/office/drawing/2014/main" id="{F8B3236A-804A-4183-8846-B27391FDDD3F}"/>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1E1E1E"/>
                </a:solidFill>
                <a:latin typeface="Century Gothic" panose="020B0502020202020204" pitchFamily="34" charset="0"/>
              </a:rPr>
              <a:t>© Copyright Universidad Europea. Todos los derechos reservados</a:t>
            </a:r>
            <a:endParaRPr lang="es-ES" dirty="0">
              <a:solidFill>
                <a:srgbClr val="1E1E1E"/>
              </a:solidFill>
            </a:endParaRPr>
          </a:p>
        </p:txBody>
      </p:sp>
      <p:pic>
        <p:nvPicPr>
          <p:cNvPr id="26" name="Gráfico 25">
            <a:extLst>
              <a:ext uri="{FF2B5EF4-FFF2-40B4-BE49-F238E27FC236}">
                <a16:creationId xmlns:a16="http://schemas.microsoft.com/office/drawing/2014/main" id="{13A9EBC3-242B-40BD-B095-2470C84FBEC9}"/>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12323884" y="7585901"/>
            <a:ext cx="1400054" cy="385200"/>
          </a:xfrm>
          <a:prstGeom prst="rect">
            <a:avLst/>
          </a:prstGeom>
        </p:spPr>
      </p:pic>
      <p:sp>
        <p:nvSpPr>
          <p:cNvPr id="27" name="Rectángulo 26">
            <a:extLst>
              <a:ext uri="{FF2B5EF4-FFF2-40B4-BE49-F238E27FC236}">
                <a16:creationId xmlns:a16="http://schemas.microsoft.com/office/drawing/2014/main" id="{8259DAC4-CED6-4B6A-841A-8EDBC7FCA487}"/>
              </a:ext>
            </a:extLst>
          </p:cNvPr>
          <p:cNvSpPr/>
          <p:nvPr userDrawn="1"/>
        </p:nvSpPr>
        <p:spPr>
          <a:xfrm>
            <a:off x="524442" y="332974"/>
            <a:ext cx="384969" cy="384969"/>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744004455"/>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exto + Imagen 03">
    <p:spTree>
      <p:nvGrpSpPr>
        <p:cNvPr id="1" name=""/>
        <p:cNvGrpSpPr/>
        <p:nvPr/>
      </p:nvGrpSpPr>
      <p:grpSpPr>
        <a:xfrm>
          <a:off x="0" y="0"/>
          <a:ext cx="0" cy="0"/>
          <a:chOff x="0" y="0"/>
          <a:chExt cx="0" cy="0"/>
        </a:xfrm>
      </p:grpSpPr>
      <p:pic>
        <p:nvPicPr>
          <p:cNvPr id="5" name="Imagen 4">
            <a:extLst>
              <a:ext uri="{FF2B5EF4-FFF2-40B4-BE49-F238E27FC236}">
                <a16:creationId xmlns:a16="http://schemas.microsoft.com/office/drawing/2014/main" id="{24E4C891-5756-47D0-997B-DC9C981D7205}"/>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3" name="Marcador de número de diapositiva 2">
            <a:extLst>
              <a:ext uri="{FF2B5EF4-FFF2-40B4-BE49-F238E27FC236}">
                <a16:creationId xmlns:a16="http://schemas.microsoft.com/office/drawing/2014/main" id="{42F2A480-3D7B-4147-AD69-DDD775FA9708}"/>
              </a:ext>
            </a:extLst>
          </p:cNvPr>
          <p:cNvSpPr>
            <a:spLocks noGrp="1"/>
          </p:cNvSpPr>
          <p:nvPr>
            <p:ph type="sldNum" sz="quarter" idx="10"/>
          </p:nvPr>
        </p:nvSpPr>
        <p:spPr/>
        <p:txBody>
          <a:bodyPr/>
          <a:lstStyle/>
          <a:p>
            <a:fld id="{B005B2D1-880E-4846-A216-7D6770BA1332}" type="slidenum">
              <a:rPr lang="es-ES" smtClean="0"/>
              <a:pPr/>
              <a:t>‹Nº›</a:t>
            </a:fld>
            <a:endParaRPr lang="es-ES" dirty="0"/>
          </a:p>
        </p:txBody>
      </p:sp>
      <p:sp>
        <p:nvSpPr>
          <p:cNvPr id="9" name="Marcador de posición de imagen 7">
            <a:extLst>
              <a:ext uri="{FF2B5EF4-FFF2-40B4-BE49-F238E27FC236}">
                <a16:creationId xmlns:a16="http://schemas.microsoft.com/office/drawing/2014/main" id="{20C05316-F7DB-4F8C-8A8D-5AF098474019}"/>
              </a:ext>
            </a:extLst>
          </p:cNvPr>
          <p:cNvSpPr>
            <a:spLocks noGrp="1"/>
          </p:cNvSpPr>
          <p:nvPr>
            <p:ph type="pic" sz="quarter" idx="13"/>
          </p:nvPr>
        </p:nvSpPr>
        <p:spPr>
          <a:xfrm>
            <a:off x="4914900" y="911225"/>
            <a:ext cx="6400800" cy="3203575"/>
          </a:xfrm>
          <a:solidFill>
            <a:schemeClr val="bg1">
              <a:lumMod val="95000"/>
            </a:schemeClr>
          </a:solidFill>
          <a:ln w="12700">
            <a:solidFill>
              <a:srgbClr val="FF3228"/>
            </a:solidFill>
          </a:ln>
        </p:spPr>
        <p:txBody>
          <a:bodyPr/>
          <a:lstStyle/>
          <a:p>
            <a:endParaRPr lang="es-ES" dirty="0"/>
          </a:p>
        </p:txBody>
      </p:sp>
      <p:sp>
        <p:nvSpPr>
          <p:cNvPr id="11" name="Marcador de posición de imagen 7">
            <a:extLst>
              <a:ext uri="{FF2B5EF4-FFF2-40B4-BE49-F238E27FC236}">
                <a16:creationId xmlns:a16="http://schemas.microsoft.com/office/drawing/2014/main" id="{4DF422DF-D807-4DB2-8BAC-FB9ED7EDF7F6}"/>
              </a:ext>
            </a:extLst>
          </p:cNvPr>
          <p:cNvSpPr>
            <a:spLocks noGrp="1"/>
          </p:cNvSpPr>
          <p:nvPr>
            <p:ph type="pic" sz="quarter" idx="15"/>
          </p:nvPr>
        </p:nvSpPr>
        <p:spPr>
          <a:xfrm>
            <a:off x="1711325" y="4918073"/>
            <a:ext cx="2400300" cy="2400300"/>
          </a:xfrm>
          <a:solidFill>
            <a:schemeClr val="bg1">
              <a:lumMod val="95000"/>
            </a:schemeClr>
          </a:solidFill>
          <a:ln w="12700">
            <a:solidFill>
              <a:srgbClr val="FF3228"/>
            </a:solidFill>
          </a:ln>
        </p:spPr>
        <p:txBody>
          <a:bodyPr/>
          <a:lstStyle/>
          <a:p>
            <a:endParaRPr lang="es-ES" dirty="0"/>
          </a:p>
        </p:txBody>
      </p:sp>
      <p:sp>
        <p:nvSpPr>
          <p:cNvPr id="12" name="Marcador de posición de imagen 7">
            <a:extLst>
              <a:ext uri="{FF2B5EF4-FFF2-40B4-BE49-F238E27FC236}">
                <a16:creationId xmlns:a16="http://schemas.microsoft.com/office/drawing/2014/main" id="{F14FF012-533F-48E5-AE0A-E08EA28EC6AD}"/>
              </a:ext>
            </a:extLst>
          </p:cNvPr>
          <p:cNvSpPr>
            <a:spLocks noGrp="1"/>
          </p:cNvSpPr>
          <p:nvPr>
            <p:ph type="pic" sz="quarter" idx="16"/>
          </p:nvPr>
        </p:nvSpPr>
        <p:spPr>
          <a:xfrm>
            <a:off x="8915400" y="4918073"/>
            <a:ext cx="2400300" cy="2400300"/>
          </a:xfrm>
          <a:solidFill>
            <a:schemeClr val="bg1">
              <a:lumMod val="95000"/>
            </a:schemeClr>
          </a:solidFill>
          <a:ln w="12700">
            <a:solidFill>
              <a:srgbClr val="FF3228"/>
            </a:solidFill>
          </a:ln>
        </p:spPr>
        <p:txBody>
          <a:bodyPr/>
          <a:lstStyle/>
          <a:p>
            <a:endParaRPr lang="es-ES" dirty="0"/>
          </a:p>
        </p:txBody>
      </p:sp>
      <p:sp>
        <p:nvSpPr>
          <p:cNvPr id="13" name="Marcador de posición de imagen 7">
            <a:extLst>
              <a:ext uri="{FF2B5EF4-FFF2-40B4-BE49-F238E27FC236}">
                <a16:creationId xmlns:a16="http://schemas.microsoft.com/office/drawing/2014/main" id="{EBC33655-F9A5-4750-B5DC-FF30B140D5E2}"/>
              </a:ext>
            </a:extLst>
          </p:cNvPr>
          <p:cNvSpPr>
            <a:spLocks noGrp="1"/>
          </p:cNvSpPr>
          <p:nvPr>
            <p:ph type="pic" sz="quarter" idx="17"/>
          </p:nvPr>
        </p:nvSpPr>
        <p:spPr>
          <a:xfrm>
            <a:off x="2514600" y="1714500"/>
            <a:ext cx="2400300" cy="2400300"/>
          </a:xfrm>
          <a:solidFill>
            <a:schemeClr val="bg1">
              <a:lumMod val="95000"/>
            </a:schemeClr>
          </a:solidFill>
          <a:ln w="12700">
            <a:solidFill>
              <a:srgbClr val="FF3228"/>
            </a:solidFill>
          </a:ln>
        </p:spPr>
        <p:txBody>
          <a:bodyPr/>
          <a:lstStyle/>
          <a:p>
            <a:endParaRPr lang="es-ES" dirty="0"/>
          </a:p>
        </p:txBody>
      </p:sp>
      <p:sp>
        <p:nvSpPr>
          <p:cNvPr id="17" name="Marcador de texto 17">
            <a:extLst>
              <a:ext uri="{FF2B5EF4-FFF2-40B4-BE49-F238E27FC236}">
                <a16:creationId xmlns:a16="http://schemas.microsoft.com/office/drawing/2014/main" id="{84C5C295-7660-4294-86D6-F055C7864050}"/>
              </a:ext>
            </a:extLst>
          </p:cNvPr>
          <p:cNvSpPr>
            <a:spLocks noGrp="1"/>
          </p:cNvSpPr>
          <p:nvPr>
            <p:ph type="body" sz="quarter" idx="14" hasCustomPrompt="1"/>
          </p:nvPr>
        </p:nvSpPr>
        <p:spPr>
          <a:xfrm>
            <a:off x="4276230" y="4280885"/>
            <a:ext cx="3524392" cy="1082223"/>
          </a:xfrm>
        </p:spPr>
        <p:txBody>
          <a:bodyPr>
            <a:normAutofit/>
          </a:bodyPr>
          <a:lstStyle>
            <a:lvl1pPr marL="0" indent="0">
              <a:lnSpc>
                <a:spcPct val="90000"/>
              </a:lnSpc>
              <a:buNone/>
              <a:defRPr lang="es-ES" sz="3600" b="1" kern="1200" dirty="0">
                <a:solidFill>
                  <a:schemeClr val="bg1"/>
                </a:solidFill>
                <a:latin typeface="Century Gothic" panose="020B0502020202020204" pitchFamily="34" charset="0"/>
                <a:ea typeface="+mj-ea"/>
                <a:cs typeface="+mj-cs"/>
              </a:defRPr>
            </a:lvl1pPr>
          </a:lstStyle>
          <a:p>
            <a:r>
              <a:rPr lang="es-ES" dirty="0" err="1">
                <a:solidFill>
                  <a:schemeClr val="bg1"/>
                </a:solidFill>
              </a:rPr>
              <a:t>Lorem</a:t>
            </a:r>
            <a:r>
              <a:rPr lang="es-ES" dirty="0">
                <a:solidFill>
                  <a:schemeClr val="bg1"/>
                </a:solidFill>
              </a:rPr>
              <a:t> </a:t>
            </a:r>
            <a:r>
              <a:rPr lang="es-ES" dirty="0" err="1">
                <a:solidFill>
                  <a:schemeClr val="bg1"/>
                </a:solidFill>
              </a:rPr>
              <a:t>ipsum</a:t>
            </a:r>
            <a:r>
              <a:rPr lang="es-ES" dirty="0">
                <a:solidFill>
                  <a:schemeClr val="bg1"/>
                </a:solidFill>
              </a:rPr>
              <a:t> </a:t>
            </a:r>
            <a:r>
              <a:rPr lang="es-ES" dirty="0" err="1">
                <a:solidFill>
                  <a:schemeClr val="bg1"/>
                </a:solidFill>
              </a:rPr>
              <a:t>Imus</a:t>
            </a:r>
            <a:r>
              <a:rPr lang="es-ES" dirty="0">
                <a:solidFill>
                  <a:schemeClr val="bg1"/>
                </a:solidFill>
              </a:rPr>
              <a:t> </a:t>
            </a:r>
            <a:r>
              <a:rPr lang="es-ES" dirty="0" err="1">
                <a:solidFill>
                  <a:schemeClr val="bg1"/>
                </a:solidFill>
              </a:rPr>
              <a:t>deru</a:t>
            </a:r>
            <a:r>
              <a:rPr lang="es-ES" dirty="0">
                <a:solidFill>
                  <a:schemeClr val="bg1"/>
                </a:solidFill>
              </a:rPr>
              <a:t> </a:t>
            </a:r>
            <a:r>
              <a:rPr lang="es-ES" dirty="0" err="1">
                <a:solidFill>
                  <a:schemeClr val="bg1"/>
                </a:solidFill>
              </a:rPr>
              <a:t>llam</a:t>
            </a:r>
            <a:endParaRPr lang="es-ES" dirty="0">
              <a:solidFill>
                <a:schemeClr val="bg1"/>
              </a:solidFill>
            </a:endParaRPr>
          </a:p>
        </p:txBody>
      </p:sp>
      <p:sp>
        <p:nvSpPr>
          <p:cNvPr id="20" name="Marcador de texto 17">
            <a:extLst>
              <a:ext uri="{FF2B5EF4-FFF2-40B4-BE49-F238E27FC236}">
                <a16:creationId xmlns:a16="http://schemas.microsoft.com/office/drawing/2014/main" id="{EF6AC1CD-A42B-449C-9062-B24D8C18EBAE}"/>
              </a:ext>
            </a:extLst>
          </p:cNvPr>
          <p:cNvSpPr>
            <a:spLocks noGrp="1"/>
          </p:cNvSpPr>
          <p:nvPr>
            <p:ph type="body" sz="quarter" idx="18" hasCustomPrompt="1"/>
          </p:nvPr>
        </p:nvSpPr>
        <p:spPr>
          <a:xfrm>
            <a:off x="4219785" y="5586905"/>
            <a:ext cx="2271326" cy="554251"/>
          </a:xfrm>
        </p:spPr>
        <p:txBody>
          <a:bodyPr lIns="0">
            <a:noAutofit/>
          </a:bodyPr>
          <a:lstStyle>
            <a:lvl1pPr marL="358775" indent="-176213">
              <a:lnSpc>
                <a:spcPts val="1700"/>
              </a:lnSpc>
              <a:spcBef>
                <a:spcPts val="0"/>
              </a:spcBef>
              <a:buSzPct val="120000"/>
              <a:buFont typeface="Wingdings" panose="05000000000000000000" pitchFamily="2" charset="2"/>
              <a:buChar char="§"/>
              <a:defRPr sz="1550" b="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p:txBody>
      </p:sp>
      <p:sp>
        <p:nvSpPr>
          <p:cNvPr id="21" name="Marcador de texto 17">
            <a:extLst>
              <a:ext uri="{FF2B5EF4-FFF2-40B4-BE49-F238E27FC236}">
                <a16:creationId xmlns:a16="http://schemas.microsoft.com/office/drawing/2014/main" id="{FF27EF60-FC31-487D-AE53-BFC9EC47CADF}"/>
              </a:ext>
            </a:extLst>
          </p:cNvPr>
          <p:cNvSpPr>
            <a:spLocks noGrp="1"/>
          </p:cNvSpPr>
          <p:nvPr>
            <p:ph type="body" sz="quarter" idx="19" hasCustomPrompt="1"/>
          </p:nvPr>
        </p:nvSpPr>
        <p:spPr>
          <a:xfrm>
            <a:off x="6436359" y="5586905"/>
            <a:ext cx="2271326" cy="554251"/>
          </a:xfrm>
        </p:spPr>
        <p:txBody>
          <a:bodyPr lIns="0">
            <a:noAutofit/>
          </a:bodyPr>
          <a:lstStyle>
            <a:lvl1pPr marL="358775" indent="-176213">
              <a:lnSpc>
                <a:spcPts val="1700"/>
              </a:lnSpc>
              <a:spcBef>
                <a:spcPts val="0"/>
              </a:spcBef>
              <a:buSzPct val="120000"/>
              <a:buFont typeface="Wingdings" panose="05000000000000000000" pitchFamily="2" charset="2"/>
              <a:buChar char="§"/>
              <a:defRPr sz="1550" b="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p:txBody>
      </p:sp>
      <p:sp>
        <p:nvSpPr>
          <p:cNvPr id="15" name="CuadroTexto 14">
            <a:extLst>
              <a:ext uri="{FF2B5EF4-FFF2-40B4-BE49-F238E27FC236}">
                <a16:creationId xmlns:a16="http://schemas.microsoft.com/office/drawing/2014/main" id="{348634AE-F32A-42A0-9C13-614B9BE2595E}"/>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1E1E1E"/>
                </a:solidFill>
                <a:latin typeface="Century Gothic" panose="020B0502020202020204" pitchFamily="34" charset="0"/>
              </a:rPr>
              <a:t>© Copyright Universidad Europea. Todos los derechos reservados</a:t>
            </a:r>
            <a:endParaRPr lang="es-ES" dirty="0">
              <a:solidFill>
                <a:srgbClr val="1E1E1E"/>
              </a:solidFill>
            </a:endParaRPr>
          </a:p>
        </p:txBody>
      </p:sp>
      <p:pic>
        <p:nvPicPr>
          <p:cNvPr id="18" name="Gráfico 17">
            <a:extLst>
              <a:ext uri="{FF2B5EF4-FFF2-40B4-BE49-F238E27FC236}">
                <a16:creationId xmlns:a16="http://schemas.microsoft.com/office/drawing/2014/main" id="{E19F5ADF-2B33-46BA-AF4D-0A33637B1920}"/>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12323884" y="7585901"/>
            <a:ext cx="1400054" cy="385200"/>
          </a:xfrm>
          <a:prstGeom prst="rect">
            <a:avLst/>
          </a:prstGeom>
        </p:spPr>
      </p:pic>
      <p:sp>
        <p:nvSpPr>
          <p:cNvPr id="19" name="Rectángulo 18">
            <a:extLst>
              <a:ext uri="{FF2B5EF4-FFF2-40B4-BE49-F238E27FC236}">
                <a16:creationId xmlns:a16="http://schemas.microsoft.com/office/drawing/2014/main" id="{048F2720-14B1-43D3-99D8-439269AD9D4D}"/>
              </a:ext>
            </a:extLst>
          </p:cNvPr>
          <p:cNvSpPr/>
          <p:nvPr userDrawn="1"/>
        </p:nvSpPr>
        <p:spPr>
          <a:xfrm>
            <a:off x="524442" y="332974"/>
            <a:ext cx="384969" cy="384969"/>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252146790"/>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exto + Imagen 04">
    <p:spTree>
      <p:nvGrpSpPr>
        <p:cNvPr id="1" name=""/>
        <p:cNvGrpSpPr/>
        <p:nvPr/>
      </p:nvGrpSpPr>
      <p:grpSpPr>
        <a:xfrm>
          <a:off x="0" y="0"/>
          <a:ext cx="0" cy="0"/>
          <a:chOff x="0" y="0"/>
          <a:chExt cx="0" cy="0"/>
        </a:xfrm>
      </p:grpSpPr>
      <p:pic>
        <p:nvPicPr>
          <p:cNvPr id="14" name="Imagen 13">
            <a:extLst>
              <a:ext uri="{FF2B5EF4-FFF2-40B4-BE49-F238E27FC236}">
                <a16:creationId xmlns:a16="http://schemas.microsoft.com/office/drawing/2014/main" id="{C736E012-FDE3-42BC-B1F9-A1FC3B60AE5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3" name="Marcador de número de diapositiva 2">
            <a:extLst>
              <a:ext uri="{FF2B5EF4-FFF2-40B4-BE49-F238E27FC236}">
                <a16:creationId xmlns:a16="http://schemas.microsoft.com/office/drawing/2014/main" id="{42F2A480-3D7B-4147-AD69-DDD775FA9708}"/>
              </a:ext>
            </a:extLst>
          </p:cNvPr>
          <p:cNvSpPr>
            <a:spLocks noGrp="1"/>
          </p:cNvSpPr>
          <p:nvPr>
            <p:ph type="sldNum" sz="quarter" idx="10"/>
          </p:nvPr>
        </p:nvSpPr>
        <p:spPr/>
        <p:txBody>
          <a:bodyPr/>
          <a:lstStyle/>
          <a:p>
            <a:fld id="{B005B2D1-880E-4846-A216-7D6770BA1332}" type="slidenum">
              <a:rPr lang="es-ES" smtClean="0"/>
              <a:pPr/>
              <a:t>‹Nº›</a:t>
            </a:fld>
            <a:endParaRPr lang="es-ES" dirty="0"/>
          </a:p>
        </p:txBody>
      </p:sp>
      <p:sp>
        <p:nvSpPr>
          <p:cNvPr id="13" name="Marcador de posición de imagen 7">
            <a:extLst>
              <a:ext uri="{FF2B5EF4-FFF2-40B4-BE49-F238E27FC236}">
                <a16:creationId xmlns:a16="http://schemas.microsoft.com/office/drawing/2014/main" id="{EBC33655-F9A5-4750-B5DC-FF30B140D5E2}"/>
              </a:ext>
            </a:extLst>
          </p:cNvPr>
          <p:cNvSpPr>
            <a:spLocks noGrp="1"/>
          </p:cNvSpPr>
          <p:nvPr>
            <p:ph type="pic" sz="quarter" idx="17"/>
          </p:nvPr>
        </p:nvSpPr>
        <p:spPr>
          <a:xfrm>
            <a:off x="2514600" y="1714500"/>
            <a:ext cx="2400300" cy="2400300"/>
          </a:xfrm>
          <a:solidFill>
            <a:schemeClr val="bg1">
              <a:lumMod val="95000"/>
            </a:schemeClr>
          </a:solidFill>
          <a:ln w="12700">
            <a:solidFill>
              <a:srgbClr val="FF3228"/>
            </a:solidFill>
          </a:ln>
        </p:spPr>
        <p:txBody>
          <a:bodyPr/>
          <a:lstStyle/>
          <a:p>
            <a:endParaRPr lang="es-ES" dirty="0"/>
          </a:p>
        </p:txBody>
      </p:sp>
      <p:sp>
        <p:nvSpPr>
          <p:cNvPr id="17" name="Marcador de texto 17">
            <a:extLst>
              <a:ext uri="{FF2B5EF4-FFF2-40B4-BE49-F238E27FC236}">
                <a16:creationId xmlns:a16="http://schemas.microsoft.com/office/drawing/2014/main" id="{84C5C295-7660-4294-86D6-F055C7864050}"/>
              </a:ext>
            </a:extLst>
          </p:cNvPr>
          <p:cNvSpPr>
            <a:spLocks noGrp="1"/>
          </p:cNvSpPr>
          <p:nvPr>
            <p:ph type="body" sz="quarter" idx="14" hasCustomPrompt="1"/>
          </p:nvPr>
        </p:nvSpPr>
        <p:spPr>
          <a:xfrm>
            <a:off x="3587607" y="4298452"/>
            <a:ext cx="7170703" cy="554251"/>
          </a:xfrm>
        </p:spPr>
        <p:txBody>
          <a:bodyPr>
            <a:normAutofit/>
          </a:bodyPr>
          <a:lstStyle>
            <a:lvl1pPr marL="0" indent="0">
              <a:lnSpc>
                <a:spcPct val="90000"/>
              </a:lnSpc>
              <a:buNone/>
              <a:defRPr lang="es-ES" sz="2890" b="1" kern="1200" dirty="0">
                <a:solidFill>
                  <a:schemeClr val="bg1"/>
                </a:solidFill>
                <a:latin typeface="Century Gothic" panose="020B0502020202020204" pitchFamily="34" charset="0"/>
                <a:ea typeface="+mj-ea"/>
                <a:cs typeface="+mj-cs"/>
              </a:defRPr>
            </a:lvl1pPr>
          </a:lstStyle>
          <a:p>
            <a:r>
              <a:rPr lang="es-ES" dirty="0" err="1">
                <a:solidFill>
                  <a:schemeClr val="bg1"/>
                </a:solidFill>
              </a:rPr>
              <a:t>Lorem</a:t>
            </a:r>
            <a:r>
              <a:rPr lang="es-ES" dirty="0">
                <a:solidFill>
                  <a:schemeClr val="bg1"/>
                </a:solidFill>
              </a:rPr>
              <a:t> </a:t>
            </a:r>
            <a:r>
              <a:rPr lang="es-ES" dirty="0" err="1">
                <a:solidFill>
                  <a:schemeClr val="bg1"/>
                </a:solidFill>
              </a:rPr>
              <a:t>ipsum</a:t>
            </a:r>
            <a:r>
              <a:rPr lang="es-ES" dirty="0">
                <a:solidFill>
                  <a:schemeClr val="bg1"/>
                </a:solidFill>
              </a:rPr>
              <a:t>, </a:t>
            </a:r>
            <a:r>
              <a:rPr lang="es-ES" dirty="0" err="1">
                <a:solidFill>
                  <a:schemeClr val="bg1"/>
                </a:solidFill>
              </a:rPr>
              <a:t>lmus</a:t>
            </a:r>
            <a:r>
              <a:rPr lang="es-ES" dirty="0">
                <a:solidFill>
                  <a:schemeClr val="bg1"/>
                </a:solidFill>
              </a:rPr>
              <a:t> </a:t>
            </a:r>
            <a:r>
              <a:rPr lang="es-ES" dirty="0" err="1">
                <a:solidFill>
                  <a:schemeClr val="bg1"/>
                </a:solidFill>
              </a:rPr>
              <a:t>deru</a:t>
            </a:r>
            <a:r>
              <a:rPr lang="es-ES" dirty="0">
                <a:solidFill>
                  <a:schemeClr val="bg1"/>
                </a:solidFill>
              </a:rPr>
              <a:t> </a:t>
            </a:r>
            <a:r>
              <a:rPr lang="es-ES" dirty="0" err="1">
                <a:solidFill>
                  <a:schemeClr val="bg1"/>
                </a:solidFill>
              </a:rPr>
              <a:t>llam</a:t>
            </a:r>
            <a:r>
              <a:rPr lang="es-ES" dirty="0">
                <a:solidFill>
                  <a:schemeClr val="bg1"/>
                </a:solidFill>
              </a:rPr>
              <a:t> </a:t>
            </a:r>
            <a:r>
              <a:rPr lang="es-ES" dirty="0" err="1">
                <a:solidFill>
                  <a:schemeClr val="bg1"/>
                </a:solidFill>
              </a:rPr>
              <a:t>deru</a:t>
            </a:r>
            <a:r>
              <a:rPr lang="es-ES" dirty="0">
                <a:solidFill>
                  <a:schemeClr val="bg1"/>
                </a:solidFill>
              </a:rPr>
              <a:t> </a:t>
            </a:r>
            <a:r>
              <a:rPr lang="es-ES" dirty="0" err="1">
                <a:solidFill>
                  <a:schemeClr val="bg1"/>
                </a:solidFill>
              </a:rPr>
              <a:t>llam</a:t>
            </a:r>
            <a:endParaRPr lang="es-ES" dirty="0">
              <a:solidFill>
                <a:schemeClr val="bg1"/>
              </a:solidFill>
            </a:endParaRPr>
          </a:p>
        </p:txBody>
      </p:sp>
      <p:sp>
        <p:nvSpPr>
          <p:cNvPr id="18" name="Marcador de posición de imagen 7">
            <a:extLst>
              <a:ext uri="{FF2B5EF4-FFF2-40B4-BE49-F238E27FC236}">
                <a16:creationId xmlns:a16="http://schemas.microsoft.com/office/drawing/2014/main" id="{98F82C54-E041-4961-B68A-84A13C1FB2D8}"/>
              </a:ext>
            </a:extLst>
          </p:cNvPr>
          <p:cNvSpPr>
            <a:spLocks noGrp="1"/>
          </p:cNvSpPr>
          <p:nvPr>
            <p:ph type="pic" sz="quarter" idx="20"/>
          </p:nvPr>
        </p:nvSpPr>
        <p:spPr>
          <a:xfrm>
            <a:off x="4914900" y="1714500"/>
            <a:ext cx="2400300" cy="2400300"/>
          </a:xfrm>
          <a:solidFill>
            <a:schemeClr val="bg1">
              <a:lumMod val="95000"/>
            </a:schemeClr>
          </a:solidFill>
          <a:ln w="12700">
            <a:solidFill>
              <a:srgbClr val="FF3228"/>
            </a:solidFill>
          </a:ln>
        </p:spPr>
        <p:txBody>
          <a:bodyPr/>
          <a:lstStyle/>
          <a:p>
            <a:endParaRPr lang="es-ES" dirty="0"/>
          </a:p>
        </p:txBody>
      </p:sp>
      <p:sp>
        <p:nvSpPr>
          <p:cNvPr id="19" name="Marcador de posición de imagen 7">
            <a:extLst>
              <a:ext uri="{FF2B5EF4-FFF2-40B4-BE49-F238E27FC236}">
                <a16:creationId xmlns:a16="http://schemas.microsoft.com/office/drawing/2014/main" id="{498F53C0-25B8-4416-BB17-5CFFE7E97B0C}"/>
              </a:ext>
            </a:extLst>
          </p:cNvPr>
          <p:cNvSpPr>
            <a:spLocks noGrp="1"/>
          </p:cNvSpPr>
          <p:nvPr>
            <p:ph type="pic" sz="quarter" idx="21"/>
          </p:nvPr>
        </p:nvSpPr>
        <p:spPr>
          <a:xfrm>
            <a:off x="7315200" y="1714500"/>
            <a:ext cx="2400300" cy="2400300"/>
          </a:xfrm>
          <a:solidFill>
            <a:schemeClr val="bg1">
              <a:lumMod val="95000"/>
            </a:schemeClr>
          </a:solidFill>
          <a:ln w="12700">
            <a:solidFill>
              <a:srgbClr val="FF3228"/>
            </a:solidFill>
          </a:ln>
        </p:spPr>
        <p:txBody>
          <a:bodyPr/>
          <a:lstStyle/>
          <a:p>
            <a:endParaRPr lang="es-ES" dirty="0"/>
          </a:p>
        </p:txBody>
      </p:sp>
      <p:sp>
        <p:nvSpPr>
          <p:cNvPr id="22" name="Marcador de posición de imagen 7">
            <a:extLst>
              <a:ext uri="{FF2B5EF4-FFF2-40B4-BE49-F238E27FC236}">
                <a16:creationId xmlns:a16="http://schemas.microsoft.com/office/drawing/2014/main" id="{E4299396-37C3-47E4-B635-8BE73AC26544}"/>
              </a:ext>
            </a:extLst>
          </p:cNvPr>
          <p:cNvSpPr>
            <a:spLocks noGrp="1"/>
          </p:cNvSpPr>
          <p:nvPr>
            <p:ph type="pic" sz="quarter" idx="22"/>
          </p:nvPr>
        </p:nvSpPr>
        <p:spPr>
          <a:xfrm>
            <a:off x="9715500" y="1714500"/>
            <a:ext cx="2400300" cy="2400300"/>
          </a:xfrm>
          <a:solidFill>
            <a:schemeClr val="bg1">
              <a:lumMod val="95000"/>
            </a:schemeClr>
          </a:solidFill>
          <a:ln w="12700">
            <a:solidFill>
              <a:srgbClr val="FF3228"/>
            </a:solidFill>
          </a:ln>
        </p:spPr>
        <p:txBody>
          <a:bodyPr/>
          <a:lstStyle/>
          <a:p>
            <a:endParaRPr lang="es-ES" dirty="0"/>
          </a:p>
        </p:txBody>
      </p:sp>
      <p:sp>
        <p:nvSpPr>
          <p:cNvPr id="24" name="Marcador de texto 17">
            <a:extLst>
              <a:ext uri="{FF2B5EF4-FFF2-40B4-BE49-F238E27FC236}">
                <a16:creationId xmlns:a16="http://schemas.microsoft.com/office/drawing/2014/main" id="{A24DE945-2CE3-4EC7-A127-55E426E25340}"/>
              </a:ext>
            </a:extLst>
          </p:cNvPr>
          <p:cNvSpPr>
            <a:spLocks noGrp="1"/>
          </p:cNvSpPr>
          <p:nvPr>
            <p:ph type="body" sz="quarter" idx="23" hasCustomPrompt="1"/>
          </p:nvPr>
        </p:nvSpPr>
        <p:spPr>
          <a:xfrm>
            <a:off x="3703460" y="4784969"/>
            <a:ext cx="7054849" cy="1344898"/>
          </a:xfrm>
        </p:spPr>
        <p:txBody>
          <a:bodyPr lIns="0">
            <a:noAutofit/>
          </a:bodyPr>
          <a:lstStyle>
            <a:lvl1pPr marL="0" indent="0">
              <a:lnSpc>
                <a:spcPts val="1700"/>
              </a:lnSpc>
              <a:spcBef>
                <a:spcPts val="900"/>
              </a:spcBef>
              <a:spcAft>
                <a:spcPts val="900"/>
              </a:spcAft>
              <a:buNone/>
              <a:defRPr sz="1440" b="0">
                <a:solidFill>
                  <a:schemeClr val="bg1"/>
                </a:solidFill>
              </a:defRPr>
            </a:lvl1pPr>
          </a:lstStyle>
          <a:p>
            <a:pPr lvl="0"/>
            <a:r>
              <a:rPr lang="es-ES" dirty="0"/>
              <a:t>Te </a:t>
            </a:r>
            <a:r>
              <a:rPr lang="es-ES" dirty="0" err="1"/>
              <a:t>cusdaep</a:t>
            </a:r>
            <a:r>
              <a:rPr lang="es-ES" dirty="0"/>
              <a:t> </a:t>
            </a:r>
            <a:r>
              <a:rPr lang="es-ES" dirty="0" err="1"/>
              <a:t>taquuam</a:t>
            </a:r>
            <a:r>
              <a:rPr lang="es-ES" dirty="0"/>
              <a:t>, </a:t>
            </a:r>
            <a:r>
              <a:rPr lang="es-ES" dirty="0" err="1"/>
              <a:t>taquam</a:t>
            </a:r>
            <a:r>
              <a:rPr lang="es-ES" dirty="0"/>
              <a:t>, </a:t>
            </a:r>
            <a:r>
              <a:rPr lang="es-ES" dirty="0" err="1"/>
              <a:t>ea</a:t>
            </a:r>
            <a:r>
              <a:rPr lang="es-ES" dirty="0"/>
              <a:t> </a:t>
            </a:r>
            <a:r>
              <a:rPr lang="es-ES" dirty="0" err="1"/>
              <a:t>dolorisPoribus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		</a:t>
            </a:r>
          </a:p>
        </p:txBody>
      </p:sp>
      <p:sp>
        <p:nvSpPr>
          <p:cNvPr id="25" name="Marcador de texto 8">
            <a:extLst>
              <a:ext uri="{FF2B5EF4-FFF2-40B4-BE49-F238E27FC236}">
                <a16:creationId xmlns:a16="http://schemas.microsoft.com/office/drawing/2014/main" id="{3D775503-C7C8-4604-9DD9-74B7D04AFCCC}"/>
              </a:ext>
            </a:extLst>
          </p:cNvPr>
          <p:cNvSpPr>
            <a:spLocks noGrp="1"/>
          </p:cNvSpPr>
          <p:nvPr>
            <p:ph type="body" sz="quarter" idx="19" hasCustomPrompt="1"/>
          </p:nvPr>
        </p:nvSpPr>
        <p:spPr>
          <a:xfrm>
            <a:off x="3714751"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26" name="Marcador de texto 8">
            <a:extLst>
              <a:ext uri="{FF2B5EF4-FFF2-40B4-BE49-F238E27FC236}">
                <a16:creationId xmlns:a16="http://schemas.microsoft.com/office/drawing/2014/main" id="{FEF82472-BA77-4424-9633-6F836819F35A}"/>
              </a:ext>
            </a:extLst>
          </p:cNvPr>
          <p:cNvSpPr>
            <a:spLocks noGrp="1"/>
          </p:cNvSpPr>
          <p:nvPr>
            <p:ph type="body" sz="quarter" idx="24" hasCustomPrompt="1"/>
          </p:nvPr>
        </p:nvSpPr>
        <p:spPr>
          <a:xfrm>
            <a:off x="5922753"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31" name="Marcador de texto 8">
            <a:extLst>
              <a:ext uri="{FF2B5EF4-FFF2-40B4-BE49-F238E27FC236}">
                <a16:creationId xmlns:a16="http://schemas.microsoft.com/office/drawing/2014/main" id="{2C25FDCB-8A18-4353-AD68-DE9C42E85306}"/>
              </a:ext>
            </a:extLst>
          </p:cNvPr>
          <p:cNvSpPr>
            <a:spLocks noGrp="1"/>
          </p:cNvSpPr>
          <p:nvPr>
            <p:ph type="body" sz="quarter" idx="25" hasCustomPrompt="1"/>
          </p:nvPr>
        </p:nvSpPr>
        <p:spPr>
          <a:xfrm>
            <a:off x="8130755"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32" name="CuadroTexto 31">
            <a:extLst>
              <a:ext uri="{FF2B5EF4-FFF2-40B4-BE49-F238E27FC236}">
                <a16:creationId xmlns:a16="http://schemas.microsoft.com/office/drawing/2014/main" id="{9F4B4B96-4DE9-41D6-8451-E609EA42CEB1}"/>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34" name="Rectángulo 33">
            <a:extLst>
              <a:ext uri="{FF2B5EF4-FFF2-40B4-BE49-F238E27FC236}">
                <a16:creationId xmlns:a16="http://schemas.microsoft.com/office/drawing/2014/main" id="{477BE39B-2C02-47CD-9D3F-4E61D751F409}"/>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16" name="Gráfico 15">
            <a:extLst>
              <a:ext uri="{FF2B5EF4-FFF2-40B4-BE49-F238E27FC236}">
                <a16:creationId xmlns:a16="http://schemas.microsoft.com/office/drawing/2014/main" id="{01911160-1F72-43A5-8571-86587F03E3C4}"/>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24442" y="332974"/>
            <a:ext cx="1400054" cy="385200"/>
          </a:xfrm>
          <a:prstGeom prst="rect">
            <a:avLst/>
          </a:prstGeom>
        </p:spPr>
      </p:pic>
    </p:spTree>
    <p:extLst>
      <p:ext uri="{BB962C8B-B14F-4D97-AF65-F5344CB8AC3E}">
        <p14:creationId xmlns:p14="http://schemas.microsoft.com/office/powerpoint/2010/main" val="166776240"/>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Texto + Imagen 05">
    <p:spTree>
      <p:nvGrpSpPr>
        <p:cNvPr id="1" name=""/>
        <p:cNvGrpSpPr/>
        <p:nvPr/>
      </p:nvGrpSpPr>
      <p:grpSpPr>
        <a:xfrm>
          <a:off x="0" y="0"/>
          <a:ext cx="0" cy="0"/>
          <a:chOff x="0" y="0"/>
          <a:chExt cx="0" cy="0"/>
        </a:xfrm>
      </p:grpSpPr>
      <p:pic>
        <p:nvPicPr>
          <p:cNvPr id="14" name="Imagen 13">
            <a:extLst>
              <a:ext uri="{FF2B5EF4-FFF2-40B4-BE49-F238E27FC236}">
                <a16:creationId xmlns:a16="http://schemas.microsoft.com/office/drawing/2014/main" id="{C736E012-FDE3-42BC-B1F9-A1FC3B60AE5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3" name="Marcador de número de diapositiva 2">
            <a:extLst>
              <a:ext uri="{FF2B5EF4-FFF2-40B4-BE49-F238E27FC236}">
                <a16:creationId xmlns:a16="http://schemas.microsoft.com/office/drawing/2014/main" id="{42F2A480-3D7B-4147-AD69-DDD775FA9708}"/>
              </a:ext>
            </a:extLst>
          </p:cNvPr>
          <p:cNvSpPr>
            <a:spLocks noGrp="1"/>
          </p:cNvSpPr>
          <p:nvPr>
            <p:ph type="sldNum" sz="quarter" idx="10"/>
          </p:nvPr>
        </p:nvSpPr>
        <p:spPr/>
        <p:txBody>
          <a:bodyPr/>
          <a:lstStyle/>
          <a:p>
            <a:fld id="{B005B2D1-880E-4846-A216-7D6770BA1332}" type="slidenum">
              <a:rPr lang="es-ES" smtClean="0"/>
              <a:pPr/>
              <a:t>‹Nº›</a:t>
            </a:fld>
            <a:endParaRPr lang="es-ES" dirty="0"/>
          </a:p>
        </p:txBody>
      </p:sp>
      <p:sp>
        <p:nvSpPr>
          <p:cNvPr id="13" name="Marcador de posición de imagen 7">
            <a:extLst>
              <a:ext uri="{FF2B5EF4-FFF2-40B4-BE49-F238E27FC236}">
                <a16:creationId xmlns:a16="http://schemas.microsoft.com/office/drawing/2014/main" id="{EBC33655-F9A5-4750-B5DC-FF30B140D5E2}"/>
              </a:ext>
            </a:extLst>
          </p:cNvPr>
          <p:cNvSpPr>
            <a:spLocks noGrp="1"/>
          </p:cNvSpPr>
          <p:nvPr>
            <p:ph type="pic" sz="quarter" idx="17"/>
          </p:nvPr>
        </p:nvSpPr>
        <p:spPr>
          <a:xfrm>
            <a:off x="906463" y="1714500"/>
            <a:ext cx="2400300" cy="2400300"/>
          </a:xfrm>
          <a:solidFill>
            <a:schemeClr val="bg1">
              <a:lumMod val="95000"/>
            </a:schemeClr>
          </a:solidFill>
          <a:ln w="12700">
            <a:solidFill>
              <a:srgbClr val="FF3228"/>
            </a:solidFill>
          </a:ln>
        </p:spPr>
        <p:txBody>
          <a:bodyPr/>
          <a:lstStyle/>
          <a:p>
            <a:endParaRPr lang="es-ES" dirty="0"/>
          </a:p>
        </p:txBody>
      </p:sp>
      <p:sp>
        <p:nvSpPr>
          <p:cNvPr id="17" name="Marcador de texto 17">
            <a:extLst>
              <a:ext uri="{FF2B5EF4-FFF2-40B4-BE49-F238E27FC236}">
                <a16:creationId xmlns:a16="http://schemas.microsoft.com/office/drawing/2014/main" id="{84C5C295-7660-4294-86D6-F055C7864050}"/>
              </a:ext>
            </a:extLst>
          </p:cNvPr>
          <p:cNvSpPr>
            <a:spLocks noGrp="1"/>
          </p:cNvSpPr>
          <p:nvPr>
            <p:ph type="body" sz="quarter" idx="14" hasCustomPrompt="1"/>
          </p:nvPr>
        </p:nvSpPr>
        <p:spPr>
          <a:xfrm>
            <a:off x="3587607" y="4298452"/>
            <a:ext cx="7170703" cy="554251"/>
          </a:xfrm>
        </p:spPr>
        <p:txBody>
          <a:bodyPr>
            <a:normAutofit/>
          </a:bodyPr>
          <a:lstStyle>
            <a:lvl1pPr marL="0" indent="0">
              <a:lnSpc>
                <a:spcPct val="90000"/>
              </a:lnSpc>
              <a:buNone/>
              <a:defRPr lang="es-ES" sz="2890" b="1" kern="1200" dirty="0">
                <a:solidFill>
                  <a:schemeClr val="bg1"/>
                </a:solidFill>
                <a:latin typeface="Century Gothic" panose="020B0502020202020204" pitchFamily="34" charset="0"/>
                <a:ea typeface="+mj-ea"/>
                <a:cs typeface="+mj-cs"/>
              </a:defRPr>
            </a:lvl1pPr>
          </a:lstStyle>
          <a:p>
            <a:r>
              <a:rPr lang="es-ES" dirty="0" err="1">
                <a:solidFill>
                  <a:schemeClr val="bg1"/>
                </a:solidFill>
              </a:rPr>
              <a:t>Lorem</a:t>
            </a:r>
            <a:r>
              <a:rPr lang="es-ES" dirty="0">
                <a:solidFill>
                  <a:schemeClr val="bg1"/>
                </a:solidFill>
              </a:rPr>
              <a:t> </a:t>
            </a:r>
            <a:r>
              <a:rPr lang="es-ES" dirty="0" err="1">
                <a:solidFill>
                  <a:schemeClr val="bg1"/>
                </a:solidFill>
              </a:rPr>
              <a:t>ipsum</a:t>
            </a:r>
            <a:r>
              <a:rPr lang="es-ES" dirty="0">
                <a:solidFill>
                  <a:schemeClr val="bg1"/>
                </a:solidFill>
              </a:rPr>
              <a:t>, </a:t>
            </a:r>
            <a:r>
              <a:rPr lang="es-ES" dirty="0" err="1">
                <a:solidFill>
                  <a:schemeClr val="bg1"/>
                </a:solidFill>
              </a:rPr>
              <a:t>lmus</a:t>
            </a:r>
            <a:r>
              <a:rPr lang="es-ES" dirty="0">
                <a:solidFill>
                  <a:schemeClr val="bg1"/>
                </a:solidFill>
              </a:rPr>
              <a:t> </a:t>
            </a:r>
            <a:r>
              <a:rPr lang="es-ES" dirty="0" err="1">
                <a:solidFill>
                  <a:schemeClr val="bg1"/>
                </a:solidFill>
              </a:rPr>
              <a:t>deru</a:t>
            </a:r>
            <a:r>
              <a:rPr lang="es-ES" dirty="0">
                <a:solidFill>
                  <a:schemeClr val="bg1"/>
                </a:solidFill>
              </a:rPr>
              <a:t> </a:t>
            </a:r>
            <a:r>
              <a:rPr lang="es-ES" dirty="0" err="1">
                <a:solidFill>
                  <a:schemeClr val="bg1"/>
                </a:solidFill>
              </a:rPr>
              <a:t>llam</a:t>
            </a:r>
            <a:r>
              <a:rPr lang="es-ES" dirty="0">
                <a:solidFill>
                  <a:schemeClr val="bg1"/>
                </a:solidFill>
              </a:rPr>
              <a:t> </a:t>
            </a:r>
            <a:r>
              <a:rPr lang="es-ES" dirty="0" err="1">
                <a:solidFill>
                  <a:schemeClr val="bg1"/>
                </a:solidFill>
              </a:rPr>
              <a:t>deru</a:t>
            </a:r>
            <a:r>
              <a:rPr lang="es-ES" dirty="0">
                <a:solidFill>
                  <a:schemeClr val="bg1"/>
                </a:solidFill>
              </a:rPr>
              <a:t> </a:t>
            </a:r>
            <a:r>
              <a:rPr lang="es-ES" dirty="0" err="1">
                <a:solidFill>
                  <a:schemeClr val="bg1"/>
                </a:solidFill>
              </a:rPr>
              <a:t>llam</a:t>
            </a:r>
            <a:endParaRPr lang="es-ES" dirty="0">
              <a:solidFill>
                <a:schemeClr val="bg1"/>
              </a:solidFill>
            </a:endParaRPr>
          </a:p>
        </p:txBody>
      </p:sp>
      <p:sp>
        <p:nvSpPr>
          <p:cNvPr id="18" name="Marcador de posición de imagen 7">
            <a:extLst>
              <a:ext uri="{FF2B5EF4-FFF2-40B4-BE49-F238E27FC236}">
                <a16:creationId xmlns:a16="http://schemas.microsoft.com/office/drawing/2014/main" id="{98F82C54-E041-4961-B68A-84A13C1FB2D8}"/>
              </a:ext>
            </a:extLst>
          </p:cNvPr>
          <p:cNvSpPr>
            <a:spLocks noGrp="1"/>
          </p:cNvSpPr>
          <p:nvPr>
            <p:ph type="pic" sz="quarter" idx="20"/>
          </p:nvPr>
        </p:nvSpPr>
        <p:spPr>
          <a:xfrm>
            <a:off x="3309938" y="1714500"/>
            <a:ext cx="2400300" cy="2400300"/>
          </a:xfrm>
          <a:solidFill>
            <a:schemeClr val="bg1">
              <a:lumMod val="95000"/>
            </a:schemeClr>
          </a:solidFill>
          <a:ln w="12700">
            <a:solidFill>
              <a:srgbClr val="FF3228"/>
            </a:solidFill>
          </a:ln>
        </p:spPr>
        <p:txBody>
          <a:bodyPr/>
          <a:lstStyle/>
          <a:p>
            <a:endParaRPr lang="es-ES" dirty="0"/>
          </a:p>
        </p:txBody>
      </p:sp>
      <p:sp>
        <p:nvSpPr>
          <p:cNvPr id="19" name="Marcador de posición de imagen 7">
            <a:extLst>
              <a:ext uri="{FF2B5EF4-FFF2-40B4-BE49-F238E27FC236}">
                <a16:creationId xmlns:a16="http://schemas.microsoft.com/office/drawing/2014/main" id="{498F53C0-25B8-4416-BB17-5CFFE7E97B0C}"/>
              </a:ext>
            </a:extLst>
          </p:cNvPr>
          <p:cNvSpPr>
            <a:spLocks noGrp="1"/>
          </p:cNvSpPr>
          <p:nvPr>
            <p:ph type="pic" sz="quarter" idx="21"/>
          </p:nvPr>
        </p:nvSpPr>
        <p:spPr>
          <a:xfrm>
            <a:off x="5710238" y="1714500"/>
            <a:ext cx="2400300" cy="2400300"/>
          </a:xfrm>
          <a:solidFill>
            <a:schemeClr val="bg1">
              <a:lumMod val="95000"/>
            </a:schemeClr>
          </a:solidFill>
          <a:ln w="12700">
            <a:solidFill>
              <a:srgbClr val="FF3228"/>
            </a:solidFill>
          </a:ln>
        </p:spPr>
        <p:txBody>
          <a:bodyPr/>
          <a:lstStyle/>
          <a:p>
            <a:endParaRPr lang="es-ES" dirty="0"/>
          </a:p>
        </p:txBody>
      </p:sp>
      <p:sp>
        <p:nvSpPr>
          <p:cNvPr id="22" name="Marcador de posición de imagen 7">
            <a:extLst>
              <a:ext uri="{FF2B5EF4-FFF2-40B4-BE49-F238E27FC236}">
                <a16:creationId xmlns:a16="http://schemas.microsoft.com/office/drawing/2014/main" id="{E4299396-37C3-47E4-B635-8BE73AC26544}"/>
              </a:ext>
            </a:extLst>
          </p:cNvPr>
          <p:cNvSpPr>
            <a:spLocks noGrp="1"/>
          </p:cNvSpPr>
          <p:nvPr>
            <p:ph type="pic" sz="quarter" idx="22"/>
          </p:nvPr>
        </p:nvSpPr>
        <p:spPr>
          <a:xfrm>
            <a:off x="8110538" y="1714500"/>
            <a:ext cx="2400300" cy="2400300"/>
          </a:xfrm>
          <a:solidFill>
            <a:schemeClr val="bg1">
              <a:lumMod val="95000"/>
            </a:schemeClr>
          </a:solidFill>
          <a:ln w="12700">
            <a:solidFill>
              <a:srgbClr val="FF3228"/>
            </a:solidFill>
          </a:ln>
        </p:spPr>
        <p:txBody>
          <a:bodyPr/>
          <a:lstStyle/>
          <a:p>
            <a:endParaRPr lang="es-ES" dirty="0"/>
          </a:p>
        </p:txBody>
      </p:sp>
      <p:sp>
        <p:nvSpPr>
          <p:cNvPr id="24" name="Marcador de texto 17">
            <a:extLst>
              <a:ext uri="{FF2B5EF4-FFF2-40B4-BE49-F238E27FC236}">
                <a16:creationId xmlns:a16="http://schemas.microsoft.com/office/drawing/2014/main" id="{A24DE945-2CE3-4EC7-A127-55E426E25340}"/>
              </a:ext>
            </a:extLst>
          </p:cNvPr>
          <p:cNvSpPr>
            <a:spLocks noGrp="1"/>
          </p:cNvSpPr>
          <p:nvPr>
            <p:ph type="body" sz="quarter" idx="23" hasCustomPrompt="1"/>
          </p:nvPr>
        </p:nvSpPr>
        <p:spPr>
          <a:xfrm>
            <a:off x="3703460" y="4784969"/>
            <a:ext cx="7054849" cy="1344898"/>
          </a:xfrm>
        </p:spPr>
        <p:txBody>
          <a:bodyPr lIns="0">
            <a:noAutofit/>
          </a:bodyPr>
          <a:lstStyle>
            <a:lvl1pPr marL="0" indent="0">
              <a:lnSpc>
                <a:spcPts val="1700"/>
              </a:lnSpc>
              <a:spcBef>
                <a:spcPts val="900"/>
              </a:spcBef>
              <a:spcAft>
                <a:spcPts val="900"/>
              </a:spcAft>
              <a:buNone/>
              <a:defRPr sz="1440" b="0">
                <a:solidFill>
                  <a:schemeClr val="bg1"/>
                </a:solidFill>
              </a:defRPr>
            </a:lvl1pPr>
          </a:lstStyle>
          <a:p>
            <a:pPr lvl="0"/>
            <a:r>
              <a:rPr lang="es-ES" dirty="0"/>
              <a:t>Te </a:t>
            </a:r>
            <a:r>
              <a:rPr lang="es-ES" dirty="0" err="1"/>
              <a:t>cusdaep</a:t>
            </a:r>
            <a:r>
              <a:rPr lang="es-ES" dirty="0"/>
              <a:t> </a:t>
            </a:r>
            <a:r>
              <a:rPr lang="es-ES" dirty="0" err="1"/>
              <a:t>taquuam</a:t>
            </a:r>
            <a:r>
              <a:rPr lang="es-ES" dirty="0"/>
              <a:t>, </a:t>
            </a:r>
            <a:r>
              <a:rPr lang="es-ES" dirty="0" err="1"/>
              <a:t>taquam</a:t>
            </a:r>
            <a:r>
              <a:rPr lang="es-ES" dirty="0"/>
              <a:t>, </a:t>
            </a:r>
            <a:r>
              <a:rPr lang="es-ES" dirty="0" err="1"/>
              <a:t>ea</a:t>
            </a:r>
            <a:r>
              <a:rPr lang="es-ES" dirty="0"/>
              <a:t> </a:t>
            </a:r>
            <a:r>
              <a:rPr lang="es-ES" dirty="0" err="1"/>
              <a:t>dolorisPoribus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		</a:t>
            </a:r>
          </a:p>
        </p:txBody>
      </p:sp>
      <p:sp>
        <p:nvSpPr>
          <p:cNvPr id="25" name="Marcador de texto 8">
            <a:extLst>
              <a:ext uri="{FF2B5EF4-FFF2-40B4-BE49-F238E27FC236}">
                <a16:creationId xmlns:a16="http://schemas.microsoft.com/office/drawing/2014/main" id="{3D775503-C7C8-4604-9DD9-74B7D04AFCCC}"/>
              </a:ext>
            </a:extLst>
          </p:cNvPr>
          <p:cNvSpPr>
            <a:spLocks noGrp="1"/>
          </p:cNvSpPr>
          <p:nvPr>
            <p:ph type="body" sz="quarter" idx="19" hasCustomPrompt="1"/>
          </p:nvPr>
        </p:nvSpPr>
        <p:spPr>
          <a:xfrm>
            <a:off x="3714751"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26" name="Marcador de texto 8">
            <a:extLst>
              <a:ext uri="{FF2B5EF4-FFF2-40B4-BE49-F238E27FC236}">
                <a16:creationId xmlns:a16="http://schemas.microsoft.com/office/drawing/2014/main" id="{FEF82472-BA77-4424-9633-6F836819F35A}"/>
              </a:ext>
            </a:extLst>
          </p:cNvPr>
          <p:cNvSpPr>
            <a:spLocks noGrp="1"/>
          </p:cNvSpPr>
          <p:nvPr>
            <p:ph type="body" sz="quarter" idx="24" hasCustomPrompt="1"/>
          </p:nvPr>
        </p:nvSpPr>
        <p:spPr>
          <a:xfrm>
            <a:off x="5922753"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31" name="Marcador de texto 8">
            <a:extLst>
              <a:ext uri="{FF2B5EF4-FFF2-40B4-BE49-F238E27FC236}">
                <a16:creationId xmlns:a16="http://schemas.microsoft.com/office/drawing/2014/main" id="{2C25FDCB-8A18-4353-AD68-DE9C42E85306}"/>
              </a:ext>
            </a:extLst>
          </p:cNvPr>
          <p:cNvSpPr>
            <a:spLocks noGrp="1"/>
          </p:cNvSpPr>
          <p:nvPr>
            <p:ph type="body" sz="quarter" idx="25" hasCustomPrompt="1"/>
          </p:nvPr>
        </p:nvSpPr>
        <p:spPr>
          <a:xfrm>
            <a:off x="8130755"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32" name="CuadroTexto 31">
            <a:extLst>
              <a:ext uri="{FF2B5EF4-FFF2-40B4-BE49-F238E27FC236}">
                <a16:creationId xmlns:a16="http://schemas.microsoft.com/office/drawing/2014/main" id="{9F4B4B96-4DE9-41D6-8451-E609EA42CEB1}"/>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34" name="Rectángulo 33">
            <a:extLst>
              <a:ext uri="{FF2B5EF4-FFF2-40B4-BE49-F238E27FC236}">
                <a16:creationId xmlns:a16="http://schemas.microsoft.com/office/drawing/2014/main" id="{477BE39B-2C02-47CD-9D3F-4E61D751F409}"/>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6" name="Marcador de posición de imagen 7">
            <a:extLst>
              <a:ext uri="{FF2B5EF4-FFF2-40B4-BE49-F238E27FC236}">
                <a16:creationId xmlns:a16="http://schemas.microsoft.com/office/drawing/2014/main" id="{8AC1F603-16D4-4B7E-9BC4-BCCDDDAB5BC9}"/>
              </a:ext>
            </a:extLst>
          </p:cNvPr>
          <p:cNvSpPr>
            <a:spLocks noGrp="1"/>
          </p:cNvSpPr>
          <p:nvPr>
            <p:ph type="pic" sz="quarter" idx="26"/>
          </p:nvPr>
        </p:nvSpPr>
        <p:spPr>
          <a:xfrm>
            <a:off x="10510838" y="1714500"/>
            <a:ext cx="2400300" cy="2400300"/>
          </a:xfrm>
          <a:solidFill>
            <a:schemeClr val="bg1">
              <a:lumMod val="95000"/>
            </a:schemeClr>
          </a:solidFill>
          <a:ln w="12700">
            <a:solidFill>
              <a:srgbClr val="FF3228"/>
            </a:solidFill>
          </a:ln>
        </p:spPr>
        <p:txBody>
          <a:bodyPr/>
          <a:lstStyle/>
          <a:p>
            <a:endParaRPr lang="es-ES" dirty="0"/>
          </a:p>
        </p:txBody>
      </p:sp>
      <p:pic>
        <p:nvPicPr>
          <p:cNvPr id="21" name="Gráfico 20">
            <a:extLst>
              <a:ext uri="{FF2B5EF4-FFF2-40B4-BE49-F238E27FC236}">
                <a16:creationId xmlns:a16="http://schemas.microsoft.com/office/drawing/2014/main" id="{A0DCA150-0A3B-41D3-8E22-943C3ACECB04}"/>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24442" y="332974"/>
            <a:ext cx="1400054" cy="385200"/>
          </a:xfrm>
          <a:prstGeom prst="rect">
            <a:avLst/>
          </a:prstGeom>
        </p:spPr>
      </p:pic>
    </p:spTree>
    <p:extLst>
      <p:ext uri="{BB962C8B-B14F-4D97-AF65-F5344CB8AC3E}">
        <p14:creationId xmlns:p14="http://schemas.microsoft.com/office/powerpoint/2010/main" val="3749982865"/>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exto + Imagen 06">
    <p:spTree>
      <p:nvGrpSpPr>
        <p:cNvPr id="1" name=""/>
        <p:cNvGrpSpPr/>
        <p:nvPr/>
      </p:nvGrpSpPr>
      <p:grpSpPr>
        <a:xfrm>
          <a:off x="0" y="0"/>
          <a:ext cx="0" cy="0"/>
          <a:chOff x="0" y="0"/>
          <a:chExt cx="0" cy="0"/>
        </a:xfrm>
      </p:grpSpPr>
      <p:pic>
        <p:nvPicPr>
          <p:cNvPr id="14" name="Imagen 13">
            <a:extLst>
              <a:ext uri="{FF2B5EF4-FFF2-40B4-BE49-F238E27FC236}">
                <a16:creationId xmlns:a16="http://schemas.microsoft.com/office/drawing/2014/main" id="{C736E012-FDE3-42BC-B1F9-A1FC3B60AE5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3" name="Marcador de número de diapositiva 2">
            <a:extLst>
              <a:ext uri="{FF2B5EF4-FFF2-40B4-BE49-F238E27FC236}">
                <a16:creationId xmlns:a16="http://schemas.microsoft.com/office/drawing/2014/main" id="{42F2A480-3D7B-4147-AD69-DDD775FA9708}"/>
              </a:ext>
            </a:extLst>
          </p:cNvPr>
          <p:cNvSpPr>
            <a:spLocks noGrp="1"/>
          </p:cNvSpPr>
          <p:nvPr>
            <p:ph type="sldNum" sz="quarter" idx="10"/>
          </p:nvPr>
        </p:nvSpPr>
        <p:spPr/>
        <p:txBody>
          <a:bodyPr/>
          <a:lstStyle/>
          <a:p>
            <a:fld id="{B005B2D1-880E-4846-A216-7D6770BA1332}" type="slidenum">
              <a:rPr lang="es-ES" smtClean="0"/>
              <a:pPr/>
              <a:t>‹Nº›</a:t>
            </a:fld>
            <a:endParaRPr lang="es-ES" dirty="0"/>
          </a:p>
        </p:txBody>
      </p:sp>
      <p:sp>
        <p:nvSpPr>
          <p:cNvPr id="13" name="Marcador de posición de imagen 7">
            <a:extLst>
              <a:ext uri="{FF2B5EF4-FFF2-40B4-BE49-F238E27FC236}">
                <a16:creationId xmlns:a16="http://schemas.microsoft.com/office/drawing/2014/main" id="{EBC33655-F9A5-4750-B5DC-FF30B140D5E2}"/>
              </a:ext>
            </a:extLst>
          </p:cNvPr>
          <p:cNvSpPr>
            <a:spLocks noGrp="1"/>
          </p:cNvSpPr>
          <p:nvPr>
            <p:ph type="pic" sz="quarter" idx="17"/>
          </p:nvPr>
        </p:nvSpPr>
        <p:spPr>
          <a:xfrm>
            <a:off x="906463" y="1714500"/>
            <a:ext cx="2400300" cy="2400300"/>
          </a:xfrm>
          <a:solidFill>
            <a:schemeClr val="bg1">
              <a:lumMod val="95000"/>
            </a:schemeClr>
          </a:solidFill>
          <a:ln w="12700">
            <a:solidFill>
              <a:srgbClr val="FF3228"/>
            </a:solidFill>
          </a:ln>
        </p:spPr>
        <p:txBody>
          <a:bodyPr/>
          <a:lstStyle/>
          <a:p>
            <a:endParaRPr lang="es-ES" dirty="0"/>
          </a:p>
        </p:txBody>
      </p:sp>
      <p:sp>
        <p:nvSpPr>
          <p:cNvPr id="17" name="Marcador de texto 17">
            <a:extLst>
              <a:ext uri="{FF2B5EF4-FFF2-40B4-BE49-F238E27FC236}">
                <a16:creationId xmlns:a16="http://schemas.microsoft.com/office/drawing/2014/main" id="{84C5C295-7660-4294-86D6-F055C7864050}"/>
              </a:ext>
            </a:extLst>
          </p:cNvPr>
          <p:cNvSpPr>
            <a:spLocks noGrp="1"/>
          </p:cNvSpPr>
          <p:nvPr>
            <p:ph type="body" sz="quarter" idx="14" hasCustomPrompt="1"/>
          </p:nvPr>
        </p:nvSpPr>
        <p:spPr>
          <a:xfrm>
            <a:off x="3587607" y="4298452"/>
            <a:ext cx="7170703" cy="554251"/>
          </a:xfrm>
        </p:spPr>
        <p:txBody>
          <a:bodyPr>
            <a:normAutofit/>
          </a:bodyPr>
          <a:lstStyle>
            <a:lvl1pPr marL="0" indent="0">
              <a:lnSpc>
                <a:spcPct val="90000"/>
              </a:lnSpc>
              <a:buNone/>
              <a:defRPr lang="es-ES" sz="2890" b="1" kern="1200" dirty="0">
                <a:solidFill>
                  <a:schemeClr val="bg1"/>
                </a:solidFill>
                <a:latin typeface="Century Gothic" panose="020B0502020202020204" pitchFamily="34" charset="0"/>
                <a:ea typeface="+mj-ea"/>
                <a:cs typeface="+mj-cs"/>
              </a:defRPr>
            </a:lvl1pPr>
          </a:lstStyle>
          <a:p>
            <a:r>
              <a:rPr lang="es-ES" dirty="0" err="1">
                <a:solidFill>
                  <a:schemeClr val="bg1"/>
                </a:solidFill>
              </a:rPr>
              <a:t>Lorem</a:t>
            </a:r>
            <a:r>
              <a:rPr lang="es-ES" dirty="0">
                <a:solidFill>
                  <a:schemeClr val="bg1"/>
                </a:solidFill>
              </a:rPr>
              <a:t> </a:t>
            </a:r>
            <a:r>
              <a:rPr lang="es-ES" dirty="0" err="1">
                <a:solidFill>
                  <a:schemeClr val="bg1"/>
                </a:solidFill>
              </a:rPr>
              <a:t>ipsum</a:t>
            </a:r>
            <a:r>
              <a:rPr lang="es-ES" dirty="0">
                <a:solidFill>
                  <a:schemeClr val="bg1"/>
                </a:solidFill>
              </a:rPr>
              <a:t>, </a:t>
            </a:r>
            <a:r>
              <a:rPr lang="es-ES" dirty="0" err="1">
                <a:solidFill>
                  <a:schemeClr val="bg1"/>
                </a:solidFill>
              </a:rPr>
              <a:t>lmus</a:t>
            </a:r>
            <a:r>
              <a:rPr lang="es-ES" dirty="0">
                <a:solidFill>
                  <a:schemeClr val="bg1"/>
                </a:solidFill>
              </a:rPr>
              <a:t> </a:t>
            </a:r>
            <a:r>
              <a:rPr lang="es-ES" dirty="0" err="1">
                <a:solidFill>
                  <a:schemeClr val="bg1"/>
                </a:solidFill>
              </a:rPr>
              <a:t>deru</a:t>
            </a:r>
            <a:r>
              <a:rPr lang="es-ES" dirty="0">
                <a:solidFill>
                  <a:schemeClr val="bg1"/>
                </a:solidFill>
              </a:rPr>
              <a:t> </a:t>
            </a:r>
            <a:r>
              <a:rPr lang="es-ES" dirty="0" err="1">
                <a:solidFill>
                  <a:schemeClr val="bg1"/>
                </a:solidFill>
              </a:rPr>
              <a:t>llam</a:t>
            </a:r>
            <a:r>
              <a:rPr lang="es-ES" dirty="0">
                <a:solidFill>
                  <a:schemeClr val="bg1"/>
                </a:solidFill>
              </a:rPr>
              <a:t> </a:t>
            </a:r>
            <a:r>
              <a:rPr lang="es-ES" dirty="0" err="1">
                <a:solidFill>
                  <a:schemeClr val="bg1"/>
                </a:solidFill>
              </a:rPr>
              <a:t>deru</a:t>
            </a:r>
            <a:r>
              <a:rPr lang="es-ES" dirty="0">
                <a:solidFill>
                  <a:schemeClr val="bg1"/>
                </a:solidFill>
              </a:rPr>
              <a:t> </a:t>
            </a:r>
            <a:r>
              <a:rPr lang="es-ES" dirty="0" err="1">
                <a:solidFill>
                  <a:schemeClr val="bg1"/>
                </a:solidFill>
              </a:rPr>
              <a:t>llam</a:t>
            </a:r>
            <a:endParaRPr lang="es-ES" dirty="0">
              <a:solidFill>
                <a:schemeClr val="bg1"/>
              </a:solidFill>
            </a:endParaRPr>
          </a:p>
        </p:txBody>
      </p:sp>
      <p:sp>
        <p:nvSpPr>
          <p:cNvPr id="18" name="Marcador de posición de imagen 7">
            <a:extLst>
              <a:ext uri="{FF2B5EF4-FFF2-40B4-BE49-F238E27FC236}">
                <a16:creationId xmlns:a16="http://schemas.microsoft.com/office/drawing/2014/main" id="{98F82C54-E041-4961-B68A-84A13C1FB2D8}"/>
              </a:ext>
            </a:extLst>
          </p:cNvPr>
          <p:cNvSpPr>
            <a:spLocks noGrp="1"/>
          </p:cNvSpPr>
          <p:nvPr>
            <p:ph type="pic" sz="quarter" idx="20"/>
          </p:nvPr>
        </p:nvSpPr>
        <p:spPr>
          <a:xfrm>
            <a:off x="3309938" y="1714500"/>
            <a:ext cx="2400300" cy="2400300"/>
          </a:xfrm>
          <a:solidFill>
            <a:schemeClr val="bg1">
              <a:lumMod val="95000"/>
            </a:schemeClr>
          </a:solidFill>
          <a:ln w="12700">
            <a:solidFill>
              <a:srgbClr val="FF3228"/>
            </a:solidFill>
          </a:ln>
        </p:spPr>
        <p:txBody>
          <a:bodyPr/>
          <a:lstStyle/>
          <a:p>
            <a:endParaRPr lang="es-ES" dirty="0"/>
          </a:p>
        </p:txBody>
      </p:sp>
      <p:sp>
        <p:nvSpPr>
          <p:cNvPr id="19" name="Marcador de posición de imagen 7">
            <a:extLst>
              <a:ext uri="{FF2B5EF4-FFF2-40B4-BE49-F238E27FC236}">
                <a16:creationId xmlns:a16="http://schemas.microsoft.com/office/drawing/2014/main" id="{498F53C0-25B8-4416-BB17-5CFFE7E97B0C}"/>
              </a:ext>
            </a:extLst>
          </p:cNvPr>
          <p:cNvSpPr>
            <a:spLocks noGrp="1"/>
          </p:cNvSpPr>
          <p:nvPr>
            <p:ph type="pic" sz="quarter" idx="21"/>
          </p:nvPr>
        </p:nvSpPr>
        <p:spPr>
          <a:xfrm>
            <a:off x="5710238" y="1714500"/>
            <a:ext cx="2400300" cy="2400300"/>
          </a:xfrm>
          <a:solidFill>
            <a:schemeClr val="bg1">
              <a:lumMod val="95000"/>
            </a:schemeClr>
          </a:solidFill>
          <a:ln w="12700">
            <a:solidFill>
              <a:srgbClr val="FF3228"/>
            </a:solidFill>
          </a:ln>
        </p:spPr>
        <p:txBody>
          <a:bodyPr/>
          <a:lstStyle/>
          <a:p>
            <a:endParaRPr lang="es-ES" dirty="0"/>
          </a:p>
        </p:txBody>
      </p:sp>
      <p:sp>
        <p:nvSpPr>
          <p:cNvPr id="22" name="Marcador de posición de imagen 7">
            <a:extLst>
              <a:ext uri="{FF2B5EF4-FFF2-40B4-BE49-F238E27FC236}">
                <a16:creationId xmlns:a16="http://schemas.microsoft.com/office/drawing/2014/main" id="{E4299396-37C3-47E4-B635-8BE73AC26544}"/>
              </a:ext>
            </a:extLst>
          </p:cNvPr>
          <p:cNvSpPr>
            <a:spLocks noGrp="1"/>
          </p:cNvSpPr>
          <p:nvPr>
            <p:ph type="pic" sz="quarter" idx="22"/>
          </p:nvPr>
        </p:nvSpPr>
        <p:spPr>
          <a:xfrm>
            <a:off x="8110538" y="1714500"/>
            <a:ext cx="2400300" cy="2400300"/>
          </a:xfrm>
          <a:solidFill>
            <a:schemeClr val="bg1">
              <a:lumMod val="95000"/>
            </a:schemeClr>
          </a:solidFill>
          <a:ln w="12700">
            <a:solidFill>
              <a:srgbClr val="FF3228"/>
            </a:solidFill>
          </a:ln>
        </p:spPr>
        <p:txBody>
          <a:bodyPr/>
          <a:lstStyle/>
          <a:p>
            <a:endParaRPr lang="es-ES" dirty="0"/>
          </a:p>
        </p:txBody>
      </p:sp>
      <p:sp>
        <p:nvSpPr>
          <p:cNvPr id="24" name="Marcador de texto 17">
            <a:extLst>
              <a:ext uri="{FF2B5EF4-FFF2-40B4-BE49-F238E27FC236}">
                <a16:creationId xmlns:a16="http://schemas.microsoft.com/office/drawing/2014/main" id="{A24DE945-2CE3-4EC7-A127-55E426E25340}"/>
              </a:ext>
            </a:extLst>
          </p:cNvPr>
          <p:cNvSpPr>
            <a:spLocks noGrp="1"/>
          </p:cNvSpPr>
          <p:nvPr>
            <p:ph type="body" sz="quarter" idx="23" hasCustomPrompt="1"/>
          </p:nvPr>
        </p:nvSpPr>
        <p:spPr>
          <a:xfrm>
            <a:off x="3703460" y="4784969"/>
            <a:ext cx="7054849" cy="1344898"/>
          </a:xfrm>
        </p:spPr>
        <p:txBody>
          <a:bodyPr lIns="0">
            <a:noAutofit/>
          </a:bodyPr>
          <a:lstStyle>
            <a:lvl1pPr marL="0" indent="0">
              <a:lnSpc>
                <a:spcPts val="1700"/>
              </a:lnSpc>
              <a:spcBef>
                <a:spcPts val="900"/>
              </a:spcBef>
              <a:spcAft>
                <a:spcPts val="900"/>
              </a:spcAft>
              <a:buNone/>
              <a:defRPr sz="1440" b="0">
                <a:solidFill>
                  <a:schemeClr val="bg1"/>
                </a:solidFill>
              </a:defRPr>
            </a:lvl1pPr>
          </a:lstStyle>
          <a:p>
            <a:pPr lvl="0"/>
            <a:r>
              <a:rPr lang="es-ES" dirty="0"/>
              <a:t>Te </a:t>
            </a:r>
            <a:r>
              <a:rPr lang="es-ES" dirty="0" err="1"/>
              <a:t>cusdaep</a:t>
            </a:r>
            <a:r>
              <a:rPr lang="es-ES" dirty="0"/>
              <a:t> </a:t>
            </a:r>
            <a:r>
              <a:rPr lang="es-ES" dirty="0" err="1"/>
              <a:t>taquuam</a:t>
            </a:r>
            <a:r>
              <a:rPr lang="es-ES" dirty="0"/>
              <a:t>, </a:t>
            </a:r>
            <a:r>
              <a:rPr lang="es-ES" dirty="0" err="1"/>
              <a:t>taquam</a:t>
            </a:r>
            <a:r>
              <a:rPr lang="es-ES" dirty="0"/>
              <a:t>, </a:t>
            </a:r>
            <a:r>
              <a:rPr lang="es-ES" dirty="0" err="1"/>
              <a:t>ea</a:t>
            </a:r>
            <a:r>
              <a:rPr lang="es-ES" dirty="0"/>
              <a:t> </a:t>
            </a:r>
            <a:r>
              <a:rPr lang="es-ES" dirty="0" err="1"/>
              <a:t>dolorisPoribus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		</a:t>
            </a:r>
          </a:p>
        </p:txBody>
      </p:sp>
      <p:sp>
        <p:nvSpPr>
          <p:cNvPr id="25" name="Marcador de texto 8">
            <a:extLst>
              <a:ext uri="{FF2B5EF4-FFF2-40B4-BE49-F238E27FC236}">
                <a16:creationId xmlns:a16="http://schemas.microsoft.com/office/drawing/2014/main" id="{3D775503-C7C8-4604-9DD9-74B7D04AFCCC}"/>
              </a:ext>
            </a:extLst>
          </p:cNvPr>
          <p:cNvSpPr>
            <a:spLocks noGrp="1"/>
          </p:cNvSpPr>
          <p:nvPr>
            <p:ph type="body" sz="quarter" idx="19" hasCustomPrompt="1"/>
          </p:nvPr>
        </p:nvSpPr>
        <p:spPr>
          <a:xfrm>
            <a:off x="3714751"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26" name="Marcador de texto 8">
            <a:extLst>
              <a:ext uri="{FF2B5EF4-FFF2-40B4-BE49-F238E27FC236}">
                <a16:creationId xmlns:a16="http://schemas.microsoft.com/office/drawing/2014/main" id="{FEF82472-BA77-4424-9633-6F836819F35A}"/>
              </a:ext>
            </a:extLst>
          </p:cNvPr>
          <p:cNvSpPr>
            <a:spLocks noGrp="1"/>
          </p:cNvSpPr>
          <p:nvPr>
            <p:ph type="body" sz="quarter" idx="24" hasCustomPrompt="1"/>
          </p:nvPr>
        </p:nvSpPr>
        <p:spPr>
          <a:xfrm>
            <a:off x="5922753"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31" name="Marcador de texto 8">
            <a:extLst>
              <a:ext uri="{FF2B5EF4-FFF2-40B4-BE49-F238E27FC236}">
                <a16:creationId xmlns:a16="http://schemas.microsoft.com/office/drawing/2014/main" id="{2C25FDCB-8A18-4353-AD68-DE9C42E85306}"/>
              </a:ext>
            </a:extLst>
          </p:cNvPr>
          <p:cNvSpPr>
            <a:spLocks noGrp="1"/>
          </p:cNvSpPr>
          <p:nvPr>
            <p:ph type="body" sz="quarter" idx="25" hasCustomPrompt="1"/>
          </p:nvPr>
        </p:nvSpPr>
        <p:spPr>
          <a:xfrm>
            <a:off x="8130755"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32" name="CuadroTexto 31">
            <a:extLst>
              <a:ext uri="{FF2B5EF4-FFF2-40B4-BE49-F238E27FC236}">
                <a16:creationId xmlns:a16="http://schemas.microsoft.com/office/drawing/2014/main" id="{9F4B4B96-4DE9-41D6-8451-E609EA42CEB1}"/>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34" name="Rectángulo 33">
            <a:extLst>
              <a:ext uri="{FF2B5EF4-FFF2-40B4-BE49-F238E27FC236}">
                <a16:creationId xmlns:a16="http://schemas.microsoft.com/office/drawing/2014/main" id="{477BE39B-2C02-47CD-9D3F-4E61D751F409}"/>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6" name="Marcador de posición de imagen 7">
            <a:extLst>
              <a:ext uri="{FF2B5EF4-FFF2-40B4-BE49-F238E27FC236}">
                <a16:creationId xmlns:a16="http://schemas.microsoft.com/office/drawing/2014/main" id="{8AC1F603-16D4-4B7E-9BC4-BCCDDDAB5BC9}"/>
              </a:ext>
            </a:extLst>
          </p:cNvPr>
          <p:cNvSpPr>
            <a:spLocks noGrp="1"/>
          </p:cNvSpPr>
          <p:nvPr>
            <p:ph type="pic" sz="quarter" idx="26"/>
          </p:nvPr>
        </p:nvSpPr>
        <p:spPr>
          <a:xfrm>
            <a:off x="10510838" y="1714500"/>
            <a:ext cx="2400300" cy="2400300"/>
          </a:xfrm>
          <a:solidFill>
            <a:schemeClr val="bg1">
              <a:lumMod val="95000"/>
            </a:schemeClr>
          </a:solidFill>
          <a:ln w="12700">
            <a:solidFill>
              <a:srgbClr val="FF3228"/>
            </a:solidFill>
          </a:ln>
        </p:spPr>
        <p:txBody>
          <a:bodyPr/>
          <a:lstStyle/>
          <a:p>
            <a:endParaRPr lang="es-ES" dirty="0"/>
          </a:p>
        </p:txBody>
      </p:sp>
      <p:sp>
        <p:nvSpPr>
          <p:cNvPr id="20" name="Marcador de posición de imagen 7">
            <a:extLst>
              <a:ext uri="{FF2B5EF4-FFF2-40B4-BE49-F238E27FC236}">
                <a16:creationId xmlns:a16="http://schemas.microsoft.com/office/drawing/2014/main" id="{67D034BC-BB8D-49E7-947F-922C5A5DACEE}"/>
              </a:ext>
            </a:extLst>
          </p:cNvPr>
          <p:cNvSpPr>
            <a:spLocks noGrp="1"/>
          </p:cNvSpPr>
          <p:nvPr>
            <p:ph type="pic" sz="quarter" idx="27"/>
          </p:nvPr>
        </p:nvSpPr>
        <p:spPr>
          <a:xfrm>
            <a:off x="906463" y="4114800"/>
            <a:ext cx="2400300" cy="2400300"/>
          </a:xfrm>
          <a:solidFill>
            <a:schemeClr val="bg1">
              <a:lumMod val="95000"/>
            </a:schemeClr>
          </a:solidFill>
          <a:ln w="12700">
            <a:solidFill>
              <a:srgbClr val="FF3228"/>
            </a:solidFill>
          </a:ln>
        </p:spPr>
        <p:txBody>
          <a:bodyPr/>
          <a:lstStyle/>
          <a:p>
            <a:endParaRPr lang="es-ES" dirty="0"/>
          </a:p>
        </p:txBody>
      </p:sp>
      <p:pic>
        <p:nvPicPr>
          <p:cNvPr id="23" name="Gráfico 22">
            <a:extLst>
              <a:ext uri="{FF2B5EF4-FFF2-40B4-BE49-F238E27FC236}">
                <a16:creationId xmlns:a16="http://schemas.microsoft.com/office/drawing/2014/main" id="{C809E736-77B4-449E-910C-BC628E508A45}"/>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24442" y="332974"/>
            <a:ext cx="1400054" cy="385200"/>
          </a:xfrm>
          <a:prstGeom prst="rect">
            <a:avLst/>
          </a:prstGeom>
        </p:spPr>
      </p:pic>
    </p:spTree>
    <p:extLst>
      <p:ext uri="{BB962C8B-B14F-4D97-AF65-F5344CB8AC3E}">
        <p14:creationId xmlns:p14="http://schemas.microsoft.com/office/powerpoint/2010/main" val="491400291"/>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exto + Imagen 07">
    <p:spTree>
      <p:nvGrpSpPr>
        <p:cNvPr id="1" name=""/>
        <p:cNvGrpSpPr/>
        <p:nvPr/>
      </p:nvGrpSpPr>
      <p:grpSpPr>
        <a:xfrm>
          <a:off x="0" y="0"/>
          <a:ext cx="0" cy="0"/>
          <a:chOff x="0" y="0"/>
          <a:chExt cx="0" cy="0"/>
        </a:xfrm>
      </p:grpSpPr>
      <p:pic>
        <p:nvPicPr>
          <p:cNvPr id="14" name="Imagen 13">
            <a:extLst>
              <a:ext uri="{FF2B5EF4-FFF2-40B4-BE49-F238E27FC236}">
                <a16:creationId xmlns:a16="http://schemas.microsoft.com/office/drawing/2014/main" id="{C736E012-FDE3-42BC-B1F9-A1FC3B60AE5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3" name="Marcador de número de diapositiva 2">
            <a:extLst>
              <a:ext uri="{FF2B5EF4-FFF2-40B4-BE49-F238E27FC236}">
                <a16:creationId xmlns:a16="http://schemas.microsoft.com/office/drawing/2014/main" id="{42F2A480-3D7B-4147-AD69-DDD775FA9708}"/>
              </a:ext>
            </a:extLst>
          </p:cNvPr>
          <p:cNvSpPr>
            <a:spLocks noGrp="1"/>
          </p:cNvSpPr>
          <p:nvPr>
            <p:ph type="sldNum" sz="quarter" idx="10"/>
          </p:nvPr>
        </p:nvSpPr>
        <p:spPr/>
        <p:txBody>
          <a:bodyPr/>
          <a:lstStyle/>
          <a:p>
            <a:fld id="{B005B2D1-880E-4846-A216-7D6770BA1332}" type="slidenum">
              <a:rPr lang="es-ES" smtClean="0"/>
              <a:pPr/>
              <a:t>‹Nº›</a:t>
            </a:fld>
            <a:endParaRPr lang="es-ES" dirty="0"/>
          </a:p>
        </p:txBody>
      </p:sp>
      <p:sp>
        <p:nvSpPr>
          <p:cNvPr id="13" name="Marcador de posición de imagen 7">
            <a:extLst>
              <a:ext uri="{FF2B5EF4-FFF2-40B4-BE49-F238E27FC236}">
                <a16:creationId xmlns:a16="http://schemas.microsoft.com/office/drawing/2014/main" id="{EBC33655-F9A5-4750-B5DC-FF30B140D5E2}"/>
              </a:ext>
            </a:extLst>
          </p:cNvPr>
          <p:cNvSpPr>
            <a:spLocks noGrp="1"/>
          </p:cNvSpPr>
          <p:nvPr>
            <p:ph type="pic" sz="quarter" idx="17"/>
          </p:nvPr>
        </p:nvSpPr>
        <p:spPr>
          <a:xfrm>
            <a:off x="1716087" y="1714500"/>
            <a:ext cx="2400300" cy="2400300"/>
          </a:xfrm>
          <a:solidFill>
            <a:schemeClr val="bg1">
              <a:lumMod val="95000"/>
            </a:schemeClr>
          </a:solidFill>
          <a:ln w="12700">
            <a:solidFill>
              <a:srgbClr val="FF3228"/>
            </a:solidFill>
          </a:ln>
        </p:spPr>
        <p:txBody>
          <a:bodyPr/>
          <a:lstStyle/>
          <a:p>
            <a:endParaRPr lang="es-ES" dirty="0"/>
          </a:p>
        </p:txBody>
      </p:sp>
      <p:sp>
        <p:nvSpPr>
          <p:cNvPr id="17" name="Marcador de texto 17">
            <a:extLst>
              <a:ext uri="{FF2B5EF4-FFF2-40B4-BE49-F238E27FC236}">
                <a16:creationId xmlns:a16="http://schemas.microsoft.com/office/drawing/2014/main" id="{84C5C295-7660-4294-86D6-F055C7864050}"/>
              </a:ext>
            </a:extLst>
          </p:cNvPr>
          <p:cNvSpPr>
            <a:spLocks noGrp="1"/>
          </p:cNvSpPr>
          <p:nvPr>
            <p:ph type="body" sz="quarter" idx="14" hasCustomPrompt="1"/>
          </p:nvPr>
        </p:nvSpPr>
        <p:spPr>
          <a:xfrm>
            <a:off x="3587607" y="4298452"/>
            <a:ext cx="7170703" cy="554251"/>
          </a:xfrm>
        </p:spPr>
        <p:txBody>
          <a:bodyPr>
            <a:normAutofit/>
          </a:bodyPr>
          <a:lstStyle>
            <a:lvl1pPr marL="0" indent="0">
              <a:lnSpc>
                <a:spcPct val="90000"/>
              </a:lnSpc>
              <a:buNone/>
              <a:defRPr lang="es-ES" sz="2890" b="1" kern="1200" dirty="0">
                <a:solidFill>
                  <a:schemeClr val="bg1"/>
                </a:solidFill>
                <a:latin typeface="Century Gothic" panose="020B0502020202020204" pitchFamily="34" charset="0"/>
                <a:ea typeface="+mj-ea"/>
                <a:cs typeface="+mj-cs"/>
              </a:defRPr>
            </a:lvl1pPr>
          </a:lstStyle>
          <a:p>
            <a:r>
              <a:rPr lang="es-ES" dirty="0" err="1">
                <a:solidFill>
                  <a:schemeClr val="bg1"/>
                </a:solidFill>
              </a:rPr>
              <a:t>Lorem</a:t>
            </a:r>
            <a:r>
              <a:rPr lang="es-ES" dirty="0">
                <a:solidFill>
                  <a:schemeClr val="bg1"/>
                </a:solidFill>
              </a:rPr>
              <a:t> </a:t>
            </a:r>
            <a:r>
              <a:rPr lang="es-ES" dirty="0" err="1">
                <a:solidFill>
                  <a:schemeClr val="bg1"/>
                </a:solidFill>
              </a:rPr>
              <a:t>ipsum</a:t>
            </a:r>
            <a:r>
              <a:rPr lang="es-ES" dirty="0">
                <a:solidFill>
                  <a:schemeClr val="bg1"/>
                </a:solidFill>
              </a:rPr>
              <a:t>, </a:t>
            </a:r>
            <a:r>
              <a:rPr lang="es-ES" dirty="0" err="1">
                <a:solidFill>
                  <a:schemeClr val="bg1"/>
                </a:solidFill>
              </a:rPr>
              <a:t>lmus</a:t>
            </a:r>
            <a:r>
              <a:rPr lang="es-ES" dirty="0">
                <a:solidFill>
                  <a:schemeClr val="bg1"/>
                </a:solidFill>
              </a:rPr>
              <a:t> </a:t>
            </a:r>
            <a:r>
              <a:rPr lang="es-ES" dirty="0" err="1">
                <a:solidFill>
                  <a:schemeClr val="bg1"/>
                </a:solidFill>
              </a:rPr>
              <a:t>deru</a:t>
            </a:r>
            <a:r>
              <a:rPr lang="es-ES" dirty="0">
                <a:solidFill>
                  <a:schemeClr val="bg1"/>
                </a:solidFill>
              </a:rPr>
              <a:t> </a:t>
            </a:r>
            <a:r>
              <a:rPr lang="es-ES" dirty="0" err="1">
                <a:solidFill>
                  <a:schemeClr val="bg1"/>
                </a:solidFill>
              </a:rPr>
              <a:t>llam</a:t>
            </a:r>
            <a:r>
              <a:rPr lang="es-ES" dirty="0">
                <a:solidFill>
                  <a:schemeClr val="bg1"/>
                </a:solidFill>
              </a:rPr>
              <a:t> </a:t>
            </a:r>
            <a:r>
              <a:rPr lang="es-ES" dirty="0" err="1">
                <a:solidFill>
                  <a:schemeClr val="bg1"/>
                </a:solidFill>
              </a:rPr>
              <a:t>deru</a:t>
            </a:r>
            <a:r>
              <a:rPr lang="es-ES" dirty="0">
                <a:solidFill>
                  <a:schemeClr val="bg1"/>
                </a:solidFill>
              </a:rPr>
              <a:t> </a:t>
            </a:r>
            <a:r>
              <a:rPr lang="es-ES" dirty="0" err="1">
                <a:solidFill>
                  <a:schemeClr val="bg1"/>
                </a:solidFill>
              </a:rPr>
              <a:t>llam</a:t>
            </a:r>
            <a:endParaRPr lang="es-ES" dirty="0">
              <a:solidFill>
                <a:schemeClr val="bg1"/>
              </a:solidFill>
            </a:endParaRPr>
          </a:p>
        </p:txBody>
      </p:sp>
      <p:sp>
        <p:nvSpPr>
          <p:cNvPr id="18" name="Marcador de posición de imagen 7">
            <a:extLst>
              <a:ext uri="{FF2B5EF4-FFF2-40B4-BE49-F238E27FC236}">
                <a16:creationId xmlns:a16="http://schemas.microsoft.com/office/drawing/2014/main" id="{98F82C54-E041-4961-B68A-84A13C1FB2D8}"/>
              </a:ext>
            </a:extLst>
          </p:cNvPr>
          <p:cNvSpPr>
            <a:spLocks noGrp="1"/>
          </p:cNvSpPr>
          <p:nvPr>
            <p:ph type="pic" sz="quarter" idx="20"/>
          </p:nvPr>
        </p:nvSpPr>
        <p:spPr>
          <a:xfrm>
            <a:off x="4119562" y="1714500"/>
            <a:ext cx="2400300" cy="2400300"/>
          </a:xfrm>
          <a:solidFill>
            <a:schemeClr val="bg1">
              <a:lumMod val="95000"/>
            </a:schemeClr>
          </a:solidFill>
          <a:ln w="12700">
            <a:solidFill>
              <a:srgbClr val="FF3228"/>
            </a:solidFill>
          </a:ln>
        </p:spPr>
        <p:txBody>
          <a:bodyPr/>
          <a:lstStyle/>
          <a:p>
            <a:endParaRPr lang="es-ES" dirty="0"/>
          </a:p>
        </p:txBody>
      </p:sp>
      <p:sp>
        <p:nvSpPr>
          <p:cNvPr id="19" name="Marcador de posición de imagen 7">
            <a:extLst>
              <a:ext uri="{FF2B5EF4-FFF2-40B4-BE49-F238E27FC236}">
                <a16:creationId xmlns:a16="http://schemas.microsoft.com/office/drawing/2014/main" id="{498F53C0-25B8-4416-BB17-5CFFE7E97B0C}"/>
              </a:ext>
            </a:extLst>
          </p:cNvPr>
          <p:cNvSpPr>
            <a:spLocks noGrp="1"/>
          </p:cNvSpPr>
          <p:nvPr>
            <p:ph type="pic" sz="quarter" idx="21"/>
          </p:nvPr>
        </p:nvSpPr>
        <p:spPr>
          <a:xfrm>
            <a:off x="6519862" y="1714500"/>
            <a:ext cx="2400300" cy="2400300"/>
          </a:xfrm>
          <a:solidFill>
            <a:schemeClr val="bg1">
              <a:lumMod val="95000"/>
            </a:schemeClr>
          </a:solidFill>
          <a:ln w="12700">
            <a:solidFill>
              <a:srgbClr val="FF3228"/>
            </a:solidFill>
          </a:ln>
        </p:spPr>
        <p:txBody>
          <a:bodyPr/>
          <a:lstStyle/>
          <a:p>
            <a:endParaRPr lang="es-ES" dirty="0"/>
          </a:p>
        </p:txBody>
      </p:sp>
      <p:sp>
        <p:nvSpPr>
          <p:cNvPr id="22" name="Marcador de posición de imagen 7">
            <a:extLst>
              <a:ext uri="{FF2B5EF4-FFF2-40B4-BE49-F238E27FC236}">
                <a16:creationId xmlns:a16="http://schemas.microsoft.com/office/drawing/2014/main" id="{E4299396-37C3-47E4-B635-8BE73AC26544}"/>
              </a:ext>
            </a:extLst>
          </p:cNvPr>
          <p:cNvSpPr>
            <a:spLocks noGrp="1"/>
          </p:cNvSpPr>
          <p:nvPr>
            <p:ph type="pic" sz="quarter" idx="22"/>
          </p:nvPr>
        </p:nvSpPr>
        <p:spPr>
          <a:xfrm>
            <a:off x="8920162" y="1714500"/>
            <a:ext cx="2400300" cy="2400300"/>
          </a:xfrm>
          <a:solidFill>
            <a:schemeClr val="bg1">
              <a:lumMod val="95000"/>
            </a:schemeClr>
          </a:solidFill>
          <a:ln w="12700">
            <a:solidFill>
              <a:srgbClr val="FF3228"/>
            </a:solidFill>
          </a:ln>
        </p:spPr>
        <p:txBody>
          <a:bodyPr/>
          <a:lstStyle/>
          <a:p>
            <a:endParaRPr lang="es-ES" dirty="0"/>
          </a:p>
        </p:txBody>
      </p:sp>
      <p:sp>
        <p:nvSpPr>
          <p:cNvPr id="24" name="Marcador de texto 17">
            <a:extLst>
              <a:ext uri="{FF2B5EF4-FFF2-40B4-BE49-F238E27FC236}">
                <a16:creationId xmlns:a16="http://schemas.microsoft.com/office/drawing/2014/main" id="{A24DE945-2CE3-4EC7-A127-55E426E25340}"/>
              </a:ext>
            </a:extLst>
          </p:cNvPr>
          <p:cNvSpPr>
            <a:spLocks noGrp="1"/>
          </p:cNvSpPr>
          <p:nvPr>
            <p:ph type="body" sz="quarter" idx="23" hasCustomPrompt="1"/>
          </p:nvPr>
        </p:nvSpPr>
        <p:spPr>
          <a:xfrm>
            <a:off x="3703460" y="4784969"/>
            <a:ext cx="7054849" cy="1344898"/>
          </a:xfrm>
        </p:spPr>
        <p:txBody>
          <a:bodyPr lIns="0">
            <a:noAutofit/>
          </a:bodyPr>
          <a:lstStyle>
            <a:lvl1pPr marL="0" indent="0">
              <a:lnSpc>
                <a:spcPts val="1700"/>
              </a:lnSpc>
              <a:spcBef>
                <a:spcPts val="900"/>
              </a:spcBef>
              <a:spcAft>
                <a:spcPts val="900"/>
              </a:spcAft>
              <a:buNone/>
              <a:defRPr sz="1440" b="0">
                <a:solidFill>
                  <a:schemeClr val="bg1"/>
                </a:solidFill>
              </a:defRPr>
            </a:lvl1pPr>
          </a:lstStyle>
          <a:p>
            <a:pPr lvl="0"/>
            <a:r>
              <a:rPr lang="es-ES" dirty="0"/>
              <a:t>Te </a:t>
            </a:r>
            <a:r>
              <a:rPr lang="es-ES" dirty="0" err="1"/>
              <a:t>cusdaep</a:t>
            </a:r>
            <a:r>
              <a:rPr lang="es-ES" dirty="0"/>
              <a:t> </a:t>
            </a:r>
            <a:r>
              <a:rPr lang="es-ES" dirty="0" err="1"/>
              <a:t>taquuam</a:t>
            </a:r>
            <a:r>
              <a:rPr lang="es-ES" dirty="0"/>
              <a:t>, </a:t>
            </a:r>
            <a:r>
              <a:rPr lang="es-ES" dirty="0" err="1"/>
              <a:t>taquam</a:t>
            </a:r>
            <a:r>
              <a:rPr lang="es-ES" dirty="0"/>
              <a:t>, </a:t>
            </a:r>
            <a:r>
              <a:rPr lang="es-ES" dirty="0" err="1"/>
              <a:t>ea</a:t>
            </a:r>
            <a:r>
              <a:rPr lang="es-ES" dirty="0"/>
              <a:t> </a:t>
            </a:r>
            <a:r>
              <a:rPr lang="es-ES" dirty="0" err="1"/>
              <a:t>dolorisPoribus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		</a:t>
            </a:r>
          </a:p>
        </p:txBody>
      </p:sp>
      <p:sp>
        <p:nvSpPr>
          <p:cNvPr id="25" name="Marcador de texto 8">
            <a:extLst>
              <a:ext uri="{FF2B5EF4-FFF2-40B4-BE49-F238E27FC236}">
                <a16:creationId xmlns:a16="http://schemas.microsoft.com/office/drawing/2014/main" id="{3D775503-C7C8-4604-9DD9-74B7D04AFCCC}"/>
              </a:ext>
            </a:extLst>
          </p:cNvPr>
          <p:cNvSpPr>
            <a:spLocks noGrp="1"/>
          </p:cNvSpPr>
          <p:nvPr>
            <p:ph type="body" sz="quarter" idx="19" hasCustomPrompt="1"/>
          </p:nvPr>
        </p:nvSpPr>
        <p:spPr>
          <a:xfrm>
            <a:off x="3714751"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26" name="Marcador de texto 8">
            <a:extLst>
              <a:ext uri="{FF2B5EF4-FFF2-40B4-BE49-F238E27FC236}">
                <a16:creationId xmlns:a16="http://schemas.microsoft.com/office/drawing/2014/main" id="{FEF82472-BA77-4424-9633-6F836819F35A}"/>
              </a:ext>
            </a:extLst>
          </p:cNvPr>
          <p:cNvSpPr>
            <a:spLocks noGrp="1"/>
          </p:cNvSpPr>
          <p:nvPr>
            <p:ph type="body" sz="quarter" idx="24" hasCustomPrompt="1"/>
          </p:nvPr>
        </p:nvSpPr>
        <p:spPr>
          <a:xfrm>
            <a:off x="5922753"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31" name="Marcador de texto 8">
            <a:extLst>
              <a:ext uri="{FF2B5EF4-FFF2-40B4-BE49-F238E27FC236}">
                <a16:creationId xmlns:a16="http://schemas.microsoft.com/office/drawing/2014/main" id="{2C25FDCB-8A18-4353-AD68-DE9C42E85306}"/>
              </a:ext>
            </a:extLst>
          </p:cNvPr>
          <p:cNvSpPr>
            <a:spLocks noGrp="1"/>
          </p:cNvSpPr>
          <p:nvPr>
            <p:ph type="body" sz="quarter" idx="25" hasCustomPrompt="1"/>
          </p:nvPr>
        </p:nvSpPr>
        <p:spPr>
          <a:xfrm>
            <a:off x="8130755"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32" name="CuadroTexto 31">
            <a:extLst>
              <a:ext uri="{FF2B5EF4-FFF2-40B4-BE49-F238E27FC236}">
                <a16:creationId xmlns:a16="http://schemas.microsoft.com/office/drawing/2014/main" id="{9F4B4B96-4DE9-41D6-8451-E609EA42CEB1}"/>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34" name="Rectángulo 33">
            <a:extLst>
              <a:ext uri="{FF2B5EF4-FFF2-40B4-BE49-F238E27FC236}">
                <a16:creationId xmlns:a16="http://schemas.microsoft.com/office/drawing/2014/main" id="{477BE39B-2C02-47CD-9D3F-4E61D751F409}"/>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6" name="Marcador de posición de imagen 7">
            <a:extLst>
              <a:ext uri="{FF2B5EF4-FFF2-40B4-BE49-F238E27FC236}">
                <a16:creationId xmlns:a16="http://schemas.microsoft.com/office/drawing/2014/main" id="{8AC1F603-16D4-4B7E-9BC4-BCCDDDAB5BC9}"/>
              </a:ext>
            </a:extLst>
          </p:cNvPr>
          <p:cNvSpPr>
            <a:spLocks noGrp="1"/>
          </p:cNvSpPr>
          <p:nvPr>
            <p:ph type="pic" sz="quarter" idx="26"/>
          </p:nvPr>
        </p:nvSpPr>
        <p:spPr>
          <a:xfrm>
            <a:off x="11320462" y="1714500"/>
            <a:ext cx="2400300" cy="2400300"/>
          </a:xfrm>
          <a:solidFill>
            <a:schemeClr val="bg1">
              <a:lumMod val="95000"/>
            </a:schemeClr>
          </a:solidFill>
          <a:ln w="12700">
            <a:solidFill>
              <a:srgbClr val="FF3228"/>
            </a:solidFill>
          </a:ln>
        </p:spPr>
        <p:txBody>
          <a:bodyPr/>
          <a:lstStyle/>
          <a:p>
            <a:endParaRPr lang="es-ES" dirty="0"/>
          </a:p>
        </p:txBody>
      </p:sp>
      <p:sp>
        <p:nvSpPr>
          <p:cNvPr id="20" name="Marcador de posición de imagen 7">
            <a:extLst>
              <a:ext uri="{FF2B5EF4-FFF2-40B4-BE49-F238E27FC236}">
                <a16:creationId xmlns:a16="http://schemas.microsoft.com/office/drawing/2014/main" id="{67D034BC-BB8D-49E7-947F-922C5A5DACEE}"/>
              </a:ext>
            </a:extLst>
          </p:cNvPr>
          <p:cNvSpPr>
            <a:spLocks noGrp="1"/>
          </p:cNvSpPr>
          <p:nvPr>
            <p:ph type="pic" sz="quarter" idx="27"/>
          </p:nvPr>
        </p:nvSpPr>
        <p:spPr>
          <a:xfrm>
            <a:off x="906463" y="4114800"/>
            <a:ext cx="2400300" cy="2400300"/>
          </a:xfrm>
          <a:solidFill>
            <a:schemeClr val="bg1">
              <a:lumMod val="95000"/>
            </a:schemeClr>
          </a:solidFill>
          <a:ln w="12700">
            <a:solidFill>
              <a:srgbClr val="FF3228"/>
            </a:solidFill>
          </a:ln>
        </p:spPr>
        <p:txBody>
          <a:bodyPr/>
          <a:lstStyle/>
          <a:p>
            <a:endParaRPr lang="es-ES" dirty="0"/>
          </a:p>
        </p:txBody>
      </p:sp>
      <p:sp>
        <p:nvSpPr>
          <p:cNvPr id="21" name="Marcador de posición de imagen 7">
            <a:extLst>
              <a:ext uri="{FF2B5EF4-FFF2-40B4-BE49-F238E27FC236}">
                <a16:creationId xmlns:a16="http://schemas.microsoft.com/office/drawing/2014/main" id="{7FAEAF19-22D9-44E7-96B5-170204E4B50A}"/>
              </a:ext>
            </a:extLst>
          </p:cNvPr>
          <p:cNvSpPr>
            <a:spLocks noGrp="1"/>
          </p:cNvSpPr>
          <p:nvPr>
            <p:ph type="pic" sz="quarter" idx="28"/>
          </p:nvPr>
        </p:nvSpPr>
        <p:spPr>
          <a:xfrm>
            <a:off x="11320462" y="4114800"/>
            <a:ext cx="2400300" cy="2400300"/>
          </a:xfrm>
          <a:solidFill>
            <a:schemeClr val="bg1">
              <a:lumMod val="95000"/>
            </a:schemeClr>
          </a:solidFill>
          <a:ln w="12700">
            <a:solidFill>
              <a:srgbClr val="FF3228"/>
            </a:solidFill>
          </a:ln>
        </p:spPr>
        <p:txBody>
          <a:bodyPr/>
          <a:lstStyle/>
          <a:p>
            <a:endParaRPr lang="es-ES" dirty="0"/>
          </a:p>
        </p:txBody>
      </p:sp>
      <p:pic>
        <p:nvPicPr>
          <p:cNvPr id="27" name="Gráfico 26">
            <a:extLst>
              <a:ext uri="{FF2B5EF4-FFF2-40B4-BE49-F238E27FC236}">
                <a16:creationId xmlns:a16="http://schemas.microsoft.com/office/drawing/2014/main" id="{CCDE9E1A-3233-4FBC-8D0F-9343CD5143F2}"/>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24442" y="332974"/>
            <a:ext cx="1400054" cy="385200"/>
          </a:xfrm>
          <a:prstGeom prst="rect">
            <a:avLst/>
          </a:prstGeom>
        </p:spPr>
      </p:pic>
    </p:spTree>
    <p:extLst>
      <p:ext uri="{BB962C8B-B14F-4D97-AF65-F5344CB8AC3E}">
        <p14:creationId xmlns:p14="http://schemas.microsoft.com/office/powerpoint/2010/main" val="247721425"/>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Texto + Imagen 08">
    <p:spTree>
      <p:nvGrpSpPr>
        <p:cNvPr id="1" name=""/>
        <p:cNvGrpSpPr/>
        <p:nvPr/>
      </p:nvGrpSpPr>
      <p:grpSpPr>
        <a:xfrm>
          <a:off x="0" y="0"/>
          <a:ext cx="0" cy="0"/>
          <a:chOff x="0" y="0"/>
          <a:chExt cx="0" cy="0"/>
        </a:xfrm>
      </p:grpSpPr>
      <p:pic>
        <p:nvPicPr>
          <p:cNvPr id="6" name="Imagen 5">
            <a:extLst>
              <a:ext uri="{FF2B5EF4-FFF2-40B4-BE49-F238E27FC236}">
                <a16:creationId xmlns:a16="http://schemas.microsoft.com/office/drawing/2014/main" id="{925D4089-B258-44FC-955E-40718A0F1253}"/>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8" name="CuadroTexto 7">
            <a:extLst>
              <a:ext uri="{FF2B5EF4-FFF2-40B4-BE49-F238E27FC236}">
                <a16:creationId xmlns:a16="http://schemas.microsoft.com/office/drawing/2014/main" id="{B404AC2F-F741-474A-AAAD-A7DB5C81ABB1}"/>
              </a:ext>
            </a:extLst>
          </p:cNvPr>
          <p:cNvSpPr txBox="1"/>
          <p:nvPr userDrawn="1"/>
        </p:nvSpPr>
        <p:spPr>
          <a:xfrm>
            <a:off x="81256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12" name="Marcador de texto 17">
            <a:extLst>
              <a:ext uri="{FF2B5EF4-FFF2-40B4-BE49-F238E27FC236}">
                <a16:creationId xmlns:a16="http://schemas.microsoft.com/office/drawing/2014/main" id="{34A037BA-7E00-432A-9890-BBCE257D6ACC}"/>
              </a:ext>
            </a:extLst>
          </p:cNvPr>
          <p:cNvSpPr>
            <a:spLocks noGrp="1"/>
          </p:cNvSpPr>
          <p:nvPr>
            <p:ph type="body" sz="quarter" idx="14" hasCustomPrompt="1"/>
          </p:nvPr>
        </p:nvSpPr>
        <p:spPr>
          <a:xfrm>
            <a:off x="1121265" y="1923482"/>
            <a:ext cx="4194175" cy="1973263"/>
          </a:xfrm>
        </p:spPr>
        <p:txBody>
          <a:bodyPr>
            <a:normAutofit/>
          </a:bodyPr>
          <a:lstStyle>
            <a:lvl1pPr marL="0" indent="0">
              <a:lnSpc>
                <a:spcPct val="90000"/>
              </a:lnSpc>
              <a:buNone/>
              <a:defRPr lang="es-ES" sz="4300" b="1" kern="1200" dirty="0">
                <a:solidFill>
                  <a:schemeClr val="bg1"/>
                </a:solidFill>
                <a:latin typeface="Century Gothic" panose="020B0502020202020204" pitchFamily="34" charset="0"/>
                <a:ea typeface="+mj-ea"/>
                <a:cs typeface="+mj-cs"/>
              </a:defRPr>
            </a:lvl1pPr>
          </a:lstStyle>
          <a:p>
            <a:r>
              <a:rPr lang="es-ES" dirty="0" err="1">
                <a:solidFill>
                  <a:schemeClr val="bg1"/>
                </a:solidFill>
              </a:rPr>
              <a:t>Lorem</a:t>
            </a:r>
            <a:r>
              <a:rPr lang="es-ES" dirty="0">
                <a:solidFill>
                  <a:schemeClr val="bg1"/>
                </a:solidFill>
              </a:rPr>
              <a:t> </a:t>
            </a:r>
            <a:r>
              <a:rPr lang="es-ES" dirty="0" err="1">
                <a:solidFill>
                  <a:schemeClr val="bg1"/>
                </a:solidFill>
              </a:rPr>
              <a:t>ipsum</a:t>
            </a:r>
            <a:r>
              <a:rPr lang="es-ES" dirty="0">
                <a:solidFill>
                  <a:schemeClr val="bg1"/>
                </a:solidFill>
              </a:rPr>
              <a:t> dolor </a:t>
            </a:r>
            <a:r>
              <a:rPr lang="es-ES" dirty="0" err="1">
                <a:solidFill>
                  <a:schemeClr val="bg1"/>
                </a:solidFill>
              </a:rPr>
              <a:t>sit</a:t>
            </a:r>
            <a:endParaRPr lang="es-ES" dirty="0">
              <a:solidFill>
                <a:schemeClr val="bg1"/>
              </a:solidFill>
            </a:endParaRPr>
          </a:p>
        </p:txBody>
      </p:sp>
      <p:sp>
        <p:nvSpPr>
          <p:cNvPr id="13" name="Marcador de texto 17">
            <a:extLst>
              <a:ext uri="{FF2B5EF4-FFF2-40B4-BE49-F238E27FC236}">
                <a16:creationId xmlns:a16="http://schemas.microsoft.com/office/drawing/2014/main" id="{D5939F23-68EC-42A7-A3F4-31F0B1356364}"/>
              </a:ext>
            </a:extLst>
          </p:cNvPr>
          <p:cNvSpPr>
            <a:spLocks noGrp="1"/>
          </p:cNvSpPr>
          <p:nvPr>
            <p:ph type="body" sz="quarter" idx="15" hasCustomPrompt="1"/>
          </p:nvPr>
        </p:nvSpPr>
        <p:spPr>
          <a:xfrm>
            <a:off x="7315199" y="2174406"/>
            <a:ext cx="5681609" cy="494221"/>
          </a:xfrm>
        </p:spPr>
        <p:txBody>
          <a:bodyPr lIns="0">
            <a:normAutofit/>
          </a:bodyPr>
          <a:lstStyle>
            <a:lvl1pPr marL="0" indent="0">
              <a:lnSpc>
                <a:spcPts val="2800"/>
              </a:lnSpc>
              <a:buNone/>
              <a:defRPr sz="2400" b="1"/>
            </a:lvl1pPr>
          </a:lstStyle>
          <a:p>
            <a:pPr lvl="0"/>
            <a:r>
              <a:rPr lang="es-ES" dirty="0" err="1"/>
              <a:t>Aximinct</a:t>
            </a:r>
            <a:r>
              <a:rPr lang="es-ES" dirty="0"/>
              <a:t> </a:t>
            </a:r>
            <a:r>
              <a:rPr lang="es-ES" dirty="0" err="1"/>
              <a:t>emquibus</a:t>
            </a:r>
            <a:r>
              <a:rPr lang="es-ES" dirty="0"/>
              <a:t> et </a:t>
            </a:r>
            <a:r>
              <a:rPr lang="es-ES" dirty="0" err="1"/>
              <a:t>facium</a:t>
            </a:r>
            <a:r>
              <a:rPr lang="es-ES" dirty="0"/>
              <a:t> </a:t>
            </a:r>
            <a:r>
              <a:rPr lang="es-ES" dirty="0" err="1"/>
              <a:t>natur</a:t>
            </a:r>
            <a:endParaRPr lang="es-ES" dirty="0"/>
          </a:p>
        </p:txBody>
      </p:sp>
      <p:sp>
        <p:nvSpPr>
          <p:cNvPr id="14" name="Marcador de texto 17">
            <a:extLst>
              <a:ext uri="{FF2B5EF4-FFF2-40B4-BE49-F238E27FC236}">
                <a16:creationId xmlns:a16="http://schemas.microsoft.com/office/drawing/2014/main" id="{C4B278FF-4E7D-4239-B497-A558A37A4467}"/>
              </a:ext>
            </a:extLst>
          </p:cNvPr>
          <p:cNvSpPr>
            <a:spLocks noGrp="1"/>
          </p:cNvSpPr>
          <p:nvPr>
            <p:ph type="body" sz="quarter" idx="16" hasCustomPrompt="1"/>
          </p:nvPr>
        </p:nvSpPr>
        <p:spPr>
          <a:xfrm>
            <a:off x="7315200" y="2746447"/>
            <a:ext cx="6408738" cy="1833173"/>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a:t>
            </a:r>
            <a:endParaRPr lang="es-ES" dirty="0"/>
          </a:p>
        </p:txBody>
      </p:sp>
      <p:sp>
        <p:nvSpPr>
          <p:cNvPr id="16" name="Marcador de texto 17">
            <a:extLst>
              <a:ext uri="{FF2B5EF4-FFF2-40B4-BE49-F238E27FC236}">
                <a16:creationId xmlns:a16="http://schemas.microsoft.com/office/drawing/2014/main" id="{E00736CE-E999-4D2B-BC2F-789DF823B178}"/>
              </a:ext>
            </a:extLst>
          </p:cNvPr>
          <p:cNvSpPr>
            <a:spLocks noGrp="1"/>
          </p:cNvSpPr>
          <p:nvPr>
            <p:ph type="body" sz="quarter" idx="17" hasCustomPrompt="1"/>
          </p:nvPr>
        </p:nvSpPr>
        <p:spPr>
          <a:xfrm>
            <a:off x="7315200" y="4758127"/>
            <a:ext cx="6408738" cy="1833173"/>
          </a:xfrm>
        </p:spPr>
        <p:txBody>
          <a:bodyPr lIns="0">
            <a:noAutofit/>
          </a:bodyPr>
          <a:lstStyle>
            <a:lvl1pPr marL="358775" indent="-176213">
              <a:lnSpc>
                <a:spcPts val="1700"/>
              </a:lnSpc>
              <a:spcBef>
                <a:spcPts val="800"/>
              </a:spcBef>
              <a:buSzPct val="120000"/>
              <a:buFont typeface="Wingdings" panose="05000000000000000000" pitchFamily="2" charset="2"/>
              <a:buChar char="§"/>
              <a:defRPr sz="1440" b="0">
                <a:solidFill>
                  <a:srgbClr val="1E1E1E"/>
                </a:solidFill>
              </a:defRPr>
            </a:lvl1pPr>
          </a:lstStyle>
          <a:p>
            <a:pPr lvl="0"/>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p>
          <a:p>
            <a:pPr lvl="0"/>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a:t>
            </a:r>
          </a:p>
          <a:p>
            <a:pPr lvl="0"/>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p>
          <a:p>
            <a:pPr lvl="0"/>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a:t>
            </a:r>
          </a:p>
          <a:p>
            <a:pPr lvl="0"/>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p>
        </p:txBody>
      </p:sp>
      <p:sp>
        <p:nvSpPr>
          <p:cNvPr id="17" name="Marcador de posición de imagen 7">
            <a:extLst>
              <a:ext uri="{FF2B5EF4-FFF2-40B4-BE49-F238E27FC236}">
                <a16:creationId xmlns:a16="http://schemas.microsoft.com/office/drawing/2014/main" id="{6AB76B8A-2AD0-4548-9313-5716AE13D993}"/>
              </a:ext>
            </a:extLst>
          </p:cNvPr>
          <p:cNvSpPr>
            <a:spLocks noGrp="1"/>
          </p:cNvSpPr>
          <p:nvPr>
            <p:ph type="pic" sz="quarter" idx="13"/>
          </p:nvPr>
        </p:nvSpPr>
        <p:spPr>
          <a:xfrm>
            <a:off x="1712118" y="4108450"/>
            <a:ext cx="4798220" cy="2402682"/>
          </a:xfrm>
          <a:solidFill>
            <a:schemeClr val="bg1">
              <a:lumMod val="95000"/>
            </a:schemeClr>
          </a:solidFill>
          <a:ln w="12700">
            <a:solidFill>
              <a:srgbClr val="FF3228"/>
            </a:solidFill>
          </a:ln>
        </p:spPr>
        <p:txBody>
          <a:bodyPr/>
          <a:lstStyle/>
          <a:p>
            <a:endParaRPr lang="es-ES" dirty="0"/>
          </a:p>
        </p:txBody>
      </p:sp>
      <p:sp>
        <p:nvSpPr>
          <p:cNvPr id="7" name="Marcador de número de diapositiva 6">
            <a:extLst>
              <a:ext uri="{FF2B5EF4-FFF2-40B4-BE49-F238E27FC236}">
                <a16:creationId xmlns:a16="http://schemas.microsoft.com/office/drawing/2014/main" id="{B132D693-3033-44F9-A52D-F0B5E1F45DE5}"/>
              </a:ext>
            </a:extLst>
          </p:cNvPr>
          <p:cNvSpPr>
            <a:spLocks noGrp="1"/>
          </p:cNvSpPr>
          <p:nvPr>
            <p:ph type="sldNum" sz="quarter" idx="18"/>
          </p:nvPr>
        </p:nvSpPr>
        <p:spPr/>
        <p:txBody>
          <a:bodyPr/>
          <a:lstStyle/>
          <a:p>
            <a:fld id="{B005B2D1-880E-4846-A216-7D6770BA1332}" type="slidenum">
              <a:rPr lang="es-ES" smtClean="0"/>
              <a:pPr/>
              <a:t>‹Nº›</a:t>
            </a:fld>
            <a:endParaRPr lang="es-ES" dirty="0"/>
          </a:p>
        </p:txBody>
      </p:sp>
      <p:pic>
        <p:nvPicPr>
          <p:cNvPr id="19" name="Gráfico 18">
            <a:extLst>
              <a:ext uri="{FF2B5EF4-FFF2-40B4-BE49-F238E27FC236}">
                <a16:creationId xmlns:a16="http://schemas.microsoft.com/office/drawing/2014/main" id="{07CC5585-C3DF-4916-9254-C8E54F13CFAD}"/>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06463" y="332974"/>
            <a:ext cx="1400054" cy="385200"/>
          </a:xfrm>
          <a:prstGeom prst="rect">
            <a:avLst/>
          </a:prstGeom>
        </p:spPr>
      </p:pic>
      <p:sp>
        <p:nvSpPr>
          <p:cNvPr id="20" name="Rectángulo 19">
            <a:extLst>
              <a:ext uri="{FF2B5EF4-FFF2-40B4-BE49-F238E27FC236}">
                <a16:creationId xmlns:a16="http://schemas.microsoft.com/office/drawing/2014/main" id="{B22C28A2-32AB-417C-B087-61042DD0D4F6}"/>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4086240641"/>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Texto + Imagen 09">
    <p:spTree>
      <p:nvGrpSpPr>
        <p:cNvPr id="1" name=""/>
        <p:cNvGrpSpPr/>
        <p:nvPr/>
      </p:nvGrpSpPr>
      <p:grpSpPr>
        <a:xfrm>
          <a:off x="0" y="0"/>
          <a:ext cx="0" cy="0"/>
          <a:chOff x="0" y="0"/>
          <a:chExt cx="0" cy="0"/>
        </a:xfrm>
      </p:grpSpPr>
      <p:sp>
        <p:nvSpPr>
          <p:cNvPr id="3" name="Marcador de número de diapositiva 2">
            <a:extLst>
              <a:ext uri="{FF2B5EF4-FFF2-40B4-BE49-F238E27FC236}">
                <a16:creationId xmlns:a16="http://schemas.microsoft.com/office/drawing/2014/main" id="{469007C6-D80E-40B1-B81B-15B51FA6D666}"/>
              </a:ext>
            </a:extLst>
          </p:cNvPr>
          <p:cNvSpPr>
            <a:spLocks noGrp="1"/>
          </p:cNvSpPr>
          <p:nvPr>
            <p:ph type="sldNum" sz="quarter" idx="10"/>
          </p:nvPr>
        </p:nvSpPr>
        <p:spPr/>
        <p:txBody>
          <a:bodyPr/>
          <a:lstStyle/>
          <a:p>
            <a:fld id="{B005B2D1-880E-4846-A216-7D6770BA1332}" type="slidenum">
              <a:rPr lang="es-ES" smtClean="0"/>
              <a:pPr/>
              <a:t>‹Nº›</a:t>
            </a:fld>
            <a:endParaRPr lang="es-ES" dirty="0"/>
          </a:p>
        </p:txBody>
      </p:sp>
      <p:pic>
        <p:nvPicPr>
          <p:cNvPr id="4" name="Imagen 3">
            <a:extLst>
              <a:ext uri="{FF2B5EF4-FFF2-40B4-BE49-F238E27FC236}">
                <a16:creationId xmlns:a16="http://schemas.microsoft.com/office/drawing/2014/main" id="{C05C30AF-CB23-4780-A834-EF92E7E4CAE3}"/>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5" name="Marcador de posición de imagen 7">
            <a:extLst>
              <a:ext uri="{FF2B5EF4-FFF2-40B4-BE49-F238E27FC236}">
                <a16:creationId xmlns:a16="http://schemas.microsoft.com/office/drawing/2014/main" id="{7093E43B-1BD7-4551-817A-FDBD3494BF4F}"/>
              </a:ext>
            </a:extLst>
          </p:cNvPr>
          <p:cNvSpPr>
            <a:spLocks noGrp="1"/>
          </p:cNvSpPr>
          <p:nvPr>
            <p:ph type="pic" sz="quarter" idx="13"/>
          </p:nvPr>
        </p:nvSpPr>
        <p:spPr>
          <a:xfrm>
            <a:off x="8115617" y="1717675"/>
            <a:ext cx="5600700" cy="5600700"/>
          </a:xfrm>
          <a:solidFill>
            <a:schemeClr val="bg1">
              <a:lumMod val="95000"/>
            </a:schemeClr>
          </a:solidFill>
          <a:ln w="6350">
            <a:solidFill>
              <a:srgbClr val="FF3228"/>
            </a:solidFill>
          </a:ln>
        </p:spPr>
        <p:txBody>
          <a:bodyPr/>
          <a:lstStyle/>
          <a:p>
            <a:endParaRPr lang="es-ES" dirty="0"/>
          </a:p>
        </p:txBody>
      </p:sp>
      <p:sp>
        <p:nvSpPr>
          <p:cNvPr id="6" name="Marcador de posición de imagen 7">
            <a:extLst>
              <a:ext uri="{FF2B5EF4-FFF2-40B4-BE49-F238E27FC236}">
                <a16:creationId xmlns:a16="http://schemas.microsoft.com/office/drawing/2014/main" id="{9032E74F-8093-4998-9665-CE7635E8D4BB}"/>
              </a:ext>
            </a:extLst>
          </p:cNvPr>
          <p:cNvSpPr>
            <a:spLocks noGrp="1"/>
          </p:cNvSpPr>
          <p:nvPr>
            <p:ph type="pic" sz="quarter" idx="17"/>
          </p:nvPr>
        </p:nvSpPr>
        <p:spPr>
          <a:xfrm>
            <a:off x="5707379" y="2514600"/>
            <a:ext cx="2400300" cy="3200400"/>
          </a:xfrm>
          <a:solidFill>
            <a:schemeClr val="bg1">
              <a:lumMod val="95000"/>
            </a:schemeClr>
          </a:solidFill>
          <a:ln w="6350">
            <a:solidFill>
              <a:srgbClr val="FF3228"/>
            </a:solidFill>
          </a:ln>
        </p:spPr>
        <p:txBody>
          <a:bodyPr/>
          <a:lstStyle/>
          <a:p>
            <a:endParaRPr lang="es-ES" dirty="0"/>
          </a:p>
        </p:txBody>
      </p:sp>
      <p:sp>
        <p:nvSpPr>
          <p:cNvPr id="7" name="CuadroTexto 6">
            <a:extLst>
              <a:ext uri="{FF2B5EF4-FFF2-40B4-BE49-F238E27FC236}">
                <a16:creationId xmlns:a16="http://schemas.microsoft.com/office/drawing/2014/main" id="{6C4C39D4-3B2B-4DAB-9583-7FE8D14A6D4C}"/>
              </a:ext>
            </a:extLst>
          </p:cNvPr>
          <p:cNvSpPr txBox="1"/>
          <p:nvPr userDrawn="1"/>
        </p:nvSpPr>
        <p:spPr>
          <a:xfrm>
            <a:off x="10257964"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9" name="Rectángulo 8">
            <a:extLst>
              <a:ext uri="{FF2B5EF4-FFF2-40B4-BE49-F238E27FC236}">
                <a16:creationId xmlns:a16="http://schemas.microsoft.com/office/drawing/2014/main" id="{9C5C2486-3335-460F-B07F-F035951CCDDD}"/>
              </a:ext>
            </a:extLst>
          </p:cNvPr>
          <p:cNvSpPr/>
          <p:nvPr userDrawn="1"/>
        </p:nvSpPr>
        <p:spPr>
          <a:xfrm>
            <a:off x="521494"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0" name="Título 11">
            <a:extLst>
              <a:ext uri="{FF2B5EF4-FFF2-40B4-BE49-F238E27FC236}">
                <a16:creationId xmlns:a16="http://schemas.microsoft.com/office/drawing/2014/main" id="{F7984858-BC9D-450C-91C7-2F5EC3169F27}"/>
              </a:ext>
            </a:extLst>
          </p:cNvPr>
          <p:cNvSpPr>
            <a:spLocks noGrp="1"/>
          </p:cNvSpPr>
          <p:nvPr>
            <p:ph type="title" hasCustomPrompt="1"/>
          </p:nvPr>
        </p:nvSpPr>
        <p:spPr>
          <a:xfrm>
            <a:off x="906463" y="1200150"/>
            <a:ext cx="3995737" cy="1187450"/>
          </a:xfrm>
        </p:spPr>
        <p:txBody>
          <a:bodyPr lIns="0" anchor="t">
            <a:noAutofit/>
          </a:bodyPr>
          <a:lstStyle>
            <a:lvl1pPr>
              <a:defRPr sz="4300"/>
            </a:lvl1pPr>
          </a:lstStyle>
          <a:p>
            <a:r>
              <a:rPr lang="es-ES" dirty="0" err="1"/>
              <a:t>Lorem</a:t>
            </a:r>
            <a:r>
              <a:rPr lang="es-ES" dirty="0"/>
              <a:t> </a:t>
            </a:r>
            <a:r>
              <a:rPr lang="es-ES" dirty="0" err="1"/>
              <a:t>Ipsum</a:t>
            </a:r>
            <a:r>
              <a:rPr lang="es-ES" dirty="0"/>
              <a:t> dolor </a:t>
            </a:r>
            <a:r>
              <a:rPr lang="es-ES" dirty="0" err="1"/>
              <a:t>est</a:t>
            </a:r>
            <a:endParaRPr lang="es-ES" dirty="0"/>
          </a:p>
        </p:txBody>
      </p:sp>
      <p:sp>
        <p:nvSpPr>
          <p:cNvPr id="11" name="Marcador de texto 17">
            <a:extLst>
              <a:ext uri="{FF2B5EF4-FFF2-40B4-BE49-F238E27FC236}">
                <a16:creationId xmlns:a16="http://schemas.microsoft.com/office/drawing/2014/main" id="{8A0F77EF-0676-46A4-9337-9F2322D962C3}"/>
              </a:ext>
            </a:extLst>
          </p:cNvPr>
          <p:cNvSpPr>
            <a:spLocks noGrp="1"/>
          </p:cNvSpPr>
          <p:nvPr>
            <p:ph type="body" sz="quarter" idx="15" hasCustomPrompt="1"/>
          </p:nvPr>
        </p:nvSpPr>
        <p:spPr>
          <a:xfrm>
            <a:off x="906463" y="3010284"/>
            <a:ext cx="3995737" cy="494221"/>
          </a:xfrm>
        </p:spPr>
        <p:txBody>
          <a:bodyPr lIns="0">
            <a:normAutofit/>
          </a:bodyPr>
          <a:lstStyle>
            <a:lvl1pPr marL="0" indent="0">
              <a:lnSpc>
                <a:spcPts val="2800"/>
              </a:lnSpc>
              <a:buNone/>
              <a:defRPr sz="2100" b="1"/>
            </a:lvl1pPr>
          </a:lstStyle>
          <a:p>
            <a:pPr lvl="0"/>
            <a:r>
              <a:rPr lang="es-ES" dirty="0"/>
              <a:t>CAFYD</a:t>
            </a:r>
          </a:p>
        </p:txBody>
      </p:sp>
      <p:sp>
        <p:nvSpPr>
          <p:cNvPr id="12" name="Marcador de texto 17">
            <a:extLst>
              <a:ext uri="{FF2B5EF4-FFF2-40B4-BE49-F238E27FC236}">
                <a16:creationId xmlns:a16="http://schemas.microsoft.com/office/drawing/2014/main" id="{C2AE6F78-3D6D-4C25-AAF5-145B5A257873}"/>
              </a:ext>
            </a:extLst>
          </p:cNvPr>
          <p:cNvSpPr>
            <a:spLocks noGrp="1"/>
          </p:cNvSpPr>
          <p:nvPr>
            <p:ph type="body" sz="quarter" idx="18" hasCustomPrompt="1"/>
          </p:nvPr>
        </p:nvSpPr>
        <p:spPr>
          <a:xfrm>
            <a:off x="777833" y="3462657"/>
            <a:ext cx="4091756" cy="1833173"/>
          </a:xfrm>
        </p:spPr>
        <p:txBody>
          <a:bodyPr lIns="0">
            <a:noAutofit/>
          </a:bodyPr>
          <a:lstStyle>
            <a:lvl1pPr marL="358775" indent="-176213">
              <a:lnSpc>
                <a:spcPts val="1600"/>
              </a:lnSpc>
              <a:spcBef>
                <a:spcPts val="600"/>
              </a:spcBef>
              <a:buSzPct val="120000"/>
              <a:buFont typeface="Wingdings" panose="05000000000000000000" pitchFamily="2" charset="2"/>
              <a:buChar char="§"/>
              <a:defRPr sz="1800" b="0">
                <a:solidFill>
                  <a:srgbClr val="1E1E1E"/>
                </a:solidFill>
              </a:defRPr>
            </a:lvl1pPr>
          </a:lstStyle>
          <a:p>
            <a:pPr lvl="0"/>
            <a:r>
              <a:rPr lang="es-ES" dirty="0"/>
              <a:t>Actividad Física y Deporte</a:t>
            </a:r>
          </a:p>
          <a:p>
            <a:pPr lvl="0"/>
            <a:r>
              <a:rPr lang="es-ES" dirty="0"/>
              <a:t>Fisioterapia</a:t>
            </a:r>
          </a:p>
        </p:txBody>
      </p:sp>
      <p:sp>
        <p:nvSpPr>
          <p:cNvPr id="13" name="Marcador de texto 17">
            <a:extLst>
              <a:ext uri="{FF2B5EF4-FFF2-40B4-BE49-F238E27FC236}">
                <a16:creationId xmlns:a16="http://schemas.microsoft.com/office/drawing/2014/main" id="{DBE18D04-5273-4916-9829-330212273FB5}"/>
              </a:ext>
            </a:extLst>
          </p:cNvPr>
          <p:cNvSpPr>
            <a:spLocks noGrp="1"/>
          </p:cNvSpPr>
          <p:nvPr>
            <p:ph type="body" sz="quarter" idx="19" hasCustomPrompt="1"/>
          </p:nvPr>
        </p:nvSpPr>
        <p:spPr>
          <a:xfrm>
            <a:off x="777833" y="5031142"/>
            <a:ext cx="4091756" cy="1833173"/>
          </a:xfrm>
        </p:spPr>
        <p:txBody>
          <a:bodyPr lIns="0">
            <a:noAutofit/>
          </a:bodyPr>
          <a:lstStyle>
            <a:lvl1pPr marL="358775" indent="-176213">
              <a:lnSpc>
                <a:spcPts val="1600"/>
              </a:lnSpc>
              <a:spcBef>
                <a:spcPts val="600"/>
              </a:spcBef>
              <a:buSzPct val="120000"/>
              <a:buFont typeface="Wingdings" panose="05000000000000000000" pitchFamily="2" charset="2"/>
              <a:buChar char="§"/>
              <a:defRPr sz="1800" b="0">
                <a:solidFill>
                  <a:srgbClr val="1E1E1E"/>
                </a:solidFill>
              </a:defRPr>
            </a:lvl1pPr>
          </a:lstStyle>
          <a:p>
            <a:pPr lvl="0"/>
            <a:r>
              <a:rPr lang="es-ES" dirty="0"/>
              <a:t>Farmacia y Biotecnología</a:t>
            </a:r>
          </a:p>
          <a:p>
            <a:pPr lvl="0"/>
            <a:r>
              <a:rPr lang="es-ES" dirty="0"/>
              <a:t>Medicina</a:t>
            </a:r>
          </a:p>
          <a:p>
            <a:pPr lvl="0"/>
            <a:r>
              <a:rPr lang="es-ES" dirty="0"/>
              <a:t>Odontología</a:t>
            </a:r>
          </a:p>
          <a:p>
            <a:pPr lvl="0"/>
            <a:r>
              <a:rPr lang="es-ES" dirty="0"/>
              <a:t>Veterinaria</a:t>
            </a:r>
          </a:p>
          <a:p>
            <a:pPr lvl="0"/>
            <a:r>
              <a:rPr lang="es-ES" dirty="0"/>
              <a:t>Enfermería y Nutrición</a:t>
            </a:r>
          </a:p>
          <a:p>
            <a:pPr lvl="0"/>
            <a:r>
              <a:rPr lang="es-ES" dirty="0"/>
              <a:t>Psicología</a:t>
            </a:r>
          </a:p>
          <a:p>
            <a:pPr lvl="0"/>
            <a:r>
              <a:rPr lang="es-ES" dirty="0"/>
              <a:t>Medio Ambiente</a:t>
            </a:r>
          </a:p>
        </p:txBody>
      </p:sp>
      <p:sp>
        <p:nvSpPr>
          <p:cNvPr id="14" name="Marcador de texto 17">
            <a:extLst>
              <a:ext uri="{FF2B5EF4-FFF2-40B4-BE49-F238E27FC236}">
                <a16:creationId xmlns:a16="http://schemas.microsoft.com/office/drawing/2014/main" id="{87B63EE3-DE84-4C9B-B732-C8D4030CD939}"/>
              </a:ext>
            </a:extLst>
          </p:cNvPr>
          <p:cNvSpPr>
            <a:spLocks noGrp="1"/>
          </p:cNvSpPr>
          <p:nvPr>
            <p:ph type="body" sz="quarter" idx="20" hasCustomPrompt="1"/>
          </p:nvPr>
        </p:nvSpPr>
        <p:spPr>
          <a:xfrm>
            <a:off x="906463" y="4600421"/>
            <a:ext cx="3995737" cy="494221"/>
          </a:xfrm>
        </p:spPr>
        <p:txBody>
          <a:bodyPr lIns="0">
            <a:normAutofit/>
          </a:bodyPr>
          <a:lstStyle>
            <a:lvl1pPr marL="0" indent="0">
              <a:lnSpc>
                <a:spcPts val="2800"/>
              </a:lnSpc>
              <a:buNone/>
              <a:defRPr sz="2100" b="1"/>
            </a:lvl1pPr>
          </a:lstStyle>
          <a:p>
            <a:pPr lvl="0"/>
            <a:r>
              <a:rPr lang="es-ES" dirty="0"/>
              <a:t>CAFYD</a:t>
            </a:r>
          </a:p>
        </p:txBody>
      </p:sp>
      <p:pic>
        <p:nvPicPr>
          <p:cNvPr id="15" name="Gráfico 14">
            <a:extLst>
              <a:ext uri="{FF2B5EF4-FFF2-40B4-BE49-F238E27FC236}">
                <a16:creationId xmlns:a16="http://schemas.microsoft.com/office/drawing/2014/main" id="{4E02422F-8146-4B7E-AEC6-CD6782F4E567}"/>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r="69936"/>
          <a:stretch/>
        </p:blipFill>
        <p:spPr>
          <a:xfrm>
            <a:off x="13723938" y="332974"/>
            <a:ext cx="420914" cy="385200"/>
          </a:xfrm>
          <a:prstGeom prst="rect">
            <a:avLst/>
          </a:prstGeom>
        </p:spPr>
      </p:pic>
    </p:spTree>
    <p:extLst>
      <p:ext uri="{BB962C8B-B14F-4D97-AF65-F5344CB8AC3E}">
        <p14:creationId xmlns:p14="http://schemas.microsoft.com/office/powerpoint/2010/main" val="1734871395"/>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Texto + destacado">
    <p:spTree>
      <p:nvGrpSpPr>
        <p:cNvPr id="1" name=""/>
        <p:cNvGrpSpPr/>
        <p:nvPr/>
      </p:nvGrpSpPr>
      <p:grpSpPr>
        <a:xfrm>
          <a:off x="0" y="0"/>
          <a:ext cx="0" cy="0"/>
          <a:chOff x="0" y="0"/>
          <a:chExt cx="0" cy="0"/>
        </a:xfrm>
      </p:grpSpPr>
      <p:pic>
        <p:nvPicPr>
          <p:cNvPr id="6" name="Imagen 5">
            <a:extLst>
              <a:ext uri="{FF2B5EF4-FFF2-40B4-BE49-F238E27FC236}">
                <a16:creationId xmlns:a16="http://schemas.microsoft.com/office/drawing/2014/main" id="{AD098634-9C38-4F2F-90BC-838646C4741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12" name="Título 11">
            <a:extLst>
              <a:ext uri="{FF2B5EF4-FFF2-40B4-BE49-F238E27FC236}">
                <a16:creationId xmlns:a16="http://schemas.microsoft.com/office/drawing/2014/main" id="{6DF73CA9-D341-47C7-BA29-DE835B1DECAC}"/>
              </a:ext>
            </a:extLst>
          </p:cNvPr>
          <p:cNvSpPr>
            <a:spLocks noGrp="1"/>
          </p:cNvSpPr>
          <p:nvPr>
            <p:ph type="title" hasCustomPrompt="1"/>
          </p:nvPr>
        </p:nvSpPr>
        <p:spPr>
          <a:xfrm>
            <a:off x="906463" y="1200150"/>
            <a:ext cx="3995737" cy="1187450"/>
          </a:xfrm>
        </p:spPr>
        <p:txBody>
          <a:bodyPr lIns="0" anchor="t">
            <a:noAutofit/>
          </a:bodyPr>
          <a:lstStyle>
            <a:lvl1pPr>
              <a:defRPr sz="4300"/>
            </a:lvl1pPr>
          </a:lstStyle>
          <a:p>
            <a:r>
              <a:rPr lang="es-ES" dirty="0" err="1"/>
              <a:t>Lorem</a:t>
            </a:r>
            <a:r>
              <a:rPr lang="es-ES" dirty="0"/>
              <a:t> </a:t>
            </a:r>
            <a:r>
              <a:rPr lang="es-ES" dirty="0" err="1"/>
              <a:t>ipsum</a:t>
            </a:r>
            <a:r>
              <a:rPr lang="es-ES" dirty="0"/>
              <a:t> dolor </a:t>
            </a:r>
            <a:r>
              <a:rPr lang="es-ES" dirty="0" err="1"/>
              <a:t>sit</a:t>
            </a:r>
            <a:endParaRPr lang="es-ES" dirty="0"/>
          </a:p>
        </p:txBody>
      </p:sp>
      <p:sp>
        <p:nvSpPr>
          <p:cNvPr id="13" name="Marcador de texto 17">
            <a:extLst>
              <a:ext uri="{FF2B5EF4-FFF2-40B4-BE49-F238E27FC236}">
                <a16:creationId xmlns:a16="http://schemas.microsoft.com/office/drawing/2014/main" id="{86DD4D6E-018E-4D2C-B73F-7DC527248645}"/>
              </a:ext>
            </a:extLst>
          </p:cNvPr>
          <p:cNvSpPr>
            <a:spLocks noGrp="1"/>
          </p:cNvSpPr>
          <p:nvPr>
            <p:ph type="body" sz="quarter" idx="16" hasCustomPrompt="1"/>
          </p:nvPr>
        </p:nvSpPr>
        <p:spPr>
          <a:xfrm>
            <a:off x="906463" y="2658463"/>
            <a:ext cx="3221039" cy="3793137"/>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a:t>
            </a:r>
            <a:r>
              <a:rPr lang="es-ES" dirty="0" err="1"/>
              <a:t>qstrum</a:t>
            </a:r>
            <a:r>
              <a:rPr lang="es-ES" dirty="0"/>
              <a:t> quia </a:t>
            </a:r>
            <a:r>
              <a:rPr lang="es-ES" dirty="0" err="1"/>
              <a:t>estemq</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a:t>
            </a:r>
            <a:endParaRPr lang="es-ES" dirty="0"/>
          </a:p>
        </p:txBody>
      </p:sp>
      <p:sp>
        <p:nvSpPr>
          <p:cNvPr id="16" name="Marcador de texto 17">
            <a:extLst>
              <a:ext uri="{FF2B5EF4-FFF2-40B4-BE49-F238E27FC236}">
                <a16:creationId xmlns:a16="http://schemas.microsoft.com/office/drawing/2014/main" id="{0CC11F15-A51A-4969-A633-5CFBF74B0B08}"/>
              </a:ext>
            </a:extLst>
          </p:cNvPr>
          <p:cNvSpPr>
            <a:spLocks noGrp="1"/>
          </p:cNvSpPr>
          <p:nvPr>
            <p:ph type="body" sz="quarter" idx="19" hasCustomPrompt="1"/>
          </p:nvPr>
        </p:nvSpPr>
        <p:spPr>
          <a:xfrm>
            <a:off x="8112664" y="1773751"/>
            <a:ext cx="2424638" cy="2341049"/>
          </a:xfrm>
        </p:spPr>
        <p:txBody>
          <a:bodyPr lIns="0">
            <a:noAutofit/>
          </a:bodyPr>
          <a:lstStyle>
            <a:lvl1pPr marL="0" indent="0">
              <a:lnSpc>
                <a:spcPts val="1700"/>
              </a:lnSpc>
              <a:spcBef>
                <a:spcPts val="900"/>
              </a:spcBef>
              <a:buNone/>
              <a:defRPr sz="1440" b="0">
                <a:solidFill>
                  <a:srgbClr val="1E1E1E"/>
                </a:solidFill>
              </a:defRPr>
            </a:lvl1pPr>
          </a:lstStyle>
          <a:p>
            <a:pPr lvl="0"/>
            <a:r>
              <a:rPr lang="es-ES" dirty="0"/>
              <a:t>Es </a:t>
            </a:r>
            <a:r>
              <a:rPr lang="es-ES" dirty="0" err="1"/>
              <a:t>aut</a:t>
            </a:r>
            <a:r>
              <a:rPr lang="es-ES" dirty="0"/>
              <a:t> </a:t>
            </a:r>
            <a:r>
              <a:rPr lang="es-ES" dirty="0" err="1"/>
              <a:t>reiciis</a:t>
            </a:r>
            <a:r>
              <a:rPr lang="es-ES" dirty="0"/>
              <a:t> am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a:t>
            </a:r>
            <a:r>
              <a:rPr lang="es-ES" dirty="0"/>
              <a:t>.</a:t>
            </a:r>
          </a:p>
          <a:p>
            <a:pPr lvl="0"/>
            <a:r>
              <a:rPr lang="es-ES" dirty="0" err="1"/>
              <a:t>Eheima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este </a:t>
            </a:r>
            <a:r>
              <a:rPr lang="es-ES" dirty="0" err="1"/>
              <a:t>eum</a:t>
            </a:r>
            <a:r>
              <a:rPr lang="es-ES" dirty="0"/>
              <a:t> fuga.</a:t>
            </a:r>
          </a:p>
        </p:txBody>
      </p:sp>
      <p:sp>
        <p:nvSpPr>
          <p:cNvPr id="19" name="Marcador de texto 17">
            <a:extLst>
              <a:ext uri="{FF2B5EF4-FFF2-40B4-BE49-F238E27FC236}">
                <a16:creationId xmlns:a16="http://schemas.microsoft.com/office/drawing/2014/main" id="{3F4FA38A-F665-431F-A109-0B7C9881BCB8}"/>
              </a:ext>
            </a:extLst>
          </p:cNvPr>
          <p:cNvSpPr>
            <a:spLocks noGrp="1"/>
          </p:cNvSpPr>
          <p:nvPr>
            <p:ph type="body" sz="quarter" idx="20" hasCustomPrompt="1"/>
          </p:nvPr>
        </p:nvSpPr>
        <p:spPr>
          <a:xfrm>
            <a:off x="8112664" y="1481015"/>
            <a:ext cx="2424638" cy="373062"/>
          </a:xfrm>
        </p:spPr>
        <p:txBody>
          <a:bodyPr lIns="0">
            <a:noAutofit/>
          </a:bodyPr>
          <a:lstStyle>
            <a:lvl1pPr marL="0" indent="0">
              <a:lnSpc>
                <a:spcPts val="1700"/>
              </a:lnSpc>
              <a:spcBef>
                <a:spcPts val="900"/>
              </a:spcBef>
              <a:buNone/>
              <a:defRPr sz="1440" b="1">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endParaRPr lang="es-ES" dirty="0"/>
          </a:p>
        </p:txBody>
      </p:sp>
      <p:sp>
        <p:nvSpPr>
          <p:cNvPr id="21" name="Marcador de texto 17">
            <a:extLst>
              <a:ext uri="{FF2B5EF4-FFF2-40B4-BE49-F238E27FC236}">
                <a16:creationId xmlns:a16="http://schemas.microsoft.com/office/drawing/2014/main" id="{AA93BD72-42D1-4CF3-8EA4-00687AC8EA45}"/>
              </a:ext>
            </a:extLst>
          </p:cNvPr>
          <p:cNvSpPr>
            <a:spLocks noGrp="1"/>
          </p:cNvSpPr>
          <p:nvPr>
            <p:ph type="body" sz="quarter" idx="22" hasCustomPrompt="1"/>
          </p:nvPr>
        </p:nvSpPr>
        <p:spPr>
          <a:xfrm>
            <a:off x="7665157" y="5721537"/>
            <a:ext cx="5621865" cy="1180224"/>
          </a:xfrm>
        </p:spPr>
        <p:txBody>
          <a:bodyPr lIns="0">
            <a:noAutofit/>
          </a:bodyPr>
          <a:lstStyle>
            <a:lvl1pPr marL="0" indent="0">
              <a:lnSpc>
                <a:spcPts val="1700"/>
              </a:lnSpc>
              <a:spcBef>
                <a:spcPts val="900"/>
              </a:spcBef>
              <a:buNone/>
              <a:defRPr sz="1440" b="0">
                <a:solidFill>
                  <a:schemeClr val="bg1"/>
                </a:solidFill>
              </a:defRPr>
            </a:lvl1pPr>
          </a:lstStyle>
          <a:p>
            <a:pPr lvl="0"/>
            <a:r>
              <a:rPr lang="es-ES" dirty="0"/>
              <a:t>Ma </a:t>
            </a:r>
            <a:r>
              <a:rPr lang="es-ES" dirty="0" err="1"/>
              <a:t>vendest</a:t>
            </a:r>
            <a:r>
              <a:rPr lang="es-ES" dirty="0"/>
              <a:t> as qui </a:t>
            </a:r>
            <a:r>
              <a:rPr lang="es-ES" dirty="0" err="1"/>
              <a:t>beaPoribus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a:t>
            </a:r>
            <a:r>
              <a:rPr lang="es-ES" dirty="0" err="1"/>
              <a:t>qstrum</a:t>
            </a:r>
            <a:r>
              <a:rPr lang="es-ES" dirty="0"/>
              <a:t> q</a:t>
            </a:r>
          </a:p>
        </p:txBody>
      </p:sp>
      <p:sp>
        <p:nvSpPr>
          <p:cNvPr id="22" name="Marcador de texto 17">
            <a:extLst>
              <a:ext uri="{FF2B5EF4-FFF2-40B4-BE49-F238E27FC236}">
                <a16:creationId xmlns:a16="http://schemas.microsoft.com/office/drawing/2014/main" id="{E9C06FA8-3B73-43E3-9BC5-35A805BD2D9E}"/>
              </a:ext>
            </a:extLst>
          </p:cNvPr>
          <p:cNvSpPr>
            <a:spLocks noGrp="1"/>
          </p:cNvSpPr>
          <p:nvPr>
            <p:ph type="body" sz="quarter" idx="15" hasCustomPrompt="1"/>
          </p:nvPr>
        </p:nvSpPr>
        <p:spPr>
          <a:xfrm>
            <a:off x="7665157" y="5170947"/>
            <a:ext cx="5463821" cy="462209"/>
          </a:xfrm>
        </p:spPr>
        <p:txBody>
          <a:bodyPr lIns="0">
            <a:normAutofit/>
          </a:bodyPr>
          <a:lstStyle>
            <a:lvl1pPr marL="0" indent="0">
              <a:lnSpc>
                <a:spcPts val="2800"/>
              </a:lnSpc>
              <a:buNone/>
              <a:defRPr sz="2750" b="1">
                <a:solidFill>
                  <a:schemeClr val="bg1"/>
                </a:solidFill>
              </a:defRPr>
            </a:lvl1pPr>
          </a:lstStyle>
          <a:p>
            <a:pPr lvl="0"/>
            <a:r>
              <a:rPr lang="es-ES" dirty="0" err="1"/>
              <a:t>Lorem</a:t>
            </a:r>
            <a:r>
              <a:rPr lang="es-ES" dirty="0"/>
              <a:t> </a:t>
            </a:r>
            <a:r>
              <a:rPr lang="es-ES" dirty="0" err="1"/>
              <a:t>ipsum</a:t>
            </a:r>
            <a:r>
              <a:rPr lang="es-ES" dirty="0"/>
              <a:t> </a:t>
            </a:r>
            <a:r>
              <a:rPr lang="es-ES" dirty="0" err="1"/>
              <a:t>Imus</a:t>
            </a:r>
            <a:r>
              <a:rPr lang="es-ES" dirty="0"/>
              <a:t> </a:t>
            </a:r>
            <a:r>
              <a:rPr lang="es-ES" dirty="0" err="1"/>
              <a:t>deru</a:t>
            </a:r>
            <a:r>
              <a:rPr lang="es-ES" dirty="0"/>
              <a:t> </a:t>
            </a:r>
            <a:r>
              <a:rPr lang="es-ES" dirty="0" err="1"/>
              <a:t>llam</a:t>
            </a:r>
            <a:endParaRPr lang="es-ES" dirty="0"/>
          </a:p>
        </p:txBody>
      </p:sp>
      <p:sp>
        <p:nvSpPr>
          <p:cNvPr id="2" name="Marcador de número de diapositiva 1">
            <a:extLst>
              <a:ext uri="{FF2B5EF4-FFF2-40B4-BE49-F238E27FC236}">
                <a16:creationId xmlns:a16="http://schemas.microsoft.com/office/drawing/2014/main" id="{11B956B5-474C-4B72-A097-482CBA58CAFD}"/>
              </a:ext>
            </a:extLst>
          </p:cNvPr>
          <p:cNvSpPr>
            <a:spLocks noGrp="1"/>
          </p:cNvSpPr>
          <p:nvPr>
            <p:ph type="sldNum" sz="quarter" idx="23"/>
          </p:nvPr>
        </p:nvSpPr>
        <p:spPr/>
        <p:txBody>
          <a:bodyPr/>
          <a:lstStyle/>
          <a:p>
            <a:fld id="{B005B2D1-880E-4846-A216-7D6770BA1332}" type="slidenum">
              <a:rPr lang="es-ES" smtClean="0"/>
              <a:pPr/>
              <a:t>‹Nº›</a:t>
            </a:fld>
            <a:endParaRPr lang="es-ES" dirty="0"/>
          </a:p>
        </p:txBody>
      </p:sp>
      <p:sp>
        <p:nvSpPr>
          <p:cNvPr id="23" name="Marcador de texto 17">
            <a:extLst>
              <a:ext uri="{FF2B5EF4-FFF2-40B4-BE49-F238E27FC236}">
                <a16:creationId xmlns:a16="http://schemas.microsoft.com/office/drawing/2014/main" id="{56215996-BE86-478A-BB7D-A5A5B6715F06}"/>
              </a:ext>
            </a:extLst>
          </p:cNvPr>
          <p:cNvSpPr>
            <a:spLocks noGrp="1"/>
          </p:cNvSpPr>
          <p:nvPr>
            <p:ph type="body" sz="quarter" idx="24" hasCustomPrompt="1"/>
          </p:nvPr>
        </p:nvSpPr>
        <p:spPr>
          <a:xfrm>
            <a:off x="4913328" y="1773751"/>
            <a:ext cx="2424638" cy="2341049"/>
          </a:xfrm>
        </p:spPr>
        <p:txBody>
          <a:bodyPr lIns="0">
            <a:noAutofit/>
          </a:bodyPr>
          <a:lstStyle>
            <a:lvl1pPr marL="0" indent="0">
              <a:lnSpc>
                <a:spcPts val="1700"/>
              </a:lnSpc>
              <a:spcBef>
                <a:spcPts val="900"/>
              </a:spcBef>
              <a:buNone/>
              <a:defRPr sz="1440" b="0">
                <a:solidFill>
                  <a:srgbClr val="1E1E1E"/>
                </a:solidFill>
              </a:defRPr>
            </a:lvl1pPr>
          </a:lstStyle>
          <a:p>
            <a:pPr lvl="0"/>
            <a:r>
              <a:rPr lang="es-ES" dirty="0"/>
              <a:t>Es </a:t>
            </a:r>
            <a:r>
              <a:rPr lang="es-ES" dirty="0" err="1"/>
              <a:t>aut</a:t>
            </a:r>
            <a:r>
              <a:rPr lang="es-ES" dirty="0"/>
              <a:t> </a:t>
            </a:r>
            <a:r>
              <a:rPr lang="es-ES" dirty="0" err="1"/>
              <a:t>reiciis</a:t>
            </a:r>
            <a:r>
              <a:rPr lang="es-ES" dirty="0"/>
              <a:t> am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a:t>
            </a:r>
            <a:r>
              <a:rPr lang="es-ES" dirty="0"/>
              <a:t>.</a:t>
            </a:r>
          </a:p>
          <a:p>
            <a:pPr lvl="0"/>
            <a:r>
              <a:rPr lang="es-ES" dirty="0" err="1"/>
              <a:t>Eheima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este </a:t>
            </a:r>
            <a:r>
              <a:rPr lang="es-ES" dirty="0" err="1"/>
              <a:t>eum</a:t>
            </a:r>
            <a:r>
              <a:rPr lang="es-ES" dirty="0"/>
              <a:t> fuga.</a:t>
            </a:r>
          </a:p>
        </p:txBody>
      </p:sp>
      <p:sp>
        <p:nvSpPr>
          <p:cNvPr id="26" name="Marcador de texto 17">
            <a:extLst>
              <a:ext uri="{FF2B5EF4-FFF2-40B4-BE49-F238E27FC236}">
                <a16:creationId xmlns:a16="http://schemas.microsoft.com/office/drawing/2014/main" id="{D4355630-7B14-407D-8E28-171203EC858E}"/>
              </a:ext>
            </a:extLst>
          </p:cNvPr>
          <p:cNvSpPr>
            <a:spLocks noGrp="1"/>
          </p:cNvSpPr>
          <p:nvPr>
            <p:ph type="body" sz="quarter" idx="25" hasCustomPrompt="1"/>
          </p:nvPr>
        </p:nvSpPr>
        <p:spPr>
          <a:xfrm>
            <a:off x="4913328" y="1481015"/>
            <a:ext cx="2424638" cy="373062"/>
          </a:xfrm>
        </p:spPr>
        <p:txBody>
          <a:bodyPr lIns="0">
            <a:noAutofit/>
          </a:bodyPr>
          <a:lstStyle>
            <a:lvl1pPr marL="0" indent="0">
              <a:lnSpc>
                <a:spcPts val="1700"/>
              </a:lnSpc>
              <a:spcBef>
                <a:spcPts val="900"/>
              </a:spcBef>
              <a:buNone/>
              <a:defRPr sz="1440" b="1">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endParaRPr lang="es-ES" dirty="0"/>
          </a:p>
        </p:txBody>
      </p:sp>
      <p:sp>
        <p:nvSpPr>
          <p:cNvPr id="27" name="Marcador de texto 17">
            <a:extLst>
              <a:ext uri="{FF2B5EF4-FFF2-40B4-BE49-F238E27FC236}">
                <a16:creationId xmlns:a16="http://schemas.microsoft.com/office/drawing/2014/main" id="{8CB8B76B-0849-49C7-B74A-F2D429C5C057}"/>
              </a:ext>
            </a:extLst>
          </p:cNvPr>
          <p:cNvSpPr>
            <a:spLocks noGrp="1"/>
          </p:cNvSpPr>
          <p:nvPr>
            <p:ph type="body" sz="quarter" idx="26" hasCustomPrompt="1"/>
          </p:nvPr>
        </p:nvSpPr>
        <p:spPr>
          <a:xfrm>
            <a:off x="11312883" y="1773751"/>
            <a:ext cx="2424638" cy="2341049"/>
          </a:xfrm>
        </p:spPr>
        <p:txBody>
          <a:bodyPr lIns="0">
            <a:noAutofit/>
          </a:bodyPr>
          <a:lstStyle>
            <a:lvl1pPr marL="0" indent="0">
              <a:lnSpc>
                <a:spcPts val="1700"/>
              </a:lnSpc>
              <a:spcBef>
                <a:spcPts val="900"/>
              </a:spcBef>
              <a:buNone/>
              <a:defRPr sz="1440" b="0">
                <a:solidFill>
                  <a:srgbClr val="1E1E1E"/>
                </a:solidFill>
              </a:defRPr>
            </a:lvl1pPr>
          </a:lstStyle>
          <a:p>
            <a:pPr lvl="0"/>
            <a:r>
              <a:rPr lang="es-ES" dirty="0"/>
              <a:t>Es </a:t>
            </a:r>
            <a:r>
              <a:rPr lang="es-ES" dirty="0" err="1"/>
              <a:t>aut</a:t>
            </a:r>
            <a:r>
              <a:rPr lang="es-ES" dirty="0"/>
              <a:t> </a:t>
            </a:r>
            <a:r>
              <a:rPr lang="es-ES" dirty="0" err="1"/>
              <a:t>reiciis</a:t>
            </a:r>
            <a:r>
              <a:rPr lang="es-ES" dirty="0"/>
              <a:t> am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a:t>
            </a:r>
            <a:r>
              <a:rPr lang="es-ES" dirty="0"/>
              <a:t>.</a:t>
            </a:r>
          </a:p>
          <a:p>
            <a:pPr lvl="0"/>
            <a:r>
              <a:rPr lang="es-ES" dirty="0" err="1"/>
              <a:t>Eheima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este </a:t>
            </a:r>
            <a:r>
              <a:rPr lang="es-ES" dirty="0" err="1"/>
              <a:t>eum</a:t>
            </a:r>
            <a:r>
              <a:rPr lang="es-ES" dirty="0"/>
              <a:t> fuga.</a:t>
            </a:r>
          </a:p>
        </p:txBody>
      </p:sp>
      <p:sp>
        <p:nvSpPr>
          <p:cNvPr id="28" name="Marcador de texto 17">
            <a:extLst>
              <a:ext uri="{FF2B5EF4-FFF2-40B4-BE49-F238E27FC236}">
                <a16:creationId xmlns:a16="http://schemas.microsoft.com/office/drawing/2014/main" id="{833C39CC-E352-4BB2-BDE7-38665F7B02B3}"/>
              </a:ext>
            </a:extLst>
          </p:cNvPr>
          <p:cNvSpPr>
            <a:spLocks noGrp="1"/>
          </p:cNvSpPr>
          <p:nvPr>
            <p:ph type="body" sz="quarter" idx="27" hasCustomPrompt="1"/>
          </p:nvPr>
        </p:nvSpPr>
        <p:spPr>
          <a:xfrm>
            <a:off x="11312883" y="1481015"/>
            <a:ext cx="2424638" cy="373062"/>
          </a:xfrm>
        </p:spPr>
        <p:txBody>
          <a:bodyPr lIns="0">
            <a:noAutofit/>
          </a:bodyPr>
          <a:lstStyle>
            <a:lvl1pPr marL="0" indent="0">
              <a:lnSpc>
                <a:spcPts val="1700"/>
              </a:lnSpc>
              <a:spcBef>
                <a:spcPts val="900"/>
              </a:spcBef>
              <a:buNone/>
              <a:defRPr sz="1440" b="1">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endParaRPr lang="es-ES" dirty="0"/>
          </a:p>
        </p:txBody>
      </p:sp>
      <p:sp>
        <p:nvSpPr>
          <p:cNvPr id="29" name="CuadroTexto 28">
            <a:extLst>
              <a:ext uri="{FF2B5EF4-FFF2-40B4-BE49-F238E27FC236}">
                <a16:creationId xmlns:a16="http://schemas.microsoft.com/office/drawing/2014/main" id="{975477D0-A98F-4793-B73D-124C47737C0C}"/>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31" name="Rectángulo 30">
            <a:extLst>
              <a:ext uri="{FF2B5EF4-FFF2-40B4-BE49-F238E27FC236}">
                <a16:creationId xmlns:a16="http://schemas.microsoft.com/office/drawing/2014/main" id="{6F2A21CC-AD0D-45B5-879F-848E1DF89384}"/>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17" name="Gráfico 16">
            <a:extLst>
              <a:ext uri="{FF2B5EF4-FFF2-40B4-BE49-F238E27FC236}">
                <a16:creationId xmlns:a16="http://schemas.microsoft.com/office/drawing/2014/main" id="{B8F199B5-CC4B-4B07-BC0C-F2F694FE5ABB}"/>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r="69936"/>
          <a:stretch/>
        </p:blipFill>
        <p:spPr>
          <a:xfrm>
            <a:off x="524442" y="332974"/>
            <a:ext cx="420914" cy="385200"/>
          </a:xfrm>
          <a:prstGeom prst="rect">
            <a:avLst/>
          </a:prstGeom>
        </p:spPr>
      </p:pic>
    </p:spTree>
    <p:extLst>
      <p:ext uri="{BB962C8B-B14F-4D97-AF65-F5344CB8AC3E}">
        <p14:creationId xmlns:p14="http://schemas.microsoft.com/office/powerpoint/2010/main" val="1978142232"/>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Texto + Imagen columnas 01">
    <p:spTree>
      <p:nvGrpSpPr>
        <p:cNvPr id="1" name=""/>
        <p:cNvGrpSpPr/>
        <p:nvPr/>
      </p:nvGrpSpPr>
      <p:grpSpPr>
        <a:xfrm>
          <a:off x="0" y="0"/>
          <a:ext cx="0" cy="0"/>
          <a:chOff x="0" y="0"/>
          <a:chExt cx="0" cy="0"/>
        </a:xfrm>
      </p:grpSpPr>
      <p:pic>
        <p:nvPicPr>
          <p:cNvPr id="26" name="Imagen 25">
            <a:extLst>
              <a:ext uri="{FF2B5EF4-FFF2-40B4-BE49-F238E27FC236}">
                <a16:creationId xmlns:a16="http://schemas.microsoft.com/office/drawing/2014/main" id="{FE33CE54-4ADA-4CAE-A118-8414E019D850}"/>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11" name="Marcador de texto 17">
            <a:extLst>
              <a:ext uri="{FF2B5EF4-FFF2-40B4-BE49-F238E27FC236}">
                <a16:creationId xmlns:a16="http://schemas.microsoft.com/office/drawing/2014/main" id="{A5BE6BA0-EF8C-4789-822C-BEE963EC7E2D}"/>
              </a:ext>
            </a:extLst>
          </p:cNvPr>
          <p:cNvSpPr>
            <a:spLocks noGrp="1"/>
          </p:cNvSpPr>
          <p:nvPr>
            <p:ph type="body" sz="quarter" idx="19" hasCustomPrompt="1"/>
          </p:nvPr>
        </p:nvSpPr>
        <p:spPr>
          <a:xfrm>
            <a:off x="906463" y="4712160"/>
            <a:ext cx="2424638" cy="2606215"/>
          </a:xfrm>
        </p:spPr>
        <p:txBody>
          <a:bodyPr lIns="0">
            <a:noAutofit/>
          </a:bodyPr>
          <a:lstStyle>
            <a:lvl1pPr marL="0" indent="0">
              <a:lnSpc>
                <a:spcPts val="1700"/>
              </a:lnSpc>
              <a:spcBef>
                <a:spcPts val="900"/>
              </a:spcBef>
              <a:buNone/>
              <a:defRPr sz="1440" b="0">
                <a:solidFill>
                  <a:srgbClr val="1E1E1E"/>
                </a:solidFill>
              </a:defRPr>
            </a:lvl1pPr>
          </a:lstStyle>
          <a:p>
            <a:pPr lvl="0"/>
            <a:r>
              <a:rPr lang="es-ES" dirty="0"/>
              <a:t>Es </a:t>
            </a:r>
            <a:r>
              <a:rPr lang="es-ES" dirty="0" err="1"/>
              <a:t>aut</a:t>
            </a:r>
            <a:r>
              <a:rPr lang="es-ES" dirty="0"/>
              <a:t> </a:t>
            </a:r>
            <a:r>
              <a:rPr lang="es-ES" dirty="0" err="1"/>
              <a:t>reiciis</a:t>
            </a:r>
            <a:r>
              <a:rPr lang="es-ES" dirty="0"/>
              <a:t> am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a:t>
            </a:r>
            <a:r>
              <a:rPr lang="es-ES" dirty="0"/>
              <a:t>.</a:t>
            </a:r>
          </a:p>
          <a:p>
            <a:pPr lvl="0"/>
            <a:r>
              <a:rPr lang="es-ES" dirty="0" err="1"/>
              <a:t>Eheima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este </a:t>
            </a:r>
            <a:r>
              <a:rPr lang="es-ES" dirty="0" err="1"/>
              <a:t>eum</a:t>
            </a:r>
            <a:r>
              <a:rPr lang="es-ES" dirty="0"/>
              <a:t> fuga.</a:t>
            </a:r>
          </a:p>
        </p:txBody>
      </p:sp>
      <p:sp>
        <p:nvSpPr>
          <p:cNvPr id="12" name="Marcador de texto 17">
            <a:extLst>
              <a:ext uri="{FF2B5EF4-FFF2-40B4-BE49-F238E27FC236}">
                <a16:creationId xmlns:a16="http://schemas.microsoft.com/office/drawing/2014/main" id="{DA10493C-84F1-4EEE-AC24-47D0D50A0782}"/>
              </a:ext>
            </a:extLst>
          </p:cNvPr>
          <p:cNvSpPr>
            <a:spLocks noGrp="1"/>
          </p:cNvSpPr>
          <p:nvPr>
            <p:ph type="body" sz="quarter" idx="20" hasCustomPrompt="1"/>
          </p:nvPr>
        </p:nvSpPr>
        <p:spPr>
          <a:xfrm>
            <a:off x="906463" y="4419424"/>
            <a:ext cx="2424638" cy="373062"/>
          </a:xfrm>
        </p:spPr>
        <p:txBody>
          <a:bodyPr lIns="0">
            <a:noAutofit/>
          </a:bodyPr>
          <a:lstStyle>
            <a:lvl1pPr marL="0" indent="0">
              <a:lnSpc>
                <a:spcPts val="1700"/>
              </a:lnSpc>
              <a:spcBef>
                <a:spcPts val="900"/>
              </a:spcBef>
              <a:buNone/>
              <a:defRPr sz="1440" b="1">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endParaRPr lang="es-ES" dirty="0"/>
          </a:p>
        </p:txBody>
      </p:sp>
      <p:sp>
        <p:nvSpPr>
          <p:cNvPr id="13" name="Marcador de texto 17">
            <a:extLst>
              <a:ext uri="{FF2B5EF4-FFF2-40B4-BE49-F238E27FC236}">
                <a16:creationId xmlns:a16="http://schemas.microsoft.com/office/drawing/2014/main" id="{541F3DA4-12C0-417B-8A35-5A21C5692D8E}"/>
              </a:ext>
            </a:extLst>
          </p:cNvPr>
          <p:cNvSpPr>
            <a:spLocks noGrp="1"/>
          </p:cNvSpPr>
          <p:nvPr>
            <p:ph type="body" sz="quarter" idx="21" hasCustomPrompt="1"/>
          </p:nvPr>
        </p:nvSpPr>
        <p:spPr>
          <a:xfrm>
            <a:off x="10512800" y="4712160"/>
            <a:ext cx="2424638" cy="2606215"/>
          </a:xfrm>
        </p:spPr>
        <p:txBody>
          <a:bodyPr lIns="0">
            <a:noAutofit/>
          </a:bodyPr>
          <a:lstStyle>
            <a:lvl1pPr marL="0" indent="0">
              <a:lnSpc>
                <a:spcPts val="1700"/>
              </a:lnSpc>
              <a:spcBef>
                <a:spcPts val="900"/>
              </a:spcBef>
              <a:buNone/>
              <a:defRPr sz="1440" b="0">
                <a:solidFill>
                  <a:srgbClr val="1E1E1E"/>
                </a:solidFill>
              </a:defRPr>
            </a:lvl1pPr>
          </a:lstStyle>
          <a:p>
            <a:pPr lvl="0"/>
            <a:r>
              <a:rPr lang="es-ES" dirty="0"/>
              <a:t>Es </a:t>
            </a:r>
            <a:r>
              <a:rPr lang="es-ES" dirty="0" err="1"/>
              <a:t>aut</a:t>
            </a:r>
            <a:r>
              <a:rPr lang="es-ES" dirty="0"/>
              <a:t> </a:t>
            </a:r>
            <a:r>
              <a:rPr lang="es-ES" dirty="0" err="1"/>
              <a:t>reiciis</a:t>
            </a:r>
            <a:r>
              <a:rPr lang="es-ES" dirty="0"/>
              <a:t> am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a:t>
            </a:r>
            <a:r>
              <a:rPr lang="es-ES" dirty="0"/>
              <a:t>.</a:t>
            </a:r>
          </a:p>
          <a:p>
            <a:pPr lvl="0"/>
            <a:r>
              <a:rPr lang="es-ES" dirty="0" err="1"/>
              <a:t>Eheima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este </a:t>
            </a:r>
            <a:r>
              <a:rPr lang="es-ES" dirty="0" err="1"/>
              <a:t>eum</a:t>
            </a:r>
            <a:r>
              <a:rPr lang="es-ES" dirty="0"/>
              <a:t> fuga.</a:t>
            </a:r>
          </a:p>
        </p:txBody>
      </p:sp>
      <p:sp>
        <p:nvSpPr>
          <p:cNvPr id="14" name="Marcador de texto 17">
            <a:extLst>
              <a:ext uri="{FF2B5EF4-FFF2-40B4-BE49-F238E27FC236}">
                <a16:creationId xmlns:a16="http://schemas.microsoft.com/office/drawing/2014/main" id="{549CA5E7-CE4D-4144-A33B-615B80E66B66}"/>
              </a:ext>
            </a:extLst>
          </p:cNvPr>
          <p:cNvSpPr>
            <a:spLocks noGrp="1"/>
          </p:cNvSpPr>
          <p:nvPr>
            <p:ph type="body" sz="quarter" idx="22" hasCustomPrompt="1"/>
          </p:nvPr>
        </p:nvSpPr>
        <p:spPr>
          <a:xfrm>
            <a:off x="10512800" y="4419424"/>
            <a:ext cx="2424638" cy="373062"/>
          </a:xfrm>
        </p:spPr>
        <p:txBody>
          <a:bodyPr lIns="0">
            <a:noAutofit/>
          </a:bodyPr>
          <a:lstStyle>
            <a:lvl1pPr marL="0" indent="0">
              <a:lnSpc>
                <a:spcPts val="1700"/>
              </a:lnSpc>
              <a:spcBef>
                <a:spcPts val="900"/>
              </a:spcBef>
              <a:buNone/>
              <a:defRPr sz="1440" b="1">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endParaRPr lang="es-ES" dirty="0"/>
          </a:p>
        </p:txBody>
      </p:sp>
      <p:sp>
        <p:nvSpPr>
          <p:cNvPr id="15" name="Marcador de texto 17">
            <a:extLst>
              <a:ext uri="{FF2B5EF4-FFF2-40B4-BE49-F238E27FC236}">
                <a16:creationId xmlns:a16="http://schemas.microsoft.com/office/drawing/2014/main" id="{B26F822F-19DB-485F-918E-9182FAEE9D46}"/>
              </a:ext>
            </a:extLst>
          </p:cNvPr>
          <p:cNvSpPr>
            <a:spLocks noGrp="1"/>
          </p:cNvSpPr>
          <p:nvPr>
            <p:ph type="body" sz="quarter" idx="23" hasCustomPrompt="1"/>
          </p:nvPr>
        </p:nvSpPr>
        <p:spPr>
          <a:xfrm>
            <a:off x="7315200" y="4712160"/>
            <a:ext cx="2424638" cy="2606215"/>
          </a:xfrm>
        </p:spPr>
        <p:txBody>
          <a:bodyPr lIns="0">
            <a:noAutofit/>
          </a:bodyPr>
          <a:lstStyle>
            <a:lvl1pPr marL="0" indent="0">
              <a:lnSpc>
                <a:spcPts val="1700"/>
              </a:lnSpc>
              <a:spcBef>
                <a:spcPts val="900"/>
              </a:spcBef>
              <a:buNone/>
              <a:defRPr sz="1440" b="0">
                <a:solidFill>
                  <a:srgbClr val="1E1E1E"/>
                </a:solidFill>
              </a:defRPr>
            </a:lvl1pPr>
          </a:lstStyle>
          <a:p>
            <a:pPr lvl="0"/>
            <a:r>
              <a:rPr lang="es-ES" dirty="0"/>
              <a:t>Es </a:t>
            </a:r>
            <a:r>
              <a:rPr lang="es-ES" dirty="0" err="1"/>
              <a:t>aut</a:t>
            </a:r>
            <a:r>
              <a:rPr lang="es-ES" dirty="0"/>
              <a:t> </a:t>
            </a:r>
            <a:r>
              <a:rPr lang="es-ES" dirty="0" err="1"/>
              <a:t>reiciis</a:t>
            </a:r>
            <a:r>
              <a:rPr lang="es-ES" dirty="0"/>
              <a:t> am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a:t>
            </a:r>
            <a:r>
              <a:rPr lang="es-ES" dirty="0"/>
              <a:t>.</a:t>
            </a:r>
          </a:p>
          <a:p>
            <a:pPr lvl="0"/>
            <a:r>
              <a:rPr lang="es-ES" dirty="0" err="1"/>
              <a:t>Eheima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este </a:t>
            </a:r>
            <a:r>
              <a:rPr lang="es-ES" dirty="0" err="1"/>
              <a:t>eum</a:t>
            </a:r>
            <a:r>
              <a:rPr lang="es-ES" dirty="0"/>
              <a:t> fuga.</a:t>
            </a:r>
          </a:p>
        </p:txBody>
      </p:sp>
      <p:sp>
        <p:nvSpPr>
          <p:cNvPr id="16" name="Marcador de texto 17">
            <a:extLst>
              <a:ext uri="{FF2B5EF4-FFF2-40B4-BE49-F238E27FC236}">
                <a16:creationId xmlns:a16="http://schemas.microsoft.com/office/drawing/2014/main" id="{5A77DDD7-7CA5-4183-81DC-FDEFA856F552}"/>
              </a:ext>
            </a:extLst>
          </p:cNvPr>
          <p:cNvSpPr>
            <a:spLocks noGrp="1"/>
          </p:cNvSpPr>
          <p:nvPr>
            <p:ph type="body" sz="quarter" idx="24" hasCustomPrompt="1"/>
          </p:nvPr>
        </p:nvSpPr>
        <p:spPr>
          <a:xfrm>
            <a:off x="7315200" y="4419424"/>
            <a:ext cx="2424638" cy="373062"/>
          </a:xfrm>
        </p:spPr>
        <p:txBody>
          <a:bodyPr lIns="0">
            <a:noAutofit/>
          </a:bodyPr>
          <a:lstStyle>
            <a:lvl1pPr marL="0" indent="0">
              <a:lnSpc>
                <a:spcPts val="1700"/>
              </a:lnSpc>
              <a:spcBef>
                <a:spcPts val="900"/>
              </a:spcBef>
              <a:buNone/>
              <a:defRPr sz="1440" b="1">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endParaRPr lang="es-ES" dirty="0"/>
          </a:p>
        </p:txBody>
      </p:sp>
      <p:sp>
        <p:nvSpPr>
          <p:cNvPr id="17" name="Marcador de texto 17">
            <a:extLst>
              <a:ext uri="{FF2B5EF4-FFF2-40B4-BE49-F238E27FC236}">
                <a16:creationId xmlns:a16="http://schemas.microsoft.com/office/drawing/2014/main" id="{BB59BBE8-7ADF-42A8-A88D-DE4785AC20AC}"/>
              </a:ext>
            </a:extLst>
          </p:cNvPr>
          <p:cNvSpPr>
            <a:spLocks noGrp="1"/>
          </p:cNvSpPr>
          <p:nvPr>
            <p:ph type="body" sz="quarter" idx="25" hasCustomPrompt="1"/>
          </p:nvPr>
        </p:nvSpPr>
        <p:spPr>
          <a:xfrm>
            <a:off x="4100557" y="4712160"/>
            <a:ext cx="2424638" cy="2606215"/>
          </a:xfrm>
        </p:spPr>
        <p:txBody>
          <a:bodyPr lIns="0">
            <a:noAutofit/>
          </a:bodyPr>
          <a:lstStyle>
            <a:lvl1pPr marL="0" indent="0">
              <a:lnSpc>
                <a:spcPts val="1700"/>
              </a:lnSpc>
              <a:spcBef>
                <a:spcPts val="900"/>
              </a:spcBef>
              <a:buNone/>
              <a:defRPr sz="1440" b="0">
                <a:solidFill>
                  <a:srgbClr val="1E1E1E"/>
                </a:solidFill>
              </a:defRPr>
            </a:lvl1pPr>
          </a:lstStyle>
          <a:p>
            <a:pPr lvl="0"/>
            <a:r>
              <a:rPr lang="es-ES" dirty="0"/>
              <a:t>Es </a:t>
            </a:r>
            <a:r>
              <a:rPr lang="es-ES" dirty="0" err="1"/>
              <a:t>aut</a:t>
            </a:r>
            <a:r>
              <a:rPr lang="es-ES" dirty="0"/>
              <a:t> </a:t>
            </a:r>
            <a:r>
              <a:rPr lang="es-ES" dirty="0" err="1"/>
              <a:t>reiciis</a:t>
            </a:r>
            <a:r>
              <a:rPr lang="es-ES" dirty="0"/>
              <a:t> am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a:t>
            </a:r>
            <a:r>
              <a:rPr lang="es-ES" dirty="0"/>
              <a:t>.</a:t>
            </a:r>
          </a:p>
          <a:p>
            <a:pPr lvl="0"/>
            <a:r>
              <a:rPr lang="es-ES" dirty="0" err="1"/>
              <a:t>Eheima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este </a:t>
            </a:r>
            <a:r>
              <a:rPr lang="es-ES" dirty="0" err="1"/>
              <a:t>eum</a:t>
            </a:r>
            <a:r>
              <a:rPr lang="es-ES" dirty="0"/>
              <a:t> fuga.</a:t>
            </a:r>
          </a:p>
        </p:txBody>
      </p:sp>
      <p:sp>
        <p:nvSpPr>
          <p:cNvPr id="18" name="Marcador de texto 17">
            <a:extLst>
              <a:ext uri="{FF2B5EF4-FFF2-40B4-BE49-F238E27FC236}">
                <a16:creationId xmlns:a16="http://schemas.microsoft.com/office/drawing/2014/main" id="{7B3079E3-2A2F-44FF-80EE-F62C9820AC0B}"/>
              </a:ext>
            </a:extLst>
          </p:cNvPr>
          <p:cNvSpPr>
            <a:spLocks noGrp="1"/>
          </p:cNvSpPr>
          <p:nvPr>
            <p:ph type="body" sz="quarter" idx="26" hasCustomPrompt="1"/>
          </p:nvPr>
        </p:nvSpPr>
        <p:spPr>
          <a:xfrm>
            <a:off x="4100557" y="4419424"/>
            <a:ext cx="2424638" cy="373062"/>
          </a:xfrm>
        </p:spPr>
        <p:txBody>
          <a:bodyPr lIns="0">
            <a:noAutofit/>
          </a:bodyPr>
          <a:lstStyle>
            <a:lvl1pPr marL="0" indent="0">
              <a:lnSpc>
                <a:spcPts val="1700"/>
              </a:lnSpc>
              <a:spcBef>
                <a:spcPts val="900"/>
              </a:spcBef>
              <a:buNone/>
              <a:defRPr sz="1440" b="1">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endParaRPr lang="es-ES" dirty="0"/>
          </a:p>
        </p:txBody>
      </p:sp>
      <p:sp>
        <p:nvSpPr>
          <p:cNvPr id="19" name="Marcador de posición de imagen 7">
            <a:extLst>
              <a:ext uri="{FF2B5EF4-FFF2-40B4-BE49-F238E27FC236}">
                <a16:creationId xmlns:a16="http://schemas.microsoft.com/office/drawing/2014/main" id="{3780FA98-8A2D-4AB0-BCB7-3AF138C66FF0}"/>
              </a:ext>
            </a:extLst>
          </p:cNvPr>
          <p:cNvSpPr>
            <a:spLocks noGrp="1"/>
          </p:cNvSpPr>
          <p:nvPr>
            <p:ph type="pic" sz="quarter" idx="13"/>
          </p:nvPr>
        </p:nvSpPr>
        <p:spPr>
          <a:xfrm>
            <a:off x="915351" y="1709736"/>
            <a:ext cx="2400300" cy="2400300"/>
          </a:xfrm>
          <a:solidFill>
            <a:schemeClr val="bg1">
              <a:lumMod val="95000"/>
            </a:schemeClr>
          </a:solidFill>
          <a:ln w="12700">
            <a:solidFill>
              <a:srgbClr val="FF3228"/>
            </a:solidFill>
          </a:ln>
        </p:spPr>
        <p:txBody>
          <a:bodyPr/>
          <a:lstStyle/>
          <a:p>
            <a:endParaRPr lang="es-ES" dirty="0"/>
          </a:p>
        </p:txBody>
      </p:sp>
      <p:sp>
        <p:nvSpPr>
          <p:cNvPr id="27" name="Marcador de posición de imagen 7">
            <a:extLst>
              <a:ext uri="{FF2B5EF4-FFF2-40B4-BE49-F238E27FC236}">
                <a16:creationId xmlns:a16="http://schemas.microsoft.com/office/drawing/2014/main" id="{FEE1D50D-9EF5-4E4F-80DA-C1B761447587}"/>
              </a:ext>
            </a:extLst>
          </p:cNvPr>
          <p:cNvSpPr>
            <a:spLocks noGrp="1"/>
          </p:cNvSpPr>
          <p:nvPr>
            <p:ph type="pic" sz="quarter" idx="27"/>
          </p:nvPr>
        </p:nvSpPr>
        <p:spPr>
          <a:xfrm>
            <a:off x="4113794" y="1709736"/>
            <a:ext cx="2400300" cy="2400300"/>
          </a:xfrm>
          <a:solidFill>
            <a:schemeClr val="bg1">
              <a:lumMod val="95000"/>
            </a:schemeClr>
          </a:solidFill>
          <a:ln w="12700">
            <a:solidFill>
              <a:srgbClr val="FF3228"/>
            </a:solidFill>
          </a:ln>
        </p:spPr>
        <p:txBody>
          <a:bodyPr/>
          <a:lstStyle/>
          <a:p>
            <a:endParaRPr lang="es-ES" dirty="0"/>
          </a:p>
        </p:txBody>
      </p:sp>
      <p:sp>
        <p:nvSpPr>
          <p:cNvPr id="28" name="Marcador de posición de imagen 7">
            <a:extLst>
              <a:ext uri="{FF2B5EF4-FFF2-40B4-BE49-F238E27FC236}">
                <a16:creationId xmlns:a16="http://schemas.microsoft.com/office/drawing/2014/main" id="{5CDBB068-7FD6-4104-9FBE-1725202273B5}"/>
              </a:ext>
            </a:extLst>
          </p:cNvPr>
          <p:cNvSpPr>
            <a:spLocks noGrp="1"/>
          </p:cNvSpPr>
          <p:nvPr>
            <p:ph type="pic" sz="quarter" idx="28"/>
          </p:nvPr>
        </p:nvSpPr>
        <p:spPr>
          <a:xfrm>
            <a:off x="7312237" y="1709736"/>
            <a:ext cx="2400300" cy="2400300"/>
          </a:xfrm>
          <a:solidFill>
            <a:schemeClr val="bg1">
              <a:lumMod val="95000"/>
            </a:schemeClr>
          </a:solidFill>
          <a:ln w="12700">
            <a:solidFill>
              <a:srgbClr val="FF3228"/>
            </a:solidFill>
          </a:ln>
        </p:spPr>
        <p:txBody>
          <a:bodyPr/>
          <a:lstStyle/>
          <a:p>
            <a:endParaRPr lang="es-ES" dirty="0"/>
          </a:p>
        </p:txBody>
      </p:sp>
      <p:sp>
        <p:nvSpPr>
          <p:cNvPr id="29" name="Marcador de posición de imagen 7">
            <a:extLst>
              <a:ext uri="{FF2B5EF4-FFF2-40B4-BE49-F238E27FC236}">
                <a16:creationId xmlns:a16="http://schemas.microsoft.com/office/drawing/2014/main" id="{3C9FEC0F-2668-4B32-85C4-26004524F8C9}"/>
              </a:ext>
            </a:extLst>
          </p:cNvPr>
          <p:cNvSpPr>
            <a:spLocks noGrp="1"/>
          </p:cNvSpPr>
          <p:nvPr>
            <p:ph type="pic" sz="quarter" idx="29"/>
          </p:nvPr>
        </p:nvSpPr>
        <p:spPr>
          <a:xfrm>
            <a:off x="10510680" y="1709736"/>
            <a:ext cx="2400300" cy="2400300"/>
          </a:xfrm>
          <a:solidFill>
            <a:schemeClr val="bg1">
              <a:lumMod val="95000"/>
            </a:schemeClr>
          </a:solidFill>
          <a:ln w="12700">
            <a:solidFill>
              <a:srgbClr val="FF3228"/>
            </a:solidFill>
          </a:ln>
        </p:spPr>
        <p:txBody>
          <a:bodyPr/>
          <a:lstStyle/>
          <a:p>
            <a:endParaRPr lang="es-ES" dirty="0"/>
          </a:p>
        </p:txBody>
      </p:sp>
      <p:sp>
        <p:nvSpPr>
          <p:cNvPr id="2" name="Marcador de número de diapositiva 1">
            <a:extLst>
              <a:ext uri="{FF2B5EF4-FFF2-40B4-BE49-F238E27FC236}">
                <a16:creationId xmlns:a16="http://schemas.microsoft.com/office/drawing/2014/main" id="{E710E39C-7B7A-43D3-8B05-6DA983FD1A78}"/>
              </a:ext>
            </a:extLst>
          </p:cNvPr>
          <p:cNvSpPr>
            <a:spLocks noGrp="1"/>
          </p:cNvSpPr>
          <p:nvPr>
            <p:ph type="sldNum" sz="quarter" idx="30"/>
          </p:nvPr>
        </p:nvSpPr>
        <p:spPr/>
        <p:txBody>
          <a:bodyPr/>
          <a:lstStyle/>
          <a:p>
            <a:fld id="{B005B2D1-880E-4846-A216-7D6770BA1332}" type="slidenum">
              <a:rPr lang="es-ES" smtClean="0"/>
              <a:pPr/>
              <a:t>‹Nº›</a:t>
            </a:fld>
            <a:endParaRPr lang="es-ES" dirty="0"/>
          </a:p>
        </p:txBody>
      </p:sp>
      <p:sp>
        <p:nvSpPr>
          <p:cNvPr id="30" name="CuadroTexto 29">
            <a:extLst>
              <a:ext uri="{FF2B5EF4-FFF2-40B4-BE49-F238E27FC236}">
                <a16:creationId xmlns:a16="http://schemas.microsoft.com/office/drawing/2014/main" id="{EFD41441-FCE1-4F3D-A0ED-1BF629F539E9}"/>
              </a:ext>
            </a:extLst>
          </p:cNvPr>
          <p:cNvSpPr txBox="1"/>
          <p:nvPr userDrawn="1"/>
        </p:nvSpPr>
        <p:spPr>
          <a:xfrm>
            <a:off x="81256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31" name="Rectángulo 30">
            <a:extLst>
              <a:ext uri="{FF2B5EF4-FFF2-40B4-BE49-F238E27FC236}">
                <a16:creationId xmlns:a16="http://schemas.microsoft.com/office/drawing/2014/main" id="{2143B8ED-23C6-4860-B284-E110999C427E}"/>
              </a:ext>
            </a:extLst>
          </p:cNvPr>
          <p:cNvSpPr/>
          <p:nvPr userDrawn="1"/>
        </p:nvSpPr>
        <p:spPr>
          <a:xfrm>
            <a:off x="13723938"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21" name="Gráfico 20">
            <a:extLst>
              <a:ext uri="{FF2B5EF4-FFF2-40B4-BE49-F238E27FC236}">
                <a16:creationId xmlns:a16="http://schemas.microsoft.com/office/drawing/2014/main" id="{65BC441D-1CA2-4DBF-BA8D-07C4683C6D10}"/>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06463" y="332974"/>
            <a:ext cx="1400054" cy="385200"/>
          </a:xfrm>
          <a:prstGeom prst="rect">
            <a:avLst/>
          </a:prstGeom>
        </p:spPr>
      </p:pic>
    </p:spTree>
    <p:extLst>
      <p:ext uri="{BB962C8B-B14F-4D97-AF65-F5344CB8AC3E}">
        <p14:creationId xmlns:p14="http://schemas.microsoft.com/office/powerpoint/2010/main" val="1773362067"/>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Texto + imagen columnas 02">
    <p:bg>
      <p:bgPr>
        <a:solidFill>
          <a:schemeClr val="bg1"/>
        </a:solidFill>
        <a:effectLst/>
      </p:bgPr>
    </p:bg>
    <p:spTree>
      <p:nvGrpSpPr>
        <p:cNvPr id="1" name=""/>
        <p:cNvGrpSpPr/>
        <p:nvPr/>
      </p:nvGrpSpPr>
      <p:grpSpPr>
        <a:xfrm>
          <a:off x="0" y="0"/>
          <a:ext cx="0" cy="0"/>
          <a:chOff x="0" y="0"/>
          <a:chExt cx="0" cy="0"/>
        </a:xfrm>
      </p:grpSpPr>
      <p:pic>
        <p:nvPicPr>
          <p:cNvPr id="6" name="Imagen 5">
            <a:extLst>
              <a:ext uri="{FF2B5EF4-FFF2-40B4-BE49-F238E27FC236}">
                <a16:creationId xmlns:a16="http://schemas.microsoft.com/office/drawing/2014/main" id="{C4749420-973A-4342-AEE0-ECC11A608014}"/>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7" name="Marcador de posición de imagen 7">
            <a:extLst>
              <a:ext uri="{FF2B5EF4-FFF2-40B4-BE49-F238E27FC236}">
                <a16:creationId xmlns:a16="http://schemas.microsoft.com/office/drawing/2014/main" id="{2B6BD71C-4096-4F82-8DB0-FF443C8725EC}"/>
              </a:ext>
            </a:extLst>
          </p:cNvPr>
          <p:cNvSpPr>
            <a:spLocks noGrp="1"/>
          </p:cNvSpPr>
          <p:nvPr>
            <p:ph type="pic" sz="quarter" idx="27"/>
          </p:nvPr>
        </p:nvSpPr>
        <p:spPr>
          <a:xfrm>
            <a:off x="3314744" y="1716881"/>
            <a:ext cx="2400300" cy="2400300"/>
          </a:xfrm>
          <a:solidFill>
            <a:schemeClr val="bg1">
              <a:lumMod val="95000"/>
            </a:schemeClr>
          </a:solidFill>
          <a:ln w="12700">
            <a:solidFill>
              <a:srgbClr val="FF3228"/>
            </a:solidFill>
          </a:ln>
        </p:spPr>
        <p:txBody>
          <a:bodyPr/>
          <a:lstStyle/>
          <a:p>
            <a:endParaRPr lang="es-ES" dirty="0"/>
          </a:p>
        </p:txBody>
      </p:sp>
      <p:sp>
        <p:nvSpPr>
          <p:cNvPr id="8" name="Marcador de posición de imagen 7">
            <a:extLst>
              <a:ext uri="{FF2B5EF4-FFF2-40B4-BE49-F238E27FC236}">
                <a16:creationId xmlns:a16="http://schemas.microsoft.com/office/drawing/2014/main" id="{483706D3-653E-403B-8883-D2CF39104E31}"/>
              </a:ext>
            </a:extLst>
          </p:cNvPr>
          <p:cNvSpPr>
            <a:spLocks noGrp="1"/>
          </p:cNvSpPr>
          <p:nvPr>
            <p:ph type="pic" sz="quarter" idx="28"/>
          </p:nvPr>
        </p:nvSpPr>
        <p:spPr>
          <a:xfrm>
            <a:off x="5715044" y="4112419"/>
            <a:ext cx="2400300" cy="2400300"/>
          </a:xfrm>
          <a:solidFill>
            <a:schemeClr val="bg1">
              <a:lumMod val="95000"/>
            </a:schemeClr>
          </a:solidFill>
          <a:ln w="12700">
            <a:solidFill>
              <a:srgbClr val="FF3228"/>
            </a:solidFill>
          </a:ln>
        </p:spPr>
        <p:txBody>
          <a:bodyPr/>
          <a:lstStyle/>
          <a:p>
            <a:endParaRPr lang="es-ES" dirty="0"/>
          </a:p>
        </p:txBody>
      </p:sp>
      <p:sp>
        <p:nvSpPr>
          <p:cNvPr id="9" name="Marcador de posición de imagen 7">
            <a:extLst>
              <a:ext uri="{FF2B5EF4-FFF2-40B4-BE49-F238E27FC236}">
                <a16:creationId xmlns:a16="http://schemas.microsoft.com/office/drawing/2014/main" id="{1B580BCD-8739-47BD-9BF7-6D610A0289D5}"/>
              </a:ext>
            </a:extLst>
          </p:cNvPr>
          <p:cNvSpPr>
            <a:spLocks noGrp="1"/>
          </p:cNvSpPr>
          <p:nvPr>
            <p:ph type="pic" sz="quarter" idx="29"/>
          </p:nvPr>
        </p:nvSpPr>
        <p:spPr>
          <a:xfrm>
            <a:off x="8115344" y="1712119"/>
            <a:ext cx="2400300" cy="2400300"/>
          </a:xfrm>
          <a:solidFill>
            <a:schemeClr val="bg1">
              <a:lumMod val="95000"/>
            </a:schemeClr>
          </a:solidFill>
          <a:ln w="12700">
            <a:solidFill>
              <a:srgbClr val="FF3228"/>
            </a:solidFill>
          </a:ln>
        </p:spPr>
        <p:txBody>
          <a:bodyPr/>
          <a:lstStyle/>
          <a:p>
            <a:endParaRPr lang="es-ES" dirty="0"/>
          </a:p>
        </p:txBody>
      </p:sp>
      <p:sp>
        <p:nvSpPr>
          <p:cNvPr id="10" name="Marcador de posición de imagen 7">
            <a:extLst>
              <a:ext uri="{FF2B5EF4-FFF2-40B4-BE49-F238E27FC236}">
                <a16:creationId xmlns:a16="http://schemas.microsoft.com/office/drawing/2014/main" id="{72D9053C-B7C1-4079-97C4-CD577398C91C}"/>
              </a:ext>
            </a:extLst>
          </p:cNvPr>
          <p:cNvSpPr>
            <a:spLocks noGrp="1"/>
          </p:cNvSpPr>
          <p:nvPr>
            <p:ph type="pic" sz="quarter" idx="30"/>
          </p:nvPr>
        </p:nvSpPr>
        <p:spPr>
          <a:xfrm>
            <a:off x="10515644" y="4112419"/>
            <a:ext cx="2400300" cy="2400300"/>
          </a:xfrm>
          <a:solidFill>
            <a:schemeClr val="bg1">
              <a:lumMod val="95000"/>
            </a:schemeClr>
          </a:solidFill>
          <a:ln w="12700">
            <a:solidFill>
              <a:srgbClr val="FF3228"/>
            </a:solidFill>
          </a:ln>
        </p:spPr>
        <p:txBody>
          <a:bodyPr/>
          <a:lstStyle/>
          <a:p>
            <a:endParaRPr lang="es-ES" dirty="0"/>
          </a:p>
        </p:txBody>
      </p:sp>
      <p:sp>
        <p:nvSpPr>
          <p:cNvPr id="11" name="Marcador de texto 17">
            <a:extLst>
              <a:ext uri="{FF2B5EF4-FFF2-40B4-BE49-F238E27FC236}">
                <a16:creationId xmlns:a16="http://schemas.microsoft.com/office/drawing/2014/main" id="{02BEB712-9524-436F-8DB0-E7213F8A66AB}"/>
              </a:ext>
            </a:extLst>
          </p:cNvPr>
          <p:cNvSpPr>
            <a:spLocks noGrp="1"/>
          </p:cNvSpPr>
          <p:nvPr>
            <p:ph type="body" sz="quarter" idx="19" hasCustomPrompt="1"/>
          </p:nvPr>
        </p:nvSpPr>
        <p:spPr>
          <a:xfrm>
            <a:off x="906463" y="2679612"/>
            <a:ext cx="2020445" cy="1047961"/>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Conempo</a:t>
            </a:r>
            <a:r>
              <a:rPr lang="es-ES" dirty="0"/>
              <a:t> </a:t>
            </a:r>
            <a:r>
              <a:rPr lang="es-ES" dirty="0" err="1"/>
              <a:t>ribusameniminincil</a:t>
            </a:r>
            <a:r>
              <a:rPr lang="es-ES" dirty="0"/>
              <a:t> </a:t>
            </a:r>
            <a:r>
              <a:rPr lang="es-ES" dirty="0" err="1"/>
              <a:t>molupta</a:t>
            </a:r>
            <a:r>
              <a:rPr lang="es-ES" dirty="0"/>
              <a:t> </a:t>
            </a:r>
            <a:r>
              <a:rPr lang="es-ES" dirty="0" err="1"/>
              <a:t>tia</a:t>
            </a:r>
            <a:r>
              <a:rPr lang="es-ES" dirty="0"/>
              <a:t>.</a:t>
            </a:r>
          </a:p>
        </p:txBody>
      </p:sp>
      <p:sp>
        <p:nvSpPr>
          <p:cNvPr id="17" name="Marcador de texto 17">
            <a:extLst>
              <a:ext uri="{FF2B5EF4-FFF2-40B4-BE49-F238E27FC236}">
                <a16:creationId xmlns:a16="http://schemas.microsoft.com/office/drawing/2014/main" id="{7826BE1C-13DA-464E-9EE4-E768156895E6}"/>
              </a:ext>
            </a:extLst>
          </p:cNvPr>
          <p:cNvSpPr>
            <a:spLocks noGrp="1"/>
          </p:cNvSpPr>
          <p:nvPr>
            <p:ph type="body" sz="quarter" idx="33" hasCustomPrompt="1"/>
          </p:nvPr>
        </p:nvSpPr>
        <p:spPr>
          <a:xfrm>
            <a:off x="6102880" y="2221542"/>
            <a:ext cx="1867076" cy="420059"/>
          </a:xfrm>
        </p:spPr>
        <p:txBody>
          <a:bodyPr lIns="0">
            <a:noAutofit/>
          </a:bodyPr>
          <a:lstStyle>
            <a:lvl1pPr marL="0" indent="0">
              <a:lnSpc>
                <a:spcPts val="2400"/>
              </a:lnSpc>
              <a:spcBef>
                <a:spcPts val="900"/>
              </a:spcBef>
              <a:buNone/>
              <a:defRPr sz="2200" b="1">
                <a:solidFill>
                  <a:srgbClr val="1E1E1E"/>
                </a:solidFill>
              </a:defRPr>
            </a:lvl1pPr>
          </a:lstStyle>
          <a:p>
            <a:pPr lvl="0"/>
            <a:r>
              <a:rPr lang="es-ES" dirty="0" err="1"/>
              <a:t>Lorem</a:t>
            </a:r>
            <a:endParaRPr lang="es-ES" dirty="0"/>
          </a:p>
        </p:txBody>
      </p:sp>
      <p:sp>
        <p:nvSpPr>
          <p:cNvPr id="18" name="Marcador de texto 17">
            <a:extLst>
              <a:ext uri="{FF2B5EF4-FFF2-40B4-BE49-F238E27FC236}">
                <a16:creationId xmlns:a16="http://schemas.microsoft.com/office/drawing/2014/main" id="{C2E72049-4AE4-4147-A3CB-8F026BC5AABD}"/>
              </a:ext>
            </a:extLst>
          </p:cNvPr>
          <p:cNvSpPr>
            <a:spLocks noGrp="1"/>
          </p:cNvSpPr>
          <p:nvPr>
            <p:ph type="body" sz="quarter" idx="34" hasCustomPrompt="1"/>
          </p:nvPr>
        </p:nvSpPr>
        <p:spPr>
          <a:xfrm>
            <a:off x="914444" y="2221543"/>
            <a:ext cx="2020445" cy="420058"/>
          </a:xfrm>
        </p:spPr>
        <p:txBody>
          <a:bodyPr lIns="0">
            <a:noAutofit/>
          </a:bodyPr>
          <a:lstStyle>
            <a:lvl1pPr marL="0" indent="0">
              <a:lnSpc>
                <a:spcPts val="2400"/>
              </a:lnSpc>
              <a:spcBef>
                <a:spcPts val="900"/>
              </a:spcBef>
              <a:buNone/>
              <a:defRPr sz="2200" b="1">
                <a:solidFill>
                  <a:srgbClr val="1E1E1E"/>
                </a:solidFill>
              </a:defRPr>
            </a:lvl1pPr>
          </a:lstStyle>
          <a:p>
            <a:pPr lvl="0"/>
            <a:r>
              <a:rPr lang="es-ES" dirty="0" err="1"/>
              <a:t>Lorem</a:t>
            </a:r>
            <a:endParaRPr lang="es-ES" dirty="0"/>
          </a:p>
        </p:txBody>
      </p:sp>
      <p:sp>
        <p:nvSpPr>
          <p:cNvPr id="19" name="Marcador de texto 17">
            <a:extLst>
              <a:ext uri="{FF2B5EF4-FFF2-40B4-BE49-F238E27FC236}">
                <a16:creationId xmlns:a16="http://schemas.microsoft.com/office/drawing/2014/main" id="{596D7099-6EBD-4045-A8C4-1A6A6EA87087}"/>
              </a:ext>
            </a:extLst>
          </p:cNvPr>
          <p:cNvSpPr>
            <a:spLocks noGrp="1"/>
          </p:cNvSpPr>
          <p:nvPr>
            <p:ph type="body" sz="quarter" idx="35" hasCustomPrompt="1"/>
          </p:nvPr>
        </p:nvSpPr>
        <p:spPr>
          <a:xfrm>
            <a:off x="3700820" y="4412536"/>
            <a:ext cx="1864602" cy="452975"/>
          </a:xfrm>
        </p:spPr>
        <p:txBody>
          <a:bodyPr lIns="0">
            <a:noAutofit/>
          </a:bodyPr>
          <a:lstStyle>
            <a:lvl1pPr marL="0" indent="0">
              <a:lnSpc>
                <a:spcPts val="2400"/>
              </a:lnSpc>
              <a:spcBef>
                <a:spcPts val="900"/>
              </a:spcBef>
              <a:buNone/>
              <a:defRPr sz="2200" b="1">
                <a:solidFill>
                  <a:srgbClr val="1E1E1E"/>
                </a:solidFill>
              </a:defRPr>
            </a:lvl1pPr>
          </a:lstStyle>
          <a:p>
            <a:pPr lvl="0"/>
            <a:r>
              <a:rPr lang="es-ES" dirty="0" err="1"/>
              <a:t>Lorem</a:t>
            </a:r>
            <a:endParaRPr lang="es-ES" dirty="0"/>
          </a:p>
        </p:txBody>
      </p:sp>
      <p:sp>
        <p:nvSpPr>
          <p:cNvPr id="20" name="Marcador de texto 17">
            <a:extLst>
              <a:ext uri="{FF2B5EF4-FFF2-40B4-BE49-F238E27FC236}">
                <a16:creationId xmlns:a16="http://schemas.microsoft.com/office/drawing/2014/main" id="{A28AD329-F597-40A3-B151-EB8880A9F01F}"/>
              </a:ext>
            </a:extLst>
          </p:cNvPr>
          <p:cNvSpPr>
            <a:spLocks noGrp="1"/>
          </p:cNvSpPr>
          <p:nvPr>
            <p:ph type="body" sz="quarter" idx="36" hasCustomPrompt="1"/>
          </p:nvPr>
        </p:nvSpPr>
        <p:spPr>
          <a:xfrm>
            <a:off x="8503180" y="4412536"/>
            <a:ext cx="1864602" cy="452975"/>
          </a:xfrm>
        </p:spPr>
        <p:txBody>
          <a:bodyPr lIns="0">
            <a:noAutofit/>
          </a:bodyPr>
          <a:lstStyle>
            <a:lvl1pPr marL="0" indent="0">
              <a:lnSpc>
                <a:spcPts val="2400"/>
              </a:lnSpc>
              <a:spcBef>
                <a:spcPts val="900"/>
              </a:spcBef>
              <a:buNone/>
              <a:defRPr sz="2200" b="1">
                <a:solidFill>
                  <a:srgbClr val="1E1E1E"/>
                </a:solidFill>
              </a:defRPr>
            </a:lvl1pPr>
          </a:lstStyle>
          <a:p>
            <a:pPr lvl="0"/>
            <a:r>
              <a:rPr lang="es-ES" dirty="0" err="1"/>
              <a:t>Lorem</a:t>
            </a:r>
            <a:endParaRPr lang="es-ES" dirty="0"/>
          </a:p>
        </p:txBody>
      </p:sp>
      <p:sp>
        <p:nvSpPr>
          <p:cNvPr id="21" name="Marcador de texto 17">
            <a:extLst>
              <a:ext uri="{FF2B5EF4-FFF2-40B4-BE49-F238E27FC236}">
                <a16:creationId xmlns:a16="http://schemas.microsoft.com/office/drawing/2014/main" id="{AD435A95-D6D1-4231-9A3E-4617CF482278}"/>
              </a:ext>
            </a:extLst>
          </p:cNvPr>
          <p:cNvSpPr>
            <a:spLocks noGrp="1"/>
          </p:cNvSpPr>
          <p:nvPr>
            <p:ph type="body" sz="quarter" idx="37" hasCustomPrompt="1"/>
          </p:nvPr>
        </p:nvSpPr>
        <p:spPr>
          <a:xfrm>
            <a:off x="3700820" y="4862724"/>
            <a:ext cx="1864602" cy="1047961"/>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Conempo</a:t>
            </a:r>
            <a:r>
              <a:rPr lang="es-ES" dirty="0"/>
              <a:t> </a:t>
            </a:r>
            <a:r>
              <a:rPr lang="es-ES" dirty="0" err="1"/>
              <a:t>ribusameniminincil</a:t>
            </a:r>
            <a:r>
              <a:rPr lang="es-ES" dirty="0"/>
              <a:t> </a:t>
            </a:r>
            <a:r>
              <a:rPr lang="es-ES" dirty="0" err="1"/>
              <a:t>molupta</a:t>
            </a:r>
            <a:r>
              <a:rPr lang="es-ES" dirty="0"/>
              <a:t> </a:t>
            </a:r>
            <a:r>
              <a:rPr lang="es-ES" dirty="0" err="1"/>
              <a:t>tia</a:t>
            </a:r>
            <a:r>
              <a:rPr lang="es-ES" dirty="0"/>
              <a:t>.</a:t>
            </a:r>
          </a:p>
        </p:txBody>
      </p:sp>
      <p:sp>
        <p:nvSpPr>
          <p:cNvPr id="22" name="Marcador de texto 17">
            <a:extLst>
              <a:ext uri="{FF2B5EF4-FFF2-40B4-BE49-F238E27FC236}">
                <a16:creationId xmlns:a16="http://schemas.microsoft.com/office/drawing/2014/main" id="{27878A41-CB95-400B-AFDB-0C609F3E30AE}"/>
              </a:ext>
            </a:extLst>
          </p:cNvPr>
          <p:cNvSpPr>
            <a:spLocks noGrp="1"/>
          </p:cNvSpPr>
          <p:nvPr>
            <p:ph type="body" sz="quarter" idx="38" hasCustomPrompt="1"/>
          </p:nvPr>
        </p:nvSpPr>
        <p:spPr>
          <a:xfrm>
            <a:off x="6105354" y="2670563"/>
            <a:ext cx="1864602" cy="1047961"/>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Conempo</a:t>
            </a:r>
            <a:r>
              <a:rPr lang="es-ES" dirty="0"/>
              <a:t> </a:t>
            </a:r>
            <a:r>
              <a:rPr lang="es-ES" dirty="0" err="1"/>
              <a:t>ribusameniminincil</a:t>
            </a:r>
            <a:r>
              <a:rPr lang="es-ES" dirty="0"/>
              <a:t> </a:t>
            </a:r>
            <a:r>
              <a:rPr lang="es-ES" dirty="0" err="1"/>
              <a:t>molupta</a:t>
            </a:r>
            <a:r>
              <a:rPr lang="es-ES" dirty="0"/>
              <a:t> </a:t>
            </a:r>
            <a:r>
              <a:rPr lang="es-ES" dirty="0" err="1"/>
              <a:t>tia</a:t>
            </a:r>
            <a:r>
              <a:rPr lang="es-ES" dirty="0"/>
              <a:t>.</a:t>
            </a:r>
          </a:p>
        </p:txBody>
      </p:sp>
      <p:sp>
        <p:nvSpPr>
          <p:cNvPr id="23" name="Marcador de texto 17">
            <a:extLst>
              <a:ext uri="{FF2B5EF4-FFF2-40B4-BE49-F238E27FC236}">
                <a16:creationId xmlns:a16="http://schemas.microsoft.com/office/drawing/2014/main" id="{DEA2B6A7-2652-47AE-9512-6EAE447D7884}"/>
              </a:ext>
            </a:extLst>
          </p:cNvPr>
          <p:cNvSpPr>
            <a:spLocks noGrp="1"/>
          </p:cNvSpPr>
          <p:nvPr>
            <p:ph type="body" sz="quarter" idx="39" hasCustomPrompt="1"/>
          </p:nvPr>
        </p:nvSpPr>
        <p:spPr>
          <a:xfrm>
            <a:off x="10927818" y="2992195"/>
            <a:ext cx="1864602" cy="903634"/>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Conempo</a:t>
            </a:r>
            <a:r>
              <a:rPr lang="es-ES" dirty="0"/>
              <a:t> </a:t>
            </a:r>
            <a:r>
              <a:rPr lang="es-ES" dirty="0" err="1"/>
              <a:t>ribusameniminincil</a:t>
            </a:r>
            <a:r>
              <a:rPr lang="es-ES" dirty="0"/>
              <a:t> </a:t>
            </a:r>
            <a:r>
              <a:rPr lang="es-ES" dirty="0" err="1"/>
              <a:t>molupta</a:t>
            </a:r>
            <a:r>
              <a:rPr lang="es-ES" dirty="0"/>
              <a:t> </a:t>
            </a:r>
            <a:r>
              <a:rPr lang="es-ES" dirty="0" err="1"/>
              <a:t>tia</a:t>
            </a:r>
            <a:r>
              <a:rPr lang="es-ES" dirty="0"/>
              <a:t>.</a:t>
            </a:r>
          </a:p>
        </p:txBody>
      </p:sp>
      <p:sp>
        <p:nvSpPr>
          <p:cNvPr id="24" name="Marcador de texto 17">
            <a:extLst>
              <a:ext uri="{FF2B5EF4-FFF2-40B4-BE49-F238E27FC236}">
                <a16:creationId xmlns:a16="http://schemas.microsoft.com/office/drawing/2014/main" id="{57D8A415-C600-4A55-BF6D-7DD69EBA7160}"/>
              </a:ext>
            </a:extLst>
          </p:cNvPr>
          <p:cNvSpPr>
            <a:spLocks noGrp="1"/>
          </p:cNvSpPr>
          <p:nvPr>
            <p:ph type="body" sz="quarter" idx="40" hasCustomPrompt="1"/>
          </p:nvPr>
        </p:nvSpPr>
        <p:spPr>
          <a:xfrm>
            <a:off x="8503180" y="4855864"/>
            <a:ext cx="1864602" cy="903634"/>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Conempo</a:t>
            </a:r>
            <a:r>
              <a:rPr lang="es-ES" dirty="0"/>
              <a:t> </a:t>
            </a:r>
            <a:r>
              <a:rPr lang="es-ES" dirty="0" err="1"/>
              <a:t>ribusameniminincil</a:t>
            </a:r>
            <a:r>
              <a:rPr lang="es-ES" dirty="0"/>
              <a:t> </a:t>
            </a:r>
            <a:r>
              <a:rPr lang="es-ES" dirty="0" err="1"/>
              <a:t>molupta</a:t>
            </a:r>
            <a:r>
              <a:rPr lang="es-ES" dirty="0"/>
              <a:t> </a:t>
            </a:r>
            <a:r>
              <a:rPr lang="es-ES" dirty="0" err="1"/>
              <a:t>tia</a:t>
            </a:r>
            <a:r>
              <a:rPr lang="es-ES" dirty="0"/>
              <a:t>.</a:t>
            </a:r>
          </a:p>
        </p:txBody>
      </p:sp>
      <p:sp>
        <p:nvSpPr>
          <p:cNvPr id="25" name="Marcador de posición de imagen 7">
            <a:extLst>
              <a:ext uri="{FF2B5EF4-FFF2-40B4-BE49-F238E27FC236}">
                <a16:creationId xmlns:a16="http://schemas.microsoft.com/office/drawing/2014/main" id="{BC0ED2C7-26B9-41CC-91AD-F983635A2AC7}"/>
              </a:ext>
            </a:extLst>
          </p:cNvPr>
          <p:cNvSpPr>
            <a:spLocks noGrp="1"/>
          </p:cNvSpPr>
          <p:nvPr>
            <p:ph type="pic" sz="quarter" idx="41"/>
          </p:nvPr>
        </p:nvSpPr>
        <p:spPr>
          <a:xfrm>
            <a:off x="914444" y="4112419"/>
            <a:ext cx="2400300" cy="2400300"/>
          </a:xfrm>
          <a:solidFill>
            <a:schemeClr val="bg1">
              <a:lumMod val="95000"/>
            </a:schemeClr>
          </a:solidFill>
          <a:ln w="12700">
            <a:solidFill>
              <a:srgbClr val="FF3228"/>
            </a:solidFill>
          </a:ln>
        </p:spPr>
        <p:txBody>
          <a:bodyPr/>
          <a:lstStyle/>
          <a:p>
            <a:endParaRPr lang="es-ES" dirty="0"/>
          </a:p>
        </p:txBody>
      </p:sp>
      <p:sp>
        <p:nvSpPr>
          <p:cNvPr id="27" name="Marcador de número de diapositiva 1">
            <a:extLst>
              <a:ext uri="{FF2B5EF4-FFF2-40B4-BE49-F238E27FC236}">
                <a16:creationId xmlns:a16="http://schemas.microsoft.com/office/drawing/2014/main" id="{55D377DC-1BD4-48F7-9F8B-253DBAC6D65D}"/>
              </a:ext>
            </a:extLst>
          </p:cNvPr>
          <p:cNvSpPr>
            <a:spLocks noGrp="1"/>
          </p:cNvSpPr>
          <p:nvPr>
            <p:ph type="sldNum" sz="quarter" idx="42"/>
          </p:nvPr>
        </p:nvSpPr>
        <p:spPr>
          <a:xfrm>
            <a:off x="7000489" y="7763089"/>
            <a:ext cx="629422" cy="395242"/>
          </a:xfrm>
        </p:spPr>
        <p:txBody>
          <a:bodyPr/>
          <a:lstStyle/>
          <a:p>
            <a:fld id="{B005B2D1-880E-4846-A216-7D6770BA1332}" type="slidenum">
              <a:rPr lang="es-ES" smtClean="0"/>
              <a:pPr/>
              <a:t>‹Nº›</a:t>
            </a:fld>
            <a:endParaRPr lang="es-ES" dirty="0"/>
          </a:p>
        </p:txBody>
      </p:sp>
      <p:sp>
        <p:nvSpPr>
          <p:cNvPr id="28" name="CuadroTexto 27">
            <a:extLst>
              <a:ext uri="{FF2B5EF4-FFF2-40B4-BE49-F238E27FC236}">
                <a16:creationId xmlns:a16="http://schemas.microsoft.com/office/drawing/2014/main" id="{1455CCC6-D7A2-4FF0-AC4D-19A4B2C0357D}"/>
              </a:ext>
            </a:extLst>
          </p:cNvPr>
          <p:cNvSpPr txBox="1"/>
          <p:nvPr userDrawn="1"/>
        </p:nvSpPr>
        <p:spPr>
          <a:xfrm>
            <a:off x="81256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29" name="Rectángulo 28">
            <a:extLst>
              <a:ext uri="{FF2B5EF4-FFF2-40B4-BE49-F238E27FC236}">
                <a16:creationId xmlns:a16="http://schemas.microsoft.com/office/drawing/2014/main" id="{23B0E2CF-7B5F-4FF7-B687-252D0678CFB3}"/>
              </a:ext>
            </a:extLst>
          </p:cNvPr>
          <p:cNvSpPr/>
          <p:nvPr userDrawn="1"/>
        </p:nvSpPr>
        <p:spPr>
          <a:xfrm>
            <a:off x="13723938"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0" name="Marcador de texto 17">
            <a:extLst>
              <a:ext uri="{FF2B5EF4-FFF2-40B4-BE49-F238E27FC236}">
                <a16:creationId xmlns:a16="http://schemas.microsoft.com/office/drawing/2014/main" id="{F163992A-DF44-4D05-8EDB-A335469ABEF3}"/>
              </a:ext>
            </a:extLst>
          </p:cNvPr>
          <p:cNvSpPr>
            <a:spLocks noGrp="1"/>
          </p:cNvSpPr>
          <p:nvPr>
            <p:ph type="body" sz="quarter" idx="43" hasCustomPrompt="1"/>
          </p:nvPr>
        </p:nvSpPr>
        <p:spPr>
          <a:xfrm>
            <a:off x="10927818" y="2221542"/>
            <a:ext cx="1867076" cy="420059"/>
          </a:xfrm>
        </p:spPr>
        <p:txBody>
          <a:bodyPr lIns="0">
            <a:noAutofit/>
          </a:bodyPr>
          <a:lstStyle>
            <a:lvl1pPr marL="0" indent="0">
              <a:lnSpc>
                <a:spcPts val="2400"/>
              </a:lnSpc>
              <a:spcBef>
                <a:spcPts val="900"/>
              </a:spcBef>
              <a:buNone/>
              <a:defRPr sz="2200" b="1">
                <a:solidFill>
                  <a:srgbClr val="1E1E1E"/>
                </a:solidFill>
              </a:defRPr>
            </a:lvl1pPr>
          </a:lstStyle>
          <a:p>
            <a:pPr lvl="0"/>
            <a:r>
              <a:rPr lang="es-ES" dirty="0" err="1"/>
              <a:t>Lorem</a:t>
            </a:r>
            <a:endParaRPr lang="es-ES" dirty="0"/>
          </a:p>
        </p:txBody>
      </p:sp>
      <p:pic>
        <p:nvPicPr>
          <p:cNvPr id="31" name="Gráfico 30">
            <a:extLst>
              <a:ext uri="{FF2B5EF4-FFF2-40B4-BE49-F238E27FC236}">
                <a16:creationId xmlns:a16="http://schemas.microsoft.com/office/drawing/2014/main" id="{C28FE2A7-9CDA-44EF-AE7C-DC54CC004898}"/>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06463" y="332974"/>
            <a:ext cx="1400054" cy="385200"/>
          </a:xfrm>
          <a:prstGeom prst="rect">
            <a:avLst/>
          </a:prstGeom>
        </p:spPr>
      </p:pic>
    </p:spTree>
    <p:extLst>
      <p:ext uri="{BB962C8B-B14F-4D97-AF65-F5344CB8AC3E}">
        <p14:creationId xmlns:p14="http://schemas.microsoft.com/office/powerpoint/2010/main" val="3900647337"/>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Collage">
    <p:spTree>
      <p:nvGrpSpPr>
        <p:cNvPr id="1" name=""/>
        <p:cNvGrpSpPr/>
        <p:nvPr/>
      </p:nvGrpSpPr>
      <p:grpSpPr>
        <a:xfrm>
          <a:off x="0" y="0"/>
          <a:ext cx="0" cy="0"/>
          <a:chOff x="0" y="0"/>
          <a:chExt cx="0" cy="0"/>
        </a:xfrm>
      </p:grpSpPr>
      <p:pic>
        <p:nvPicPr>
          <p:cNvPr id="8" name="Imagen 7">
            <a:extLst>
              <a:ext uri="{FF2B5EF4-FFF2-40B4-BE49-F238E27FC236}">
                <a16:creationId xmlns:a16="http://schemas.microsoft.com/office/drawing/2014/main" id="{BE9038AD-4F25-484C-9C95-556EBB4B8952}"/>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3" name="Marcador de número de diapositiva 2">
            <a:extLst>
              <a:ext uri="{FF2B5EF4-FFF2-40B4-BE49-F238E27FC236}">
                <a16:creationId xmlns:a16="http://schemas.microsoft.com/office/drawing/2014/main" id="{C28975C6-F89B-46A1-8ECE-1CE87E0387F8}"/>
              </a:ext>
            </a:extLst>
          </p:cNvPr>
          <p:cNvSpPr>
            <a:spLocks noGrp="1"/>
          </p:cNvSpPr>
          <p:nvPr>
            <p:ph type="sldNum" sz="quarter" idx="10"/>
          </p:nvPr>
        </p:nvSpPr>
        <p:spPr/>
        <p:txBody>
          <a:bodyPr/>
          <a:lstStyle/>
          <a:p>
            <a:fld id="{B005B2D1-880E-4846-A216-7D6770BA1332}" type="slidenum">
              <a:rPr lang="es-ES" smtClean="0"/>
              <a:pPr/>
              <a:t>‹Nº›</a:t>
            </a:fld>
            <a:endParaRPr lang="es-ES" dirty="0"/>
          </a:p>
        </p:txBody>
      </p:sp>
      <p:sp>
        <p:nvSpPr>
          <p:cNvPr id="5" name="CuadroTexto 4">
            <a:extLst>
              <a:ext uri="{FF2B5EF4-FFF2-40B4-BE49-F238E27FC236}">
                <a16:creationId xmlns:a16="http://schemas.microsoft.com/office/drawing/2014/main" id="{0486D824-9395-4AA4-A4E6-32321C8C2AC5}"/>
              </a:ext>
            </a:extLst>
          </p:cNvPr>
          <p:cNvSpPr txBox="1"/>
          <p:nvPr userDrawn="1"/>
        </p:nvSpPr>
        <p:spPr>
          <a:xfrm>
            <a:off x="81256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6" name="Rectángulo 5">
            <a:extLst>
              <a:ext uri="{FF2B5EF4-FFF2-40B4-BE49-F238E27FC236}">
                <a16:creationId xmlns:a16="http://schemas.microsoft.com/office/drawing/2014/main" id="{77A419E7-3AC3-4FD2-8114-8904F031B63C}"/>
              </a:ext>
            </a:extLst>
          </p:cNvPr>
          <p:cNvSpPr/>
          <p:nvPr userDrawn="1"/>
        </p:nvSpPr>
        <p:spPr>
          <a:xfrm>
            <a:off x="13723938"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9" name="Marcador de posición de imagen 7">
            <a:extLst>
              <a:ext uri="{FF2B5EF4-FFF2-40B4-BE49-F238E27FC236}">
                <a16:creationId xmlns:a16="http://schemas.microsoft.com/office/drawing/2014/main" id="{AAE88CC5-4677-4714-84F3-21D91E0FC00F}"/>
              </a:ext>
            </a:extLst>
          </p:cNvPr>
          <p:cNvSpPr>
            <a:spLocks noGrp="1"/>
          </p:cNvSpPr>
          <p:nvPr>
            <p:ph type="pic" sz="quarter" idx="27"/>
          </p:nvPr>
        </p:nvSpPr>
        <p:spPr>
          <a:xfrm>
            <a:off x="10514947" y="4114800"/>
            <a:ext cx="2400300" cy="2400300"/>
          </a:xfrm>
          <a:solidFill>
            <a:schemeClr val="bg1">
              <a:lumMod val="95000"/>
            </a:schemeClr>
          </a:solidFill>
          <a:ln w="12700">
            <a:solidFill>
              <a:srgbClr val="FF3228"/>
            </a:solidFill>
          </a:ln>
        </p:spPr>
        <p:txBody>
          <a:bodyPr/>
          <a:lstStyle/>
          <a:p>
            <a:endParaRPr lang="es-ES" dirty="0"/>
          </a:p>
        </p:txBody>
      </p:sp>
      <p:sp>
        <p:nvSpPr>
          <p:cNvPr id="10" name="Marcador de posición de imagen 7">
            <a:extLst>
              <a:ext uri="{FF2B5EF4-FFF2-40B4-BE49-F238E27FC236}">
                <a16:creationId xmlns:a16="http://schemas.microsoft.com/office/drawing/2014/main" id="{2B61235B-D928-4119-BD1E-B6FF4B4CF92A}"/>
              </a:ext>
            </a:extLst>
          </p:cNvPr>
          <p:cNvSpPr>
            <a:spLocks noGrp="1"/>
          </p:cNvSpPr>
          <p:nvPr>
            <p:ph type="pic" sz="quarter" idx="28"/>
          </p:nvPr>
        </p:nvSpPr>
        <p:spPr>
          <a:xfrm>
            <a:off x="4113074" y="4114800"/>
            <a:ext cx="3202126" cy="2400300"/>
          </a:xfrm>
          <a:solidFill>
            <a:schemeClr val="bg1">
              <a:lumMod val="95000"/>
            </a:schemeClr>
          </a:solidFill>
          <a:ln w="12700">
            <a:solidFill>
              <a:srgbClr val="FF3228"/>
            </a:solidFill>
          </a:ln>
        </p:spPr>
        <p:txBody>
          <a:bodyPr/>
          <a:lstStyle/>
          <a:p>
            <a:endParaRPr lang="es-ES" dirty="0"/>
          </a:p>
        </p:txBody>
      </p:sp>
      <p:sp>
        <p:nvSpPr>
          <p:cNvPr id="11" name="Marcador de posición de imagen 7">
            <a:extLst>
              <a:ext uri="{FF2B5EF4-FFF2-40B4-BE49-F238E27FC236}">
                <a16:creationId xmlns:a16="http://schemas.microsoft.com/office/drawing/2014/main" id="{B8938292-5682-4E13-BED5-423F843591F7}"/>
              </a:ext>
            </a:extLst>
          </p:cNvPr>
          <p:cNvSpPr>
            <a:spLocks noGrp="1"/>
          </p:cNvSpPr>
          <p:nvPr>
            <p:ph type="pic" sz="quarter" idx="29"/>
          </p:nvPr>
        </p:nvSpPr>
        <p:spPr>
          <a:xfrm>
            <a:off x="4903975" y="1714500"/>
            <a:ext cx="3202126" cy="2400300"/>
          </a:xfrm>
          <a:solidFill>
            <a:schemeClr val="bg1">
              <a:lumMod val="95000"/>
            </a:schemeClr>
          </a:solidFill>
          <a:ln w="12700">
            <a:solidFill>
              <a:srgbClr val="FF3228"/>
            </a:solidFill>
          </a:ln>
        </p:spPr>
        <p:txBody>
          <a:bodyPr/>
          <a:lstStyle/>
          <a:p>
            <a:endParaRPr lang="es-ES" dirty="0"/>
          </a:p>
        </p:txBody>
      </p:sp>
      <p:sp>
        <p:nvSpPr>
          <p:cNvPr id="12" name="Marcador de posición de imagen 7">
            <a:extLst>
              <a:ext uri="{FF2B5EF4-FFF2-40B4-BE49-F238E27FC236}">
                <a16:creationId xmlns:a16="http://schemas.microsoft.com/office/drawing/2014/main" id="{28DCFB5F-D0E2-4D64-9DCE-B4916B44634B}"/>
              </a:ext>
            </a:extLst>
          </p:cNvPr>
          <p:cNvSpPr>
            <a:spLocks noGrp="1"/>
          </p:cNvSpPr>
          <p:nvPr>
            <p:ph type="pic" sz="quarter" idx="30"/>
          </p:nvPr>
        </p:nvSpPr>
        <p:spPr>
          <a:xfrm>
            <a:off x="7312821" y="4913312"/>
            <a:ext cx="3202126" cy="2400300"/>
          </a:xfrm>
          <a:solidFill>
            <a:schemeClr val="bg1">
              <a:lumMod val="95000"/>
            </a:schemeClr>
          </a:solidFill>
          <a:ln w="12700">
            <a:solidFill>
              <a:srgbClr val="FF3228"/>
            </a:solidFill>
          </a:ln>
        </p:spPr>
        <p:txBody>
          <a:bodyPr/>
          <a:lstStyle/>
          <a:p>
            <a:endParaRPr lang="es-ES" dirty="0"/>
          </a:p>
        </p:txBody>
      </p:sp>
      <p:sp>
        <p:nvSpPr>
          <p:cNvPr id="13" name="Marcador de posición de imagen 7">
            <a:extLst>
              <a:ext uri="{FF2B5EF4-FFF2-40B4-BE49-F238E27FC236}">
                <a16:creationId xmlns:a16="http://schemas.microsoft.com/office/drawing/2014/main" id="{8DA2106E-067F-447B-B878-CE7CA1C20467}"/>
              </a:ext>
            </a:extLst>
          </p:cNvPr>
          <p:cNvSpPr>
            <a:spLocks noGrp="1"/>
          </p:cNvSpPr>
          <p:nvPr>
            <p:ph type="pic" sz="quarter" idx="31"/>
          </p:nvPr>
        </p:nvSpPr>
        <p:spPr>
          <a:xfrm>
            <a:off x="10514947" y="1714500"/>
            <a:ext cx="3202126" cy="2400300"/>
          </a:xfrm>
          <a:solidFill>
            <a:schemeClr val="bg1">
              <a:lumMod val="95000"/>
            </a:schemeClr>
          </a:solidFill>
          <a:ln w="12700">
            <a:solidFill>
              <a:srgbClr val="FF3228"/>
            </a:solidFill>
          </a:ln>
        </p:spPr>
        <p:txBody>
          <a:bodyPr/>
          <a:lstStyle/>
          <a:p>
            <a:endParaRPr lang="es-ES" dirty="0"/>
          </a:p>
        </p:txBody>
      </p:sp>
      <p:sp>
        <p:nvSpPr>
          <p:cNvPr id="14" name="Marcador de posición de imagen 7">
            <a:extLst>
              <a:ext uri="{FF2B5EF4-FFF2-40B4-BE49-F238E27FC236}">
                <a16:creationId xmlns:a16="http://schemas.microsoft.com/office/drawing/2014/main" id="{33664C4B-3043-462E-8507-E1E80D9C8494}"/>
              </a:ext>
            </a:extLst>
          </p:cNvPr>
          <p:cNvSpPr>
            <a:spLocks noGrp="1"/>
          </p:cNvSpPr>
          <p:nvPr>
            <p:ph type="pic" sz="quarter" idx="32"/>
          </p:nvPr>
        </p:nvSpPr>
        <p:spPr>
          <a:xfrm>
            <a:off x="8106101" y="915988"/>
            <a:ext cx="2411600" cy="3997324"/>
          </a:xfrm>
          <a:solidFill>
            <a:schemeClr val="bg1">
              <a:lumMod val="95000"/>
            </a:schemeClr>
          </a:solidFill>
          <a:ln w="12700">
            <a:solidFill>
              <a:srgbClr val="FF3228"/>
            </a:solidFill>
          </a:ln>
        </p:spPr>
        <p:txBody>
          <a:bodyPr/>
          <a:lstStyle/>
          <a:p>
            <a:endParaRPr lang="es-ES" dirty="0"/>
          </a:p>
        </p:txBody>
      </p:sp>
      <p:sp>
        <p:nvSpPr>
          <p:cNvPr id="15" name="Marcador de posición de imagen 7">
            <a:extLst>
              <a:ext uri="{FF2B5EF4-FFF2-40B4-BE49-F238E27FC236}">
                <a16:creationId xmlns:a16="http://schemas.microsoft.com/office/drawing/2014/main" id="{343CE43E-28E9-477C-A5E5-C851AD230074}"/>
              </a:ext>
            </a:extLst>
          </p:cNvPr>
          <p:cNvSpPr>
            <a:spLocks noGrp="1"/>
          </p:cNvSpPr>
          <p:nvPr>
            <p:ph type="pic" sz="quarter" idx="33"/>
          </p:nvPr>
        </p:nvSpPr>
        <p:spPr>
          <a:xfrm>
            <a:off x="1702785" y="1714500"/>
            <a:ext cx="2411600" cy="3997324"/>
          </a:xfrm>
          <a:solidFill>
            <a:schemeClr val="bg1">
              <a:lumMod val="95000"/>
            </a:schemeClr>
          </a:solidFill>
          <a:ln w="12700">
            <a:solidFill>
              <a:srgbClr val="FF3228"/>
            </a:solidFill>
          </a:ln>
        </p:spPr>
        <p:txBody>
          <a:bodyPr/>
          <a:lstStyle/>
          <a:p>
            <a:endParaRPr lang="es-ES" dirty="0"/>
          </a:p>
        </p:txBody>
      </p:sp>
      <p:pic>
        <p:nvPicPr>
          <p:cNvPr id="16" name="Gráfico 15">
            <a:extLst>
              <a:ext uri="{FF2B5EF4-FFF2-40B4-BE49-F238E27FC236}">
                <a16:creationId xmlns:a16="http://schemas.microsoft.com/office/drawing/2014/main" id="{5B12E5B8-D748-4E62-BC7E-C6BC70F186CE}"/>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06463" y="332974"/>
            <a:ext cx="1400054" cy="385200"/>
          </a:xfrm>
          <a:prstGeom prst="rect">
            <a:avLst/>
          </a:prstGeom>
        </p:spPr>
      </p:pic>
    </p:spTree>
    <p:extLst>
      <p:ext uri="{BB962C8B-B14F-4D97-AF65-F5344CB8AC3E}">
        <p14:creationId xmlns:p14="http://schemas.microsoft.com/office/powerpoint/2010/main" val="3728003659"/>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Imagen columnas">
    <p:spTree>
      <p:nvGrpSpPr>
        <p:cNvPr id="1" name=""/>
        <p:cNvGrpSpPr/>
        <p:nvPr/>
      </p:nvGrpSpPr>
      <p:grpSpPr>
        <a:xfrm>
          <a:off x="0" y="0"/>
          <a:ext cx="0" cy="0"/>
          <a:chOff x="0" y="0"/>
          <a:chExt cx="0" cy="0"/>
        </a:xfrm>
      </p:grpSpPr>
      <p:pic>
        <p:nvPicPr>
          <p:cNvPr id="4" name="Imagen 3">
            <a:extLst>
              <a:ext uri="{FF2B5EF4-FFF2-40B4-BE49-F238E27FC236}">
                <a16:creationId xmlns:a16="http://schemas.microsoft.com/office/drawing/2014/main" id="{03E83959-CC60-4784-8801-76D3F62B8AC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12" name="Marcador de texto 17">
            <a:extLst>
              <a:ext uri="{FF2B5EF4-FFF2-40B4-BE49-F238E27FC236}">
                <a16:creationId xmlns:a16="http://schemas.microsoft.com/office/drawing/2014/main" id="{DA10493C-84F1-4EEE-AC24-47D0D50A0782}"/>
              </a:ext>
            </a:extLst>
          </p:cNvPr>
          <p:cNvSpPr>
            <a:spLocks noGrp="1"/>
          </p:cNvSpPr>
          <p:nvPr>
            <p:ph type="body" sz="quarter" idx="20" hasCustomPrompt="1"/>
          </p:nvPr>
        </p:nvSpPr>
        <p:spPr>
          <a:xfrm>
            <a:off x="906463" y="6796000"/>
            <a:ext cx="2424638" cy="373062"/>
          </a:xfrm>
        </p:spPr>
        <p:txBody>
          <a:bodyPr lIns="0">
            <a:noAutofit/>
          </a:bodyPr>
          <a:lstStyle>
            <a:lvl1pPr marL="0" indent="0">
              <a:lnSpc>
                <a:spcPts val="1700"/>
              </a:lnSpc>
              <a:spcBef>
                <a:spcPts val="900"/>
              </a:spcBef>
              <a:buNone/>
              <a:defRPr sz="2200" b="1">
                <a:solidFill>
                  <a:srgbClr val="1E1E1E"/>
                </a:solidFill>
              </a:defRPr>
            </a:lvl1pPr>
          </a:lstStyle>
          <a:p>
            <a:pPr lvl="0"/>
            <a:r>
              <a:rPr lang="es-ES" dirty="0" err="1"/>
              <a:t>Lorem</a:t>
            </a:r>
            <a:endParaRPr lang="es-ES" dirty="0"/>
          </a:p>
        </p:txBody>
      </p:sp>
      <p:sp>
        <p:nvSpPr>
          <p:cNvPr id="19" name="Marcador de posición de imagen 7">
            <a:extLst>
              <a:ext uri="{FF2B5EF4-FFF2-40B4-BE49-F238E27FC236}">
                <a16:creationId xmlns:a16="http://schemas.microsoft.com/office/drawing/2014/main" id="{3780FA98-8A2D-4AB0-BCB7-3AF138C66FF0}"/>
              </a:ext>
            </a:extLst>
          </p:cNvPr>
          <p:cNvSpPr>
            <a:spLocks noGrp="1"/>
          </p:cNvSpPr>
          <p:nvPr>
            <p:ph type="pic" sz="quarter" idx="13"/>
          </p:nvPr>
        </p:nvSpPr>
        <p:spPr>
          <a:xfrm>
            <a:off x="915809" y="3311789"/>
            <a:ext cx="2400300" cy="3200400"/>
          </a:xfrm>
          <a:solidFill>
            <a:schemeClr val="bg1">
              <a:lumMod val="95000"/>
            </a:schemeClr>
          </a:solidFill>
          <a:ln w="12700">
            <a:solidFill>
              <a:srgbClr val="FF3228"/>
            </a:solidFill>
          </a:ln>
        </p:spPr>
        <p:txBody>
          <a:bodyPr/>
          <a:lstStyle/>
          <a:p>
            <a:endParaRPr lang="es-ES" dirty="0"/>
          </a:p>
        </p:txBody>
      </p:sp>
      <p:sp>
        <p:nvSpPr>
          <p:cNvPr id="27" name="Marcador de posición de imagen 7">
            <a:extLst>
              <a:ext uri="{FF2B5EF4-FFF2-40B4-BE49-F238E27FC236}">
                <a16:creationId xmlns:a16="http://schemas.microsoft.com/office/drawing/2014/main" id="{9B7EE6F7-5DD1-4328-A105-7EE021AF7520}"/>
              </a:ext>
            </a:extLst>
          </p:cNvPr>
          <p:cNvSpPr>
            <a:spLocks noGrp="1"/>
          </p:cNvSpPr>
          <p:nvPr>
            <p:ph type="pic" sz="quarter" idx="30"/>
          </p:nvPr>
        </p:nvSpPr>
        <p:spPr>
          <a:xfrm>
            <a:off x="4115253" y="3311789"/>
            <a:ext cx="2400300" cy="3200400"/>
          </a:xfrm>
          <a:solidFill>
            <a:schemeClr val="bg1">
              <a:lumMod val="95000"/>
            </a:schemeClr>
          </a:solidFill>
          <a:ln w="12700">
            <a:solidFill>
              <a:srgbClr val="FF3228"/>
            </a:solidFill>
          </a:ln>
        </p:spPr>
        <p:txBody>
          <a:bodyPr/>
          <a:lstStyle/>
          <a:p>
            <a:endParaRPr lang="es-ES" dirty="0"/>
          </a:p>
        </p:txBody>
      </p:sp>
      <p:sp>
        <p:nvSpPr>
          <p:cNvPr id="28" name="Marcador de texto 17">
            <a:extLst>
              <a:ext uri="{FF2B5EF4-FFF2-40B4-BE49-F238E27FC236}">
                <a16:creationId xmlns:a16="http://schemas.microsoft.com/office/drawing/2014/main" id="{4A82BA9A-73BC-4751-94CD-B4947A2EC9D8}"/>
              </a:ext>
            </a:extLst>
          </p:cNvPr>
          <p:cNvSpPr>
            <a:spLocks noGrp="1"/>
          </p:cNvSpPr>
          <p:nvPr>
            <p:ph type="body" sz="quarter" idx="31" hasCustomPrompt="1"/>
          </p:nvPr>
        </p:nvSpPr>
        <p:spPr>
          <a:xfrm>
            <a:off x="4110081" y="6796000"/>
            <a:ext cx="2424638" cy="373062"/>
          </a:xfrm>
        </p:spPr>
        <p:txBody>
          <a:bodyPr lIns="0">
            <a:noAutofit/>
          </a:bodyPr>
          <a:lstStyle>
            <a:lvl1pPr marL="0" indent="0">
              <a:lnSpc>
                <a:spcPts val="1700"/>
              </a:lnSpc>
              <a:spcBef>
                <a:spcPts val="900"/>
              </a:spcBef>
              <a:buNone/>
              <a:defRPr sz="2200" b="1">
                <a:solidFill>
                  <a:srgbClr val="1E1E1E"/>
                </a:solidFill>
              </a:defRPr>
            </a:lvl1pPr>
          </a:lstStyle>
          <a:p>
            <a:pPr lvl="0"/>
            <a:r>
              <a:rPr lang="es-ES" dirty="0" err="1"/>
              <a:t>Lorem</a:t>
            </a:r>
            <a:endParaRPr lang="es-ES" dirty="0"/>
          </a:p>
        </p:txBody>
      </p:sp>
      <p:sp>
        <p:nvSpPr>
          <p:cNvPr id="29" name="Marcador de texto 17">
            <a:extLst>
              <a:ext uri="{FF2B5EF4-FFF2-40B4-BE49-F238E27FC236}">
                <a16:creationId xmlns:a16="http://schemas.microsoft.com/office/drawing/2014/main" id="{33529615-CAB1-40F7-910D-B5988DA2A4FD}"/>
              </a:ext>
            </a:extLst>
          </p:cNvPr>
          <p:cNvSpPr>
            <a:spLocks noGrp="1"/>
          </p:cNvSpPr>
          <p:nvPr>
            <p:ph type="body" sz="quarter" idx="32" hasCustomPrompt="1"/>
          </p:nvPr>
        </p:nvSpPr>
        <p:spPr>
          <a:xfrm>
            <a:off x="7313699" y="6796000"/>
            <a:ext cx="2424638" cy="373062"/>
          </a:xfrm>
        </p:spPr>
        <p:txBody>
          <a:bodyPr lIns="0">
            <a:noAutofit/>
          </a:bodyPr>
          <a:lstStyle>
            <a:lvl1pPr marL="0" indent="0">
              <a:lnSpc>
                <a:spcPts val="1700"/>
              </a:lnSpc>
              <a:spcBef>
                <a:spcPts val="900"/>
              </a:spcBef>
              <a:buNone/>
              <a:defRPr sz="2200" b="1">
                <a:solidFill>
                  <a:srgbClr val="1E1E1E"/>
                </a:solidFill>
              </a:defRPr>
            </a:lvl1pPr>
          </a:lstStyle>
          <a:p>
            <a:pPr lvl="0"/>
            <a:r>
              <a:rPr lang="es-ES" dirty="0" err="1"/>
              <a:t>Lorem</a:t>
            </a:r>
            <a:endParaRPr lang="es-ES" dirty="0"/>
          </a:p>
        </p:txBody>
      </p:sp>
      <p:sp>
        <p:nvSpPr>
          <p:cNvPr id="30" name="Marcador de texto 17">
            <a:extLst>
              <a:ext uri="{FF2B5EF4-FFF2-40B4-BE49-F238E27FC236}">
                <a16:creationId xmlns:a16="http://schemas.microsoft.com/office/drawing/2014/main" id="{531B6A6B-EDF3-44B1-B8FD-71880D1D4A09}"/>
              </a:ext>
            </a:extLst>
          </p:cNvPr>
          <p:cNvSpPr>
            <a:spLocks noGrp="1"/>
          </p:cNvSpPr>
          <p:nvPr>
            <p:ph type="body" sz="quarter" idx="33" hasCustomPrompt="1"/>
          </p:nvPr>
        </p:nvSpPr>
        <p:spPr>
          <a:xfrm>
            <a:off x="10517317" y="6796000"/>
            <a:ext cx="2424638" cy="373062"/>
          </a:xfrm>
        </p:spPr>
        <p:txBody>
          <a:bodyPr lIns="0">
            <a:noAutofit/>
          </a:bodyPr>
          <a:lstStyle>
            <a:lvl1pPr marL="0" indent="0">
              <a:lnSpc>
                <a:spcPts val="1700"/>
              </a:lnSpc>
              <a:spcBef>
                <a:spcPts val="900"/>
              </a:spcBef>
              <a:buNone/>
              <a:defRPr sz="2200" b="1">
                <a:solidFill>
                  <a:srgbClr val="1E1E1E"/>
                </a:solidFill>
              </a:defRPr>
            </a:lvl1pPr>
          </a:lstStyle>
          <a:p>
            <a:pPr lvl="0"/>
            <a:r>
              <a:rPr lang="es-ES" dirty="0" err="1"/>
              <a:t>Lorem</a:t>
            </a:r>
            <a:endParaRPr lang="es-ES" dirty="0"/>
          </a:p>
        </p:txBody>
      </p:sp>
      <p:sp>
        <p:nvSpPr>
          <p:cNvPr id="31" name="Marcador de posición de imagen 7">
            <a:extLst>
              <a:ext uri="{FF2B5EF4-FFF2-40B4-BE49-F238E27FC236}">
                <a16:creationId xmlns:a16="http://schemas.microsoft.com/office/drawing/2014/main" id="{ECAD0CE9-C014-473B-B81E-D00278C0EDA4}"/>
              </a:ext>
            </a:extLst>
          </p:cNvPr>
          <p:cNvSpPr>
            <a:spLocks noGrp="1"/>
          </p:cNvSpPr>
          <p:nvPr>
            <p:ph type="pic" sz="quarter" idx="34"/>
          </p:nvPr>
        </p:nvSpPr>
        <p:spPr>
          <a:xfrm>
            <a:off x="10514142" y="3311789"/>
            <a:ext cx="2400300" cy="3200400"/>
          </a:xfrm>
          <a:solidFill>
            <a:schemeClr val="bg1">
              <a:lumMod val="95000"/>
            </a:schemeClr>
          </a:solidFill>
          <a:ln w="12700">
            <a:solidFill>
              <a:srgbClr val="FF3228"/>
            </a:solidFill>
          </a:ln>
        </p:spPr>
        <p:txBody>
          <a:bodyPr/>
          <a:lstStyle/>
          <a:p>
            <a:endParaRPr lang="es-ES" dirty="0"/>
          </a:p>
        </p:txBody>
      </p:sp>
      <p:sp>
        <p:nvSpPr>
          <p:cNvPr id="32" name="Marcador de posición de imagen 7">
            <a:extLst>
              <a:ext uri="{FF2B5EF4-FFF2-40B4-BE49-F238E27FC236}">
                <a16:creationId xmlns:a16="http://schemas.microsoft.com/office/drawing/2014/main" id="{72034AD0-67BB-4325-86C0-147FA927D81D}"/>
              </a:ext>
            </a:extLst>
          </p:cNvPr>
          <p:cNvSpPr>
            <a:spLocks noGrp="1"/>
          </p:cNvSpPr>
          <p:nvPr>
            <p:ph type="pic" sz="quarter" idx="35"/>
          </p:nvPr>
        </p:nvSpPr>
        <p:spPr>
          <a:xfrm>
            <a:off x="7314697" y="3311789"/>
            <a:ext cx="2400300" cy="3200400"/>
          </a:xfrm>
          <a:solidFill>
            <a:schemeClr val="bg1">
              <a:lumMod val="95000"/>
            </a:schemeClr>
          </a:solidFill>
          <a:ln w="12700">
            <a:solidFill>
              <a:srgbClr val="FF3228"/>
            </a:solidFill>
          </a:ln>
        </p:spPr>
        <p:txBody>
          <a:bodyPr/>
          <a:lstStyle/>
          <a:p>
            <a:endParaRPr lang="es-ES" dirty="0"/>
          </a:p>
        </p:txBody>
      </p:sp>
      <p:sp>
        <p:nvSpPr>
          <p:cNvPr id="33" name="Título 11">
            <a:extLst>
              <a:ext uri="{FF2B5EF4-FFF2-40B4-BE49-F238E27FC236}">
                <a16:creationId xmlns:a16="http://schemas.microsoft.com/office/drawing/2014/main" id="{D69F669D-28FA-4B0C-BB9C-7D685998EDE7}"/>
              </a:ext>
            </a:extLst>
          </p:cNvPr>
          <p:cNvSpPr>
            <a:spLocks noGrp="1"/>
          </p:cNvSpPr>
          <p:nvPr>
            <p:ph type="title" hasCustomPrompt="1"/>
          </p:nvPr>
        </p:nvSpPr>
        <p:spPr>
          <a:xfrm>
            <a:off x="906464" y="1694833"/>
            <a:ext cx="4240890" cy="625828"/>
          </a:xfrm>
        </p:spPr>
        <p:txBody>
          <a:bodyPr lIns="0">
            <a:noAutofit/>
          </a:bodyPr>
          <a:lstStyle>
            <a:lvl1pPr>
              <a:defRPr sz="4600"/>
            </a:lvl1pPr>
          </a:lstStyle>
          <a:p>
            <a:r>
              <a:rPr lang="es-ES" dirty="0" err="1"/>
              <a:t>Lorem</a:t>
            </a:r>
            <a:r>
              <a:rPr lang="es-ES" dirty="0"/>
              <a:t> </a:t>
            </a:r>
            <a:r>
              <a:rPr lang="es-ES" dirty="0" err="1"/>
              <a:t>ipsum</a:t>
            </a:r>
            <a:r>
              <a:rPr lang="es-ES" dirty="0"/>
              <a:t> dolor </a:t>
            </a:r>
            <a:r>
              <a:rPr lang="es-ES" dirty="0" err="1"/>
              <a:t>sit</a:t>
            </a:r>
            <a:endParaRPr lang="es-ES" dirty="0"/>
          </a:p>
        </p:txBody>
      </p:sp>
      <p:sp>
        <p:nvSpPr>
          <p:cNvPr id="16" name="Marcador de número de diapositiva 2">
            <a:extLst>
              <a:ext uri="{FF2B5EF4-FFF2-40B4-BE49-F238E27FC236}">
                <a16:creationId xmlns:a16="http://schemas.microsoft.com/office/drawing/2014/main" id="{E500FB5D-351F-4575-B7EF-810D1F51C889}"/>
              </a:ext>
            </a:extLst>
          </p:cNvPr>
          <p:cNvSpPr>
            <a:spLocks noGrp="1"/>
          </p:cNvSpPr>
          <p:nvPr>
            <p:ph type="sldNum" sz="quarter" idx="10"/>
          </p:nvPr>
        </p:nvSpPr>
        <p:spPr>
          <a:xfrm>
            <a:off x="7000489" y="7763089"/>
            <a:ext cx="629422" cy="395242"/>
          </a:xfrm>
        </p:spPr>
        <p:txBody>
          <a:bodyPr/>
          <a:lstStyle/>
          <a:p>
            <a:fld id="{B005B2D1-880E-4846-A216-7D6770BA1332}" type="slidenum">
              <a:rPr lang="es-ES" smtClean="0"/>
              <a:pPr/>
              <a:t>‹Nº›</a:t>
            </a:fld>
            <a:endParaRPr lang="es-ES" dirty="0"/>
          </a:p>
        </p:txBody>
      </p:sp>
      <p:sp>
        <p:nvSpPr>
          <p:cNvPr id="17" name="CuadroTexto 16">
            <a:extLst>
              <a:ext uri="{FF2B5EF4-FFF2-40B4-BE49-F238E27FC236}">
                <a16:creationId xmlns:a16="http://schemas.microsoft.com/office/drawing/2014/main" id="{613F3599-100D-4EDE-B625-2E2870DC607E}"/>
              </a:ext>
            </a:extLst>
          </p:cNvPr>
          <p:cNvSpPr txBox="1"/>
          <p:nvPr userDrawn="1"/>
        </p:nvSpPr>
        <p:spPr>
          <a:xfrm>
            <a:off x="81256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18" name="Rectángulo 17">
            <a:extLst>
              <a:ext uri="{FF2B5EF4-FFF2-40B4-BE49-F238E27FC236}">
                <a16:creationId xmlns:a16="http://schemas.microsoft.com/office/drawing/2014/main" id="{48FE9D57-2BEB-4433-B31D-D8E3AE3E3FAE}"/>
              </a:ext>
            </a:extLst>
          </p:cNvPr>
          <p:cNvSpPr/>
          <p:nvPr userDrawn="1"/>
        </p:nvSpPr>
        <p:spPr>
          <a:xfrm>
            <a:off x="13723938"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22" name="Gráfico 21">
            <a:extLst>
              <a:ext uri="{FF2B5EF4-FFF2-40B4-BE49-F238E27FC236}">
                <a16:creationId xmlns:a16="http://schemas.microsoft.com/office/drawing/2014/main" id="{42EB7D3F-F701-4629-95CA-4222EB228283}"/>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06463" y="332974"/>
            <a:ext cx="1400054" cy="385200"/>
          </a:xfrm>
          <a:prstGeom prst="rect">
            <a:avLst/>
          </a:prstGeom>
        </p:spPr>
      </p:pic>
    </p:spTree>
    <p:extLst>
      <p:ext uri="{BB962C8B-B14F-4D97-AF65-F5344CB8AC3E}">
        <p14:creationId xmlns:p14="http://schemas.microsoft.com/office/powerpoint/2010/main" val="3616513542"/>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Mapa">
    <p:spTree>
      <p:nvGrpSpPr>
        <p:cNvPr id="1" name=""/>
        <p:cNvGrpSpPr/>
        <p:nvPr/>
      </p:nvGrpSpPr>
      <p:grpSpPr>
        <a:xfrm>
          <a:off x="0" y="0"/>
          <a:ext cx="0" cy="0"/>
          <a:chOff x="0" y="0"/>
          <a:chExt cx="0" cy="0"/>
        </a:xfrm>
      </p:grpSpPr>
      <p:pic>
        <p:nvPicPr>
          <p:cNvPr id="6" name="Imagen 5">
            <a:extLst>
              <a:ext uri="{FF2B5EF4-FFF2-40B4-BE49-F238E27FC236}">
                <a16:creationId xmlns:a16="http://schemas.microsoft.com/office/drawing/2014/main" id="{1EDAE9AC-0B11-4609-A9F3-836E7EDB8CF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21" name="Título 11">
            <a:extLst>
              <a:ext uri="{FF2B5EF4-FFF2-40B4-BE49-F238E27FC236}">
                <a16:creationId xmlns:a16="http://schemas.microsoft.com/office/drawing/2014/main" id="{C35EAEC0-F4A2-4FAD-BDFC-45B79A41E2C5}"/>
              </a:ext>
            </a:extLst>
          </p:cNvPr>
          <p:cNvSpPr>
            <a:spLocks noGrp="1"/>
          </p:cNvSpPr>
          <p:nvPr>
            <p:ph type="title" hasCustomPrompt="1"/>
          </p:nvPr>
        </p:nvSpPr>
        <p:spPr>
          <a:xfrm>
            <a:off x="906463" y="1552503"/>
            <a:ext cx="4811360" cy="1017545"/>
          </a:xfrm>
        </p:spPr>
        <p:txBody>
          <a:bodyPr lIns="0" anchor="t">
            <a:noAutofit/>
          </a:bodyPr>
          <a:lstStyle>
            <a:lvl1pPr>
              <a:defRPr sz="3600"/>
            </a:lvl1pPr>
          </a:lstStyle>
          <a:p>
            <a:r>
              <a:rPr lang="es-ES" dirty="0" err="1"/>
              <a:t>Lorem</a:t>
            </a:r>
            <a:r>
              <a:rPr lang="es-ES" dirty="0"/>
              <a:t> </a:t>
            </a:r>
            <a:r>
              <a:rPr lang="es-ES" dirty="0" err="1"/>
              <a:t>Ipsum</a:t>
            </a:r>
            <a:r>
              <a:rPr lang="es-ES" dirty="0"/>
              <a:t>,</a:t>
            </a:r>
            <a:br>
              <a:rPr lang="es-ES" dirty="0"/>
            </a:br>
            <a:r>
              <a:rPr lang="es-ES" dirty="0"/>
              <a:t>dolor </a:t>
            </a:r>
            <a:r>
              <a:rPr lang="es-ES" dirty="0" err="1"/>
              <a:t>est</a:t>
            </a:r>
            <a:endParaRPr lang="es-ES" dirty="0"/>
          </a:p>
        </p:txBody>
      </p:sp>
      <p:sp>
        <p:nvSpPr>
          <p:cNvPr id="24" name="Marcador de texto 17">
            <a:extLst>
              <a:ext uri="{FF2B5EF4-FFF2-40B4-BE49-F238E27FC236}">
                <a16:creationId xmlns:a16="http://schemas.microsoft.com/office/drawing/2014/main" id="{52C19EA0-FEE8-45CC-9FD5-DFBD52A41016}"/>
              </a:ext>
            </a:extLst>
          </p:cNvPr>
          <p:cNvSpPr>
            <a:spLocks noGrp="1"/>
          </p:cNvSpPr>
          <p:nvPr>
            <p:ph type="body" sz="quarter" idx="25" hasCustomPrompt="1"/>
          </p:nvPr>
        </p:nvSpPr>
        <p:spPr>
          <a:xfrm>
            <a:off x="3216985" y="3695700"/>
            <a:ext cx="2424638" cy="493526"/>
          </a:xfrm>
        </p:spPr>
        <p:txBody>
          <a:bodyPr lIns="0">
            <a:noAutofit/>
          </a:bodyPr>
          <a:lstStyle>
            <a:lvl1pPr marL="171450" indent="-171450">
              <a:lnSpc>
                <a:spcPct val="100000"/>
              </a:lnSpc>
              <a:spcBef>
                <a:spcPts val="0"/>
              </a:spcBef>
              <a:buFont typeface="Wingdings" panose="05000000000000000000" pitchFamily="2" charset="2"/>
              <a:buChar char="§"/>
              <a:defRPr sz="1050" b="0">
                <a:solidFill>
                  <a:srgbClr val="7D7878"/>
                </a:solidFill>
              </a:defRPr>
            </a:lvl1pPr>
          </a:lstStyle>
          <a:p>
            <a:pPr lvl="0"/>
            <a:r>
              <a:rPr lang="es-ES" dirty="0"/>
              <a:t>Campus </a:t>
            </a:r>
            <a:r>
              <a:rPr lang="es-ES" dirty="0" err="1"/>
              <a:t>Villaciciosa</a:t>
            </a:r>
            <a:r>
              <a:rPr lang="es-ES" dirty="0"/>
              <a:t> de Odón</a:t>
            </a:r>
          </a:p>
          <a:p>
            <a:pPr lvl="0"/>
            <a:r>
              <a:rPr lang="es-ES" dirty="0"/>
              <a:t>Campus </a:t>
            </a:r>
            <a:r>
              <a:rPr lang="es-ES" dirty="0" err="1"/>
              <a:t>Lorem</a:t>
            </a:r>
            <a:r>
              <a:rPr lang="es-ES" dirty="0"/>
              <a:t> </a:t>
            </a:r>
            <a:r>
              <a:rPr lang="es-ES" dirty="0" err="1"/>
              <a:t>Ipsum</a:t>
            </a:r>
            <a:endParaRPr lang="es-ES" dirty="0"/>
          </a:p>
        </p:txBody>
      </p:sp>
      <p:sp>
        <p:nvSpPr>
          <p:cNvPr id="31" name="Marcador de texto 17">
            <a:extLst>
              <a:ext uri="{FF2B5EF4-FFF2-40B4-BE49-F238E27FC236}">
                <a16:creationId xmlns:a16="http://schemas.microsoft.com/office/drawing/2014/main" id="{E91D8595-2E68-4BF7-8A44-C2F3954E16CB}"/>
              </a:ext>
            </a:extLst>
          </p:cNvPr>
          <p:cNvSpPr>
            <a:spLocks noGrp="1"/>
          </p:cNvSpPr>
          <p:nvPr>
            <p:ph type="body" sz="quarter" idx="26" hasCustomPrompt="1"/>
          </p:nvPr>
        </p:nvSpPr>
        <p:spPr>
          <a:xfrm>
            <a:off x="2844669" y="3469818"/>
            <a:ext cx="2949354" cy="225882"/>
          </a:xfrm>
        </p:spPr>
        <p:txBody>
          <a:bodyPr lIns="0">
            <a:noAutofit/>
          </a:bodyPr>
          <a:lstStyle>
            <a:lvl1pPr marL="0" indent="0">
              <a:lnSpc>
                <a:spcPts val="1700"/>
              </a:lnSpc>
              <a:spcBef>
                <a:spcPts val="900"/>
              </a:spcBef>
              <a:buNone/>
              <a:defRPr sz="1400" b="1">
                <a:solidFill>
                  <a:srgbClr val="504B4B"/>
                </a:solidFill>
              </a:defRPr>
            </a:lvl1pPr>
          </a:lstStyle>
          <a:p>
            <a:pPr lvl="0"/>
            <a:r>
              <a:rPr lang="es-ES" dirty="0"/>
              <a:t>Universidad </a:t>
            </a:r>
            <a:r>
              <a:rPr lang="es-ES" dirty="0" err="1"/>
              <a:t>Euripea</a:t>
            </a:r>
            <a:r>
              <a:rPr lang="es-ES" dirty="0"/>
              <a:t> de Madrid</a:t>
            </a:r>
          </a:p>
        </p:txBody>
      </p:sp>
      <p:sp>
        <p:nvSpPr>
          <p:cNvPr id="2" name="Marcador de número de diapositiva 1">
            <a:extLst>
              <a:ext uri="{FF2B5EF4-FFF2-40B4-BE49-F238E27FC236}">
                <a16:creationId xmlns:a16="http://schemas.microsoft.com/office/drawing/2014/main" id="{0F56DA75-FAAD-482B-9A3D-89FD62DA8BC6}"/>
              </a:ext>
            </a:extLst>
          </p:cNvPr>
          <p:cNvSpPr>
            <a:spLocks noGrp="1"/>
          </p:cNvSpPr>
          <p:nvPr>
            <p:ph type="sldNum" sz="quarter" idx="27"/>
          </p:nvPr>
        </p:nvSpPr>
        <p:spPr/>
        <p:txBody>
          <a:bodyPr/>
          <a:lstStyle/>
          <a:p>
            <a:fld id="{B005B2D1-880E-4846-A216-7D6770BA1332}" type="slidenum">
              <a:rPr lang="es-ES" smtClean="0"/>
              <a:pPr/>
              <a:t>‹Nº›</a:t>
            </a:fld>
            <a:endParaRPr lang="es-ES" dirty="0"/>
          </a:p>
        </p:txBody>
      </p:sp>
      <p:sp>
        <p:nvSpPr>
          <p:cNvPr id="15" name="CuadroTexto 14">
            <a:extLst>
              <a:ext uri="{FF2B5EF4-FFF2-40B4-BE49-F238E27FC236}">
                <a16:creationId xmlns:a16="http://schemas.microsoft.com/office/drawing/2014/main" id="{043A20FD-3088-4C08-A896-40C73FCB5BA3}"/>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1E1E1E"/>
                </a:solidFill>
                <a:latin typeface="Century Gothic" panose="020B0502020202020204" pitchFamily="34" charset="0"/>
              </a:rPr>
              <a:t>© Copyright Universidad Europea. Todos los derechos reservados</a:t>
            </a:r>
            <a:endParaRPr lang="es-ES" dirty="0">
              <a:solidFill>
                <a:srgbClr val="1E1E1E"/>
              </a:solidFill>
            </a:endParaRPr>
          </a:p>
        </p:txBody>
      </p:sp>
      <p:pic>
        <p:nvPicPr>
          <p:cNvPr id="10" name="Gráfico 9">
            <a:extLst>
              <a:ext uri="{FF2B5EF4-FFF2-40B4-BE49-F238E27FC236}">
                <a16:creationId xmlns:a16="http://schemas.microsoft.com/office/drawing/2014/main" id="{629E4406-5AB3-40E1-AE60-3E9D5E3BE02C}"/>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12323884" y="7585901"/>
            <a:ext cx="1400054" cy="385200"/>
          </a:xfrm>
          <a:prstGeom prst="rect">
            <a:avLst/>
          </a:prstGeom>
        </p:spPr>
      </p:pic>
      <p:sp>
        <p:nvSpPr>
          <p:cNvPr id="11" name="Rectángulo 10">
            <a:extLst>
              <a:ext uri="{FF2B5EF4-FFF2-40B4-BE49-F238E27FC236}">
                <a16:creationId xmlns:a16="http://schemas.microsoft.com/office/drawing/2014/main" id="{1271302C-5883-42E5-890D-1DFC7529C145}"/>
              </a:ext>
            </a:extLst>
          </p:cNvPr>
          <p:cNvSpPr/>
          <p:nvPr userDrawn="1"/>
        </p:nvSpPr>
        <p:spPr>
          <a:xfrm>
            <a:off x="524442" y="332974"/>
            <a:ext cx="384969" cy="384969"/>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3715221390"/>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Video 01">
    <p:spTree>
      <p:nvGrpSpPr>
        <p:cNvPr id="1" name=""/>
        <p:cNvGrpSpPr/>
        <p:nvPr/>
      </p:nvGrpSpPr>
      <p:grpSpPr>
        <a:xfrm>
          <a:off x="0" y="0"/>
          <a:ext cx="0" cy="0"/>
          <a:chOff x="0" y="0"/>
          <a:chExt cx="0" cy="0"/>
        </a:xfrm>
      </p:grpSpPr>
      <p:pic>
        <p:nvPicPr>
          <p:cNvPr id="22" name="Imagen 21">
            <a:extLst>
              <a:ext uri="{FF2B5EF4-FFF2-40B4-BE49-F238E27FC236}">
                <a16:creationId xmlns:a16="http://schemas.microsoft.com/office/drawing/2014/main" id="{AC068F99-764F-424E-8024-130EAA167B69}"/>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12" name="CuadroTexto 11">
            <a:extLst>
              <a:ext uri="{FF2B5EF4-FFF2-40B4-BE49-F238E27FC236}">
                <a16:creationId xmlns:a16="http://schemas.microsoft.com/office/drawing/2014/main" id="{EFB1D499-716A-4201-8286-436D35BCDF83}"/>
              </a:ext>
            </a:extLst>
          </p:cNvPr>
          <p:cNvSpPr txBox="1"/>
          <p:nvPr userDrawn="1"/>
        </p:nvSpPr>
        <p:spPr>
          <a:xfrm>
            <a:off x="81256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13" name="Marcador de texto 17">
            <a:extLst>
              <a:ext uri="{FF2B5EF4-FFF2-40B4-BE49-F238E27FC236}">
                <a16:creationId xmlns:a16="http://schemas.microsoft.com/office/drawing/2014/main" id="{A78FCA1D-CCE6-4157-8F93-C7B67280B1C3}"/>
              </a:ext>
            </a:extLst>
          </p:cNvPr>
          <p:cNvSpPr>
            <a:spLocks noGrp="1"/>
          </p:cNvSpPr>
          <p:nvPr>
            <p:ph type="body" sz="quarter" idx="15" hasCustomPrompt="1"/>
          </p:nvPr>
        </p:nvSpPr>
        <p:spPr>
          <a:xfrm>
            <a:off x="906463" y="2164756"/>
            <a:ext cx="3160712" cy="683816"/>
          </a:xfrm>
        </p:spPr>
        <p:txBody>
          <a:bodyPr lIns="0">
            <a:normAutofit/>
          </a:bodyPr>
          <a:lstStyle>
            <a:lvl1pPr marL="0" indent="0">
              <a:lnSpc>
                <a:spcPts val="2800"/>
              </a:lnSpc>
              <a:buNone/>
              <a:defRPr sz="2400" b="1"/>
            </a:lvl1pPr>
          </a:lstStyle>
          <a:p>
            <a:pPr lvl="0"/>
            <a:r>
              <a:rPr lang="es-ES" dirty="0" err="1"/>
              <a:t>Aximinct</a:t>
            </a:r>
            <a:r>
              <a:rPr lang="es-ES" dirty="0"/>
              <a:t> </a:t>
            </a:r>
            <a:r>
              <a:rPr lang="es-ES" dirty="0" err="1"/>
              <a:t>emquibus</a:t>
            </a:r>
            <a:r>
              <a:rPr lang="es-ES" dirty="0"/>
              <a:t> et </a:t>
            </a:r>
            <a:r>
              <a:rPr lang="es-ES" dirty="0" err="1"/>
              <a:t>facium</a:t>
            </a:r>
            <a:r>
              <a:rPr lang="es-ES" dirty="0"/>
              <a:t> </a:t>
            </a:r>
            <a:r>
              <a:rPr lang="es-ES" dirty="0" err="1"/>
              <a:t>natur</a:t>
            </a:r>
            <a:endParaRPr lang="es-ES" dirty="0"/>
          </a:p>
        </p:txBody>
      </p:sp>
      <p:sp>
        <p:nvSpPr>
          <p:cNvPr id="14" name="Marcador de texto 17">
            <a:extLst>
              <a:ext uri="{FF2B5EF4-FFF2-40B4-BE49-F238E27FC236}">
                <a16:creationId xmlns:a16="http://schemas.microsoft.com/office/drawing/2014/main" id="{C9B153C2-A5A2-4A37-B4C4-93BE5322D946}"/>
              </a:ext>
            </a:extLst>
          </p:cNvPr>
          <p:cNvSpPr>
            <a:spLocks noGrp="1"/>
          </p:cNvSpPr>
          <p:nvPr>
            <p:ph type="body" sz="quarter" idx="16" hasCustomPrompt="1"/>
          </p:nvPr>
        </p:nvSpPr>
        <p:spPr>
          <a:xfrm>
            <a:off x="906463" y="3082449"/>
            <a:ext cx="4043094" cy="2951858"/>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a:t>
            </a:r>
            <a:r>
              <a:rPr lang="es-ES" dirty="0"/>
              <a:t>.</a:t>
            </a:r>
          </a:p>
          <a:p>
            <a:pPr lvl="0"/>
            <a:r>
              <a:rPr lang="es-ES" dirty="0"/>
              <a:t> </a:t>
            </a:r>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a:t>
            </a:r>
          </a:p>
        </p:txBody>
      </p:sp>
      <p:sp>
        <p:nvSpPr>
          <p:cNvPr id="19" name="Marcador de medios 18">
            <a:extLst>
              <a:ext uri="{FF2B5EF4-FFF2-40B4-BE49-F238E27FC236}">
                <a16:creationId xmlns:a16="http://schemas.microsoft.com/office/drawing/2014/main" id="{169C610A-8CEB-49BD-A02C-33C7C6C6EFDD}"/>
              </a:ext>
            </a:extLst>
          </p:cNvPr>
          <p:cNvSpPr>
            <a:spLocks noGrp="1"/>
          </p:cNvSpPr>
          <p:nvPr>
            <p:ph type="media" sz="quarter" idx="17"/>
          </p:nvPr>
        </p:nvSpPr>
        <p:spPr>
          <a:xfrm>
            <a:off x="5708651" y="1709737"/>
            <a:ext cx="8001000" cy="4800600"/>
          </a:xfrm>
          <a:solidFill>
            <a:schemeClr val="bg1">
              <a:lumMod val="95000"/>
            </a:schemeClr>
          </a:solidFill>
          <a:ln w="12700">
            <a:solidFill>
              <a:srgbClr val="FF3228"/>
            </a:solidFill>
          </a:ln>
        </p:spPr>
        <p:txBody>
          <a:bodyPr vert="horz" lIns="91440" tIns="45720" rIns="91440" bIns="45720" rtlCol="0">
            <a:normAutofit/>
          </a:bodyPr>
          <a:lstStyle>
            <a:lvl1pPr>
              <a:defRPr lang="es-ES" dirty="0"/>
            </a:lvl1pPr>
          </a:lstStyle>
          <a:p>
            <a:pPr lvl="0"/>
            <a:endParaRPr lang="es-ES" dirty="0"/>
          </a:p>
        </p:txBody>
      </p:sp>
      <p:sp>
        <p:nvSpPr>
          <p:cNvPr id="4" name="Marcador de número de diapositiva 3">
            <a:extLst>
              <a:ext uri="{FF2B5EF4-FFF2-40B4-BE49-F238E27FC236}">
                <a16:creationId xmlns:a16="http://schemas.microsoft.com/office/drawing/2014/main" id="{D430ADB0-29E8-4183-AE20-D83159E4C07D}"/>
              </a:ext>
            </a:extLst>
          </p:cNvPr>
          <p:cNvSpPr>
            <a:spLocks noGrp="1"/>
          </p:cNvSpPr>
          <p:nvPr>
            <p:ph type="sldNum" sz="quarter" idx="18"/>
          </p:nvPr>
        </p:nvSpPr>
        <p:spPr/>
        <p:txBody>
          <a:bodyPr/>
          <a:lstStyle/>
          <a:p>
            <a:fld id="{B005B2D1-880E-4846-A216-7D6770BA1332}" type="slidenum">
              <a:rPr lang="es-ES" smtClean="0"/>
              <a:pPr/>
              <a:t>‹Nº›</a:t>
            </a:fld>
            <a:endParaRPr lang="es-ES" dirty="0"/>
          </a:p>
        </p:txBody>
      </p:sp>
      <p:sp>
        <p:nvSpPr>
          <p:cNvPr id="16" name="Rectángulo 15">
            <a:extLst>
              <a:ext uri="{FF2B5EF4-FFF2-40B4-BE49-F238E27FC236}">
                <a16:creationId xmlns:a16="http://schemas.microsoft.com/office/drawing/2014/main" id="{96E7B0EF-E60B-4C99-93CC-1F4F6D612EB6}"/>
              </a:ext>
            </a:extLst>
          </p:cNvPr>
          <p:cNvSpPr/>
          <p:nvPr userDrawn="1"/>
        </p:nvSpPr>
        <p:spPr>
          <a:xfrm>
            <a:off x="13723938"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10" name="Gráfico 9">
            <a:extLst>
              <a:ext uri="{FF2B5EF4-FFF2-40B4-BE49-F238E27FC236}">
                <a16:creationId xmlns:a16="http://schemas.microsoft.com/office/drawing/2014/main" id="{02E95C61-5472-48C9-8E90-F334A42CE123}"/>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06463" y="332974"/>
            <a:ext cx="1400054" cy="385200"/>
          </a:xfrm>
          <a:prstGeom prst="rect">
            <a:avLst/>
          </a:prstGeom>
        </p:spPr>
      </p:pic>
    </p:spTree>
    <p:extLst>
      <p:ext uri="{BB962C8B-B14F-4D97-AF65-F5344CB8AC3E}">
        <p14:creationId xmlns:p14="http://schemas.microsoft.com/office/powerpoint/2010/main" val="2905113509"/>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Video 02">
    <p:spTree>
      <p:nvGrpSpPr>
        <p:cNvPr id="1" name=""/>
        <p:cNvGrpSpPr/>
        <p:nvPr/>
      </p:nvGrpSpPr>
      <p:grpSpPr>
        <a:xfrm>
          <a:off x="0" y="0"/>
          <a:ext cx="0" cy="0"/>
          <a:chOff x="0" y="0"/>
          <a:chExt cx="0" cy="0"/>
        </a:xfrm>
      </p:grpSpPr>
      <p:pic>
        <p:nvPicPr>
          <p:cNvPr id="3" name="Imagen 2">
            <a:extLst>
              <a:ext uri="{FF2B5EF4-FFF2-40B4-BE49-F238E27FC236}">
                <a16:creationId xmlns:a16="http://schemas.microsoft.com/office/drawing/2014/main" id="{1976856B-1B10-45A4-B212-5F51115827D6}"/>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12" name="CuadroTexto 11">
            <a:extLst>
              <a:ext uri="{FF2B5EF4-FFF2-40B4-BE49-F238E27FC236}">
                <a16:creationId xmlns:a16="http://schemas.microsoft.com/office/drawing/2014/main" id="{EFB1D499-716A-4201-8286-436D35BCDF83}"/>
              </a:ext>
            </a:extLst>
          </p:cNvPr>
          <p:cNvSpPr txBox="1"/>
          <p:nvPr userDrawn="1"/>
        </p:nvSpPr>
        <p:spPr>
          <a:xfrm>
            <a:off x="81256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13" name="Marcador de texto 17">
            <a:extLst>
              <a:ext uri="{FF2B5EF4-FFF2-40B4-BE49-F238E27FC236}">
                <a16:creationId xmlns:a16="http://schemas.microsoft.com/office/drawing/2014/main" id="{A78FCA1D-CCE6-4157-8F93-C7B67280B1C3}"/>
              </a:ext>
            </a:extLst>
          </p:cNvPr>
          <p:cNvSpPr>
            <a:spLocks noGrp="1"/>
          </p:cNvSpPr>
          <p:nvPr>
            <p:ph type="body" sz="quarter" idx="15" hasCustomPrompt="1"/>
          </p:nvPr>
        </p:nvSpPr>
        <p:spPr>
          <a:xfrm>
            <a:off x="11312845" y="2441186"/>
            <a:ext cx="2411093" cy="1216413"/>
          </a:xfrm>
        </p:spPr>
        <p:txBody>
          <a:bodyPr lIns="0">
            <a:normAutofit/>
          </a:bodyPr>
          <a:lstStyle>
            <a:lvl1pPr marL="0" indent="0">
              <a:lnSpc>
                <a:spcPts val="2800"/>
              </a:lnSpc>
              <a:buNone/>
              <a:defRPr sz="2400" b="1"/>
            </a:lvl1pPr>
          </a:lstStyle>
          <a:p>
            <a:pPr lvl="0"/>
            <a:r>
              <a:rPr lang="es-ES" dirty="0" err="1"/>
              <a:t>Aximinct</a:t>
            </a:r>
            <a:r>
              <a:rPr lang="es-ES" dirty="0"/>
              <a:t> </a:t>
            </a:r>
            <a:r>
              <a:rPr lang="es-ES" dirty="0" err="1"/>
              <a:t>emquibus</a:t>
            </a:r>
            <a:br>
              <a:rPr lang="es-ES" dirty="0"/>
            </a:br>
            <a:r>
              <a:rPr lang="es-ES" dirty="0"/>
              <a:t>et </a:t>
            </a:r>
            <a:r>
              <a:rPr lang="es-ES" dirty="0" err="1"/>
              <a:t>facium</a:t>
            </a:r>
            <a:r>
              <a:rPr lang="es-ES" dirty="0"/>
              <a:t> </a:t>
            </a:r>
            <a:r>
              <a:rPr lang="es-ES" dirty="0" err="1"/>
              <a:t>natur</a:t>
            </a:r>
            <a:endParaRPr lang="es-ES" dirty="0"/>
          </a:p>
        </p:txBody>
      </p:sp>
      <p:sp>
        <p:nvSpPr>
          <p:cNvPr id="14" name="Marcador de texto 17">
            <a:extLst>
              <a:ext uri="{FF2B5EF4-FFF2-40B4-BE49-F238E27FC236}">
                <a16:creationId xmlns:a16="http://schemas.microsoft.com/office/drawing/2014/main" id="{C9B153C2-A5A2-4A37-B4C4-93BE5322D946}"/>
              </a:ext>
            </a:extLst>
          </p:cNvPr>
          <p:cNvSpPr>
            <a:spLocks noGrp="1"/>
          </p:cNvSpPr>
          <p:nvPr>
            <p:ph type="body" sz="quarter" idx="16" hasCustomPrompt="1"/>
          </p:nvPr>
        </p:nvSpPr>
        <p:spPr>
          <a:xfrm>
            <a:off x="11312845" y="3745440"/>
            <a:ext cx="2377226" cy="2742319"/>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ex, </a:t>
            </a:r>
            <a:r>
              <a:rPr lang="es-ES" dirty="0" err="1"/>
              <a:t>ullabore</a:t>
            </a:r>
            <a:r>
              <a:rPr lang="es-ES" dirty="0"/>
              <a:t>..</a:t>
            </a:r>
          </a:p>
        </p:txBody>
      </p:sp>
      <p:sp>
        <p:nvSpPr>
          <p:cNvPr id="19" name="Marcador de medios 18">
            <a:extLst>
              <a:ext uri="{FF2B5EF4-FFF2-40B4-BE49-F238E27FC236}">
                <a16:creationId xmlns:a16="http://schemas.microsoft.com/office/drawing/2014/main" id="{169C610A-8CEB-49BD-A02C-33C7C6C6EFDD}"/>
              </a:ext>
            </a:extLst>
          </p:cNvPr>
          <p:cNvSpPr>
            <a:spLocks noGrp="1"/>
          </p:cNvSpPr>
          <p:nvPr>
            <p:ph type="media" sz="quarter" idx="17"/>
          </p:nvPr>
        </p:nvSpPr>
        <p:spPr>
          <a:xfrm>
            <a:off x="911226" y="1712912"/>
            <a:ext cx="9601200" cy="5600700"/>
          </a:xfrm>
          <a:solidFill>
            <a:schemeClr val="bg1">
              <a:lumMod val="95000"/>
            </a:schemeClr>
          </a:solidFill>
          <a:ln w="12700">
            <a:solidFill>
              <a:srgbClr val="FF3228"/>
            </a:solidFill>
          </a:ln>
        </p:spPr>
        <p:txBody>
          <a:bodyPr vert="horz" lIns="91440" tIns="45720" rIns="91440" bIns="45720" rtlCol="0">
            <a:normAutofit/>
          </a:bodyPr>
          <a:lstStyle>
            <a:lvl1pPr>
              <a:defRPr lang="es-ES" dirty="0"/>
            </a:lvl1pPr>
          </a:lstStyle>
          <a:p>
            <a:pPr lvl="0"/>
            <a:endParaRPr lang="es-ES" dirty="0"/>
          </a:p>
        </p:txBody>
      </p:sp>
      <p:sp>
        <p:nvSpPr>
          <p:cNvPr id="4" name="Marcador de número de diapositiva 3">
            <a:extLst>
              <a:ext uri="{FF2B5EF4-FFF2-40B4-BE49-F238E27FC236}">
                <a16:creationId xmlns:a16="http://schemas.microsoft.com/office/drawing/2014/main" id="{D430ADB0-29E8-4183-AE20-D83159E4C07D}"/>
              </a:ext>
            </a:extLst>
          </p:cNvPr>
          <p:cNvSpPr>
            <a:spLocks noGrp="1"/>
          </p:cNvSpPr>
          <p:nvPr>
            <p:ph type="sldNum" sz="quarter" idx="18"/>
          </p:nvPr>
        </p:nvSpPr>
        <p:spPr/>
        <p:txBody>
          <a:bodyPr/>
          <a:lstStyle/>
          <a:p>
            <a:fld id="{B005B2D1-880E-4846-A216-7D6770BA1332}" type="slidenum">
              <a:rPr lang="es-ES" smtClean="0"/>
              <a:pPr/>
              <a:t>‹Nº›</a:t>
            </a:fld>
            <a:endParaRPr lang="es-ES" dirty="0"/>
          </a:p>
        </p:txBody>
      </p:sp>
      <p:sp>
        <p:nvSpPr>
          <p:cNvPr id="16" name="Rectángulo 15">
            <a:extLst>
              <a:ext uri="{FF2B5EF4-FFF2-40B4-BE49-F238E27FC236}">
                <a16:creationId xmlns:a16="http://schemas.microsoft.com/office/drawing/2014/main" id="{96E7B0EF-E60B-4C99-93CC-1F4F6D612EB6}"/>
              </a:ext>
            </a:extLst>
          </p:cNvPr>
          <p:cNvSpPr/>
          <p:nvPr userDrawn="1"/>
        </p:nvSpPr>
        <p:spPr>
          <a:xfrm>
            <a:off x="13723938"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10" name="Gráfico 9">
            <a:extLst>
              <a:ext uri="{FF2B5EF4-FFF2-40B4-BE49-F238E27FC236}">
                <a16:creationId xmlns:a16="http://schemas.microsoft.com/office/drawing/2014/main" id="{31E16921-0A8F-4550-9360-FF9B9DC96C27}"/>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06463" y="332974"/>
            <a:ext cx="1400054" cy="385200"/>
          </a:xfrm>
          <a:prstGeom prst="rect">
            <a:avLst/>
          </a:prstGeom>
        </p:spPr>
      </p:pic>
    </p:spTree>
    <p:extLst>
      <p:ext uri="{BB962C8B-B14F-4D97-AF65-F5344CB8AC3E}">
        <p14:creationId xmlns:p14="http://schemas.microsoft.com/office/powerpoint/2010/main" val="250873625"/>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Destacado rojo 01">
    <p:spTree>
      <p:nvGrpSpPr>
        <p:cNvPr id="1" name=""/>
        <p:cNvGrpSpPr/>
        <p:nvPr/>
      </p:nvGrpSpPr>
      <p:grpSpPr>
        <a:xfrm>
          <a:off x="0" y="0"/>
          <a:ext cx="0" cy="0"/>
          <a:chOff x="0" y="0"/>
          <a:chExt cx="0" cy="0"/>
        </a:xfrm>
      </p:grpSpPr>
      <p:pic>
        <p:nvPicPr>
          <p:cNvPr id="6" name="Imagen 5">
            <a:extLst>
              <a:ext uri="{FF2B5EF4-FFF2-40B4-BE49-F238E27FC236}">
                <a16:creationId xmlns:a16="http://schemas.microsoft.com/office/drawing/2014/main" id="{16813DD7-5AAB-469F-A55F-E0B0879C147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4" name="Rectángulo 3">
            <a:extLst>
              <a:ext uri="{FF2B5EF4-FFF2-40B4-BE49-F238E27FC236}">
                <a16:creationId xmlns:a16="http://schemas.microsoft.com/office/drawing/2014/main" id="{30F9259F-958B-42DA-8086-83650D25877B}"/>
              </a:ext>
            </a:extLst>
          </p:cNvPr>
          <p:cNvSpPr/>
          <p:nvPr userDrawn="1"/>
        </p:nvSpPr>
        <p:spPr>
          <a:xfrm>
            <a:off x="9708797" y="3308350"/>
            <a:ext cx="800100" cy="800100"/>
          </a:xfrm>
          <a:prstGeom prst="rect">
            <a:avLst/>
          </a:prstGeom>
          <a:solidFill>
            <a:schemeClr val="bg1"/>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0" name="Rectángulo 19">
            <a:extLst>
              <a:ext uri="{FF2B5EF4-FFF2-40B4-BE49-F238E27FC236}">
                <a16:creationId xmlns:a16="http://schemas.microsoft.com/office/drawing/2014/main" id="{A12ED80D-9979-4A2A-A7AF-1A927F9FF1EE}"/>
              </a:ext>
            </a:extLst>
          </p:cNvPr>
          <p:cNvSpPr/>
          <p:nvPr userDrawn="1"/>
        </p:nvSpPr>
        <p:spPr>
          <a:xfrm>
            <a:off x="5717823" y="3308350"/>
            <a:ext cx="800100" cy="800100"/>
          </a:xfrm>
          <a:prstGeom prst="rect">
            <a:avLst/>
          </a:prstGeom>
          <a:solidFill>
            <a:schemeClr val="bg1"/>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1" name="Rectángulo 20">
            <a:extLst>
              <a:ext uri="{FF2B5EF4-FFF2-40B4-BE49-F238E27FC236}">
                <a16:creationId xmlns:a16="http://schemas.microsoft.com/office/drawing/2014/main" id="{84B03785-BFD2-44C5-BB4E-3B16BD97B804}"/>
              </a:ext>
            </a:extLst>
          </p:cNvPr>
          <p:cNvSpPr/>
          <p:nvPr userDrawn="1"/>
        </p:nvSpPr>
        <p:spPr>
          <a:xfrm>
            <a:off x="1712244" y="3308350"/>
            <a:ext cx="800100" cy="800100"/>
          </a:xfrm>
          <a:prstGeom prst="rect">
            <a:avLst/>
          </a:prstGeom>
          <a:solidFill>
            <a:schemeClr val="bg1"/>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2" name="Título 11">
            <a:extLst>
              <a:ext uri="{FF2B5EF4-FFF2-40B4-BE49-F238E27FC236}">
                <a16:creationId xmlns:a16="http://schemas.microsoft.com/office/drawing/2014/main" id="{E45EE8D0-3795-421B-8794-6F214183AE2D}"/>
              </a:ext>
            </a:extLst>
          </p:cNvPr>
          <p:cNvSpPr>
            <a:spLocks noGrp="1"/>
          </p:cNvSpPr>
          <p:nvPr>
            <p:ph type="title" hasCustomPrompt="1"/>
          </p:nvPr>
        </p:nvSpPr>
        <p:spPr>
          <a:xfrm>
            <a:off x="906463" y="1220611"/>
            <a:ext cx="7390870" cy="625828"/>
          </a:xfrm>
        </p:spPr>
        <p:txBody>
          <a:bodyPr lIns="0">
            <a:noAutofit/>
          </a:bodyPr>
          <a:lstStyle>
            <a:lvl1pPr>
              <a:defRPr sz="4300"/>
            </a:lvl1pPr>
          </a:lstStyle>
          <a:p>
            <a:r>
              <a:rPr lang="es-ES" dirty="0" err="1"/>
              <a:t>Lorem</a:t>
            </a:r>
            <a:r>
              <a:rPr lang="es-ES" dirty="0"/>
              <a:t> </a:t>
            </a:r>
            <a:r>
              <a:rPr lang="es-ES" dirty="0" err="1"/>
              <a:t>ipsum</a:t>
            </a:r>
            <a:r>
              <a:rPr lang="es-ES" dirty="0"/>
              <a:t> dolor </a:t>
            </a:r>
            <a:r>
              <a:rPr lang="es-ES" dirty="0" err="1"/>
              <a:t>sit</a:t>
            </a:r>
            <a:r>
              <a:rPr lang="es-ES" dirty="0"/>
              <a:t> </a:t>
            </a:r>
            <a:r>
              <a:rPr lang="es-ES" dirty="0" err="1"/>
              <a:t>ipsum</a:t>
            </a:r>
            <a:endParaRPr lang="es-ES" dirty="0"/>
          </a:p>
        </p:txBody>
      </p:sp>
      <p:sp>
        <p:nvSpPr>
          <p:cNvPr id="13" name="Marcador de texto 17">
            <a:extLst>
              <a:ext uri="{FF2B5EF4-FFF2-40B4-BE49-F238E27FC236}">
                <a16:creationId xmlns:a16="http://schemas.microsoft.com/office/drawing/2014/main" id="{7D66B800-7A66-4A48-A91A-7D0987C03448}"/>
              </a:ext>
            </a:extLst>
          </p:cNvPr>
          <p:cNvSpPr>
            <a:spLocks noGrp="1"/>
          </p:cNvSpPr>
          <p:nvPr>
            <p:ph type="body" sz="quarter" idx="22" hasCustomPrompt="1"/>
          </p:nvPr>
        </p:nvSpPr>
        <p:spPr>
          <a:xfrm>
            <a:off x="1704624" y="5100648"/>
            <a:ext cx="3262487" cy="1819441"/>
          </a:xfrm>
        </p:spPr>
        <p:txBody>
          <a:bodyPr lIns="0">
            <a:noAutofit/>
          </a:bodyPr>
          <a:lstStyle>
            <a:lvl1pPr marL="0" indent="0">
              <a:lnSpc>
                <a:spcPts val="1700"/>
              </a:lnSpc>
              <a:spcBef>
                <a:spcPts val="900"/>
              </a:spcBef>
              <a:buNone/>
              <a:defRPr sz="1440" b="0">
                <a:solidFill>
                  <a:schemeClr val="bg1"/>
                </a:solidFill>
              </a:defRPr>
            </a:lvl1pPr>
          </a:lstStyle>
          <a:p>
            <a:pPr lvl="0"/>
            <a:r>
              <a:rPr lang="es-ES" dirty="0"/>
              <a:t>Ma </a:t>
            </a:r>
            <a:r>
              <a:rPr lang="es-ES" dirty="0" err="1"/>
              <a:t>vendest</a:t>
            </a:r>
            <a:r>
              <a:rPr lang="es-ES" dirty="0"/>
              <a:t> as qui </a:t>
            </a:r>
            <a:r>
              <a:rPr lang="es-ES" dirty="0" err="1"/>
              <a:t>beaPoribus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quid </a:t>
            </a:r>
            <a:r>
              <a:rPr lang="es-ES" dirty="0" err="1"/>
              <a:t>ullestrum</a:t>
            </a:r>
            <a:r>
              <a:rPr lang="es-ES" dirty="0"/>
              <a:t> quia </a:t>
            </a:r>
            <a:r>
              <a:rPr lang="es-ES" dirty="0" err="1"/>
              <a:t>estemqu</a:t>
            </a:r>
            <a:r>
              <a:rPr lang="es-ES" dirty="0"/>
              <a:t>.</a:t>
            </a:r>
          </a:p>
          <a:p>
            <a:pPr lvl="0"/>
            <a:r>
              <a:rPr lang="es-ES" dirty="0" err="1"/>
              <a:t>Estemque</a:t>
            </a:r>
            <a:r>
              <a:rPr lang="es-ES" dirty="0"/>
              <a:t> </a:t>
            </a:r>
            <a:r>
              <a:rPr lang="es-ES" dirty="0" err="1"/>
              <a:t>Lorem</a:t>
            </a:r>
            <a:r>
              <a:rPr lang="es-ES" dirty="0"/>
              <a:t> </a:t>
            </a:r>
            <a:r>
              <a:rPr lang="es-ES" dirty="0" err="1"/>
              <a:t>ipsum</a:t>
            </a:r>
            <a:r>
              <a:rPr lang="es-ES" dirty="0"/>
              <a:t> </a:t>
            </a:r>
            <a:r>
              <a:rPr lang="es-ES" dirty="0" err="1"/>
              <a:t>milupta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quiadit</a:t>
            </a:r>
            <a:r>
              <a:rPr lang="es-ES" dirty="0"/>
              <a:t> </a:t>
            </a:r>
            <a:r>
              <a:rPr lang="es-ES" dirty="0" err="1"/>
              <a:t>samus</a:t>
            </a:r>
            <a:r>
              <a:rPr lang="es-ES" dirty="0"/>
              <a:t> </a:t>
            </a:r>
            <a:r>
              <a:rPr lang="es-ES" dirty="0" err="1"/>
              <a:t>amsa</a:t>
            </a:r>
            <a:r>
              <a:rPr lang="es-ES" dirty="0"/>
              <a:t> </a:t>
            </a:r>
            <a:r>
              <a:rPr lang="es-ES" dirty="0" err="1"/>
              <a:t>conse</a:t>
            </a:r>
            <a:r>
              <a:rPr lang="es-ES" dirty="0"/>
              <a:t> </a:t>
            </a:r>
            <a:r>
              <a:rPr lang="es-ES" dirty="0" err="1"/>
              <a:t>conet</a:t>
            </a:r>
            <a:r>
              <a:rPr lang="es-ES" dirty="0"/>
              <a:t> </a:t>
            </a:r>
            <a:r>
              <a:rPr lang="es-ES" dirty="0" err="1"/>
              <a:t>ullabor</a:t>
            </a:r>
            <a:r>
              <a:rPr lang="es-ES" dirty="0"/>
              <a:t>.</a:t>
            </a:r>
          </a:p>
        </p:txBody>
      </p:sp>
      <p:sp>
        <p:nvSpPr>
          <p:cNvPr id="14" name="Marcador de texto 17">
            <a:extLst>
              <a:ext uri="{FF2B5EF4-FFF2-40B4-BE49-F238E27FC236}">
                <a16:creationId xmlns:a16="http://schemas.microsoft.com/office/drawing/2014/main" id="{17103512-22F3-4B94-A25D-048AE848AB37}"/>
              </a:ext>
            </a:extLst>
          </p:cNvPr>
          <p:cNvSpPr>
            <a:spLocks noGrp="1"/>
          </p:cNvSpPr>
          <p:nvPr>
            <p:ph type="body" sz="quarter" idx="15" hasCustomPrompt="1"/>
          </p:nvPr>
        </p:nvSpPr>
        <p:spPr>
          <a:xfrm>
            <a:off x="1704624" y="4295110"/>
            <a:ext cx="2833509" cy="805538"/>
          </a:xfrm>
        </p:spPr>
        <p:txBody>
          <a:bodyPr lIns="0">
            <a:noAutofit/>
          </a:bodyPr>
          <a:lstStyle>
            <a:lvl1pPr marL="0" indent="0">
              <a:lnSpc>
                <a:spcPts val="2800"/>
              </a:lnSpc>
              <a:buNone/>
              <a:defRPr sz="2200" b="1">
                <a:solidFill>
                  <a:schemeClr val="bg1"/>
                </a:solidFill>
              </a:defRPr>
            </a:lvl1pPr>
          </a:lstStyle>
          <a:p>
            <a:pPr lvl="0"/>
            <a:r>
              <a:rPr lang="es-ES" dirty="0" err="1"/>
              <a:t>Poribus</a:t>
            </a:r>
            <a:r>
              <a:rPr lang="es-ES" dirty="0"/>
              <a:t> </a:t>
            </a:r>
            <a:r>
              <a:rPr lang="es-ES" dirty="0" err="1"/>
              <a:t>reiciis</a:t>
            </a:r>
            <a:r>
              <a:rPr lang="es-ES" dirty="0"/>
              <a:t> </a:t>
            </a:r>
            <a:r>
              <a:rPr lang="es-ES" dirty="0" err="1"/>
              <a:t>conseque</a:t>
            </a:r>
            <a:endParaRPr lang="es-ES" dirty="0"/>
          </a:p>
        </p:txBody>
      </p:sp>
      <p:sp>
        <p:nvSpPr>
          <p:cNvPr id="15" name="Marcador de texto 17">
            <a:extLst>
              <a:ext uri="{FF2B5EF4-FFF2-40B4-BE49-F238E27FC236}">
                <a16:creationId xmlns:a16="http://schemas.microsoft.com/office/drawing/2014/main" id="{D38D5DB7-327A-41B5-90F2-CBC66EE13DBD}"/>
              </a:ext>
            </a:extLst>
          </p:cNvPr>
          <p:cNvSpPr>
            <a:spLocks noGrp="1"/>
          </p:cNvSpPr>
          <p:nvPr>
            <p:ph type="body" sz="quarter" idx="23" hasCustomPrompt="1"/>
          </p:nvPr>
        </p:nvSpPr>
        <p:spPr>
          <a:xfrm>
            <a:off x="5717823" y="5100648"/>
            <a:ext cx="3262487" cy="1819441"/>
          </a:xfrm>
        </p:spPr>
        <p:txBody>
          <a:bodyPr lIns="0">
            <a:noAutofit/>
          </a:bodyPr>
          <a:lstStyle>
            <a:lvl1pPr marL="0" indent="0">
              <a:lnSpc>
                <a:spcPts val="1700"/>
              </a:lnSpc>
              <a:spcBef>
                <a:spcPts val="900"/>
              </a:spcBef>
              <a:buNone/>
              <a:defRPr sz="1440" b="0">
                <a:solidFill>
                  <a:schemeClr val="bg1"/>
                </a:solidFill>
              </a:defRPr>
            </a:lvl1pPr>
          </a:lstStyle>
          <a:p>
            <a:pPr lvl="0"/>
            <a:r>
              <a:rPr lang="es-ES" dirty="0"/>
              <a:t>Ma </a:t>
            </a:r>
            <a:r>
              <a:rPr lang="es-ES" dirty="0" err="1"/>
              <a:t>vendest</a:t>
            </a:r>
            <a:r>
              <a:rPr lang="es-ES" dirty="0"/>
              <a:t> as qui </a:t>
            </a:r>
            <a:r>
              <a:rPr lang="es-ES" dirty="0" err="1"/>
              <a:t>beaPoribus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quid </a:t>
            </a:r>
            <a:r>
              <a:rPr lang="es-ES" dirty="0" err="1"/>
              <a:t>ullestrum</a:t>
            </a:r>
            <a:r>
              <a:rPr lang="es-ES" dirty="0"/>
              <a:t> quia </a:t>
            </a:r>
            <a:r>
              <a:rPr lang="es-ES" dirty="0" err="1"/>
              <a:t>estemqu</a:t>
            </a:r>
            <a:r>
              <a:rPr lang="es-ES" dirty="0"/>
              <a:t>.</a:t>
            </a:r>
          </a:p>
          <a:p>
            <a:pPr lvl="0"/>
            <a:r>
              <a:rPr lang="es-ES" dirty="0" err="1"/>
              <a:t>Estemque</a:t>
            </a:r>
            <a:r>
              <a:rPr lang="es-ES" dirty="0"/>
              <a:t> </a:t>
            </a:r>
            <a:r>
              <a:rPr lang="es-ES" dirty="0" err="1"/>
              <a:t>Lorem</a:t>
            </a:r>
            <a:r>
              <a:rPr lang="es-ES" dirty="0"/>
              <a:t> </a:t>
            </a:r>
            <a:r>
              <a:rPr lang="es-ES" dirty="0" err="1"/>
              <a:t>ipsum</a:t>
            </a:r>
            <a:r>
              <a:rPr lang="es-ES" dirty="0"/>
              <a:t> </a:t>
            </a:r>
            <a:r>
              <a:rPr lang="es-ES" dirty="0" err="1"/>
              <a:t>milupta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quiadit</a:t>
            </a:r>
            <a:r>
              <a:rPr lang="es-ES" dirty="0"/>
              <a:t> </a:t>
            </a:r>
            <a:r>
              <a:rPr lang="es-ES" dirty="0" err="1"/>
              <a:t>samus</a:t>
            </a:r>
            <a:r>
              <a:rPr lang="es-ES" dirty="0"/>
              <a:t> </a:t>
            </a:r>
            <a:r>
              <a:rPr lang="es-ES" dirty="0" err="1"/>
              <a:t>amsa</a:t>
            </a:r>
            <a:r>
              <a:rPr lang="es-ES" dirty="0"/>
              <a:t> </a:t>
            </a:r>
            <a:r>
              <a:rPr lang="es-ES" dirty="0" err="1"/>
              <a:t>conse</a:t>
            </a:r>
            <a:r>
              <a:rPr lang="es-ES" dirty="0"/>
              <a:t> </a:t>
            </a:r>
            <a:r>
              <a:rPr lang="es-ES" dirty="0" err="1"/>
              <a:t>conet</a:t>
            </a:r>
            <a:r>
              <a:rPr lang="es-ES" dirty="0"/>
              <a:t> </a:t>
            </a:r>
            <a:r>
              <a:rPr lang="es-ES" dirty="0" err="1"/>
              <a:t>ullabor</a:t>
            </a:r>
            <a:r>
              <a:rPr lang="es-ES" dirty="0"/>
              <a:t>.</a:t>
            </a:r>
          </a:p>
        </p:txBody>
      </p:sp>
      <p:sp>
        <p:nvSpPr>
          <p:cNvPr id="16" name="Marcador de texto 17">
            <a:extLst>
              <a:ext uri="{FF2B5EF4-FFF2-40B4-BE49-F238E27FC236}">
                <a16:creationId xmlns:a16="http://schemas.microsoft.com/office/drawing/2014/main" id="{135959A0-73A1-4A20-8540-8FF5678BCD75}"/>
              </a:ext>
            </a:extLst>
          </p:cNvPr>
          <p:cNvSpPr>
            <a:spLocks noGrp="1"/>
          </p:cNvSpPr>
          <p:nvPr>
            <p:ph type="body" sz="quarter" idx="24" hasCustomPrompt="1"/>
          </p:nvPr>
        </p:nvSpPr>
        <p:spPr>
          <a:xfrm>
            <a:off x="5717823" y="4295110"/>
            <a:ext cx="2833509" cy="805538"/>
          </a:xfrm>
        </p:spPr>
        <p:txBody>
          <a:bodyPr lIns="0">
            <a:noAutofit/>
          </a:bodyPr>
          <a:lstStyle>
            <a:lvl1pPr marL="0" indent="0">
              <a:lnSpc>
                <a:spcPts val="2800"/>
              </a:lnSpc>
              <a:buNone/>
              <a:defRPr sz="2200" b="1">
                <a:solidFill>
                  <a:schemeClr val="bg1"/>
                </a:solidFill>
              </a:defRPr>
            </a:lvl1pPr>
          </a:lstStyle>
          <a:p>
            <a:pPr lvl="0"/>
            <a:r>
              <a:rPr lang="es-ES" dirty="0" err="1"/>
              <a:t>Poribus</a:t>
            </a:r>
            <a:r>
              <a:rPr lang="es-ES" dirty="0"/>
              <a:t> </a:t>
            </a:r>
            <a:r>
              <a:rPr lang="es-ES" dirty="0" err="1"/>
              <a:t>reiciis</a:t>
            </a:r>
            <a:r>
              <a:rPr lang="es-ES" dirty="0"/>
              <a:t> </a:t>
            </a:r>
            <a:r>
              <a:rPr lang="es-ES" dirty="0" err="1"/>
              <a:t>conseque</a:t>
            </a:r>
            <a:endParaRPr lang="es-ES" dirty="0"/>
          </a:p>
        </p:txBody>
      </p:sp>
      <p:sp>
        <p:nvSpPr>
          <p:cNvPr id="17" name="Marcador de texto 17">
            <a:extLst>
              <a:ext uri="{FF2B5EF4-FFF2-40B4-BE49-F238E27FC236}">
                <a16:creationId xmlns:a16="http://schemas.microsoft.com/office/drawing/2014/main" id="{0255EA5E-DA24-4DFD-B54F-784F7AF35D5B}"/>
              </a:ext>
            </a:extLst>
          </p:cNvPr>
          <p:cNvSpPr>
            <a:spLocks noGrp="1"/>
          </p:cNvSpPr>
          <p:nvPr>
            <p:ph type="body" sz="quarter" idx="25" hasCustomPrompt="1"/>
          </p:nvPr>
        </p:nvSpPr>
        <p:spPr>
          <a:xfrm>
            <a:off x="9731022" y="5100648"/>
            <a:ext cx="3262487" cy="1819441"/>
          </a:xfrm>
        </p:spPr>
        <p:txBody>
          <a:bodyPr lIns="0">
            <a:noAutofit/>
          </a:bodyPr>
          <a:lstStyle>
            <a:lvl1pPr marL="0" indent="0">
              <a:lnSpc>
                <a:spcPts val="1700"/>
              </a:lnSpc>
              <a:spcBef>
                <a:spcPts val="900"/>
              </a:spcBef>
              <a:buNone/>
              <a:defRPr sz="1440" b="0">
                <a:solidFill>
                  <a:schemeClr val="bg1"/>
                </a:solidFill>
              </a:defRPr>
            </a:lvl1pPr>
          </a:lstStyle>
          <a:p>
            <a:pPr lvl="0"/>
            <a:r>
              <a:rPr lang="es-ES" dirty="0"/>
              <a:t>Ma </a:t>
            </a:r>
            <a:r>
              <a:rPr lang="es-ES" dirty="0" err="1"/>
              <a:t>vendest</a:t>
            </a:r>
            <a:r>
              <a:rPr lang="es-ES" dirty="0"/>
              <a:t> as qui </a:t>
            </a:r>
            <a:r>
              <a:rPr lang="es-ES" dirty="0" err="1"/>
              <a:t>beaPoribus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quid </a:t>
            </a:r>
            <a:r>
              <a:rPr lang="es-ES" dirty="0" err="1"/>
              <a:t>ullestrum</a:t>
            </a:r>
            <a:r>
              <a:rPr lang="es-ES" dirty="0"/>
              <a:t> quia </a:t>
            </a:r>
            <a:r>
              <a:rPr lang="es-ES" dirty="0" err="1"/>
              <a:t>estemqu</a:t>
            </a:r>
            <a:r>
              <a:rPr lang="es-ES" dirty="0"/>
              <a:t>.</a:t>
            </a:r>
          </a:p>
          <a:p>
            <a:pPr lvl="0"/>
            <a:r>
              <a:rPr lang="es-ES" dirty="0" err="1"/>
              <a:t>Estemque</a:t>
            </a:r>
            <a:r>
              <a:rPr lang="es-ES" dirty="0"/>
              <a:t> </a:t>
            </a:r>
            <a:r>
              <a:rPr lang="es-ES" dirty="0" err="1"/>
              <a:t>Lorem</a:t>
            </a:r>
            <a:r>
              <a:rPr lang="es-ES" dirty="0"/>
              <a:t> </a:t>
            </a:r>
            <a:r>
              <a:rPr lang="es-ES" dirty="0" err="1"/>
              <a:t>ipsum</a:t>
            </a:r>
            <a:r>
              <a:rPr lang="es-ES" dirty="0"/>
              <a:t> </a:t>
            </a:r>
            <a:r>
              <a:rPr lang="es-ES" dirty="0" err="1"/>
              <a:t>milupta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quiadit</a:t>
            </a:r>
            <a:r>
              <a:rPr lang="es-ES" dirty="0"/>
              <a:t> </a:t>
            </a:r>
            <a:r>
              <a:rPr lang="es-ES" dirty="0" err="1"/>
              <a:t>samus</a:t>
            </a:r>
            <a:r>
              <a:rPr lang="es-ES" dirty="0"/>
              <a:t> </a:t>
            </a:r>
            <a:r>
              <a:rPr lang="es-ES" dirty="0" err="1"/>
              <a:t>amsa</a:t>
            </a:r>
            <a:r>
              <a:rPr lang="es-ES" dirty="0"/>
              <a:t> </a:t>
            </a:r>
            <a:r>
              <a:rPr lang="es-ES" dirty="0" err="1"/>
              <a:t>conse</a:t>
            </a:r>
            <a:r>
              <a:rPr lang="es-ES" dirty="0"/>
              <a:t> </a:t>
            </a:r>
            <a:r>
              <a:rPr lang="es-ES" dirty="0" err="1"/>
              <a:t>conet</a:t>
            </a:r>
            <a:r>
              <a:rPr lang="es-ES" dirty="0"/>
              <a:t> </a:t>
            </a:r>
            <a:r>
              <a:rPr lang="es-ES" dirty="0" err="1"/>
              <a:t>ullabor</a:t>
            </a:r>
            <a:r>
              <a:rPr lang="es-ES" dirty="0"/>
              <a:t>.</a:t>
            </a:r>
          </a:p>
        </p:txBody>
      </p:sp>
      <p:sp>
        <p:nvSpPr>
          <p:cNvPr id="18" name="Marcador de texto 17">
            <a:extLst>
              <a:ext uri="{FF2B5EF4-FFF2-40B4-BE49-F238E27FC236}">
                <a16:creationId xmlns:a16="http://schemas.microsoft.com/office/drawing/2014/main" id="{6E9F5C62-B4A7-41AD-B76A-EE9A620CFDBA}"/>
              </a:ext>
            </a:extLst>
          </p:cNvPr>
          <p:cNvSpPr>
            <a:spLocks noGrp="1"/>
          </p:cNvSpPr>
          <p:nvPr>
            <p:ph type="body" sz="quarter" idx="26" hasCustomPrompt="1"/>
          </p:nvPr>
        </p:nvSpPr>
        <p:spPr>
          <a:xfrm>
            <a:off x="9731022" y="4295110"/>
            <a:ext cx="2833509" cy="805538"/>
          </a:xfrm>
        </p:spPr>
        <p:txBody>
          <a:bodyPr lIns="0">
            <a:noAutofit/>
          </a:bodyPr>
          <a:lstStyle>
            <a:lvl1pPr marL="0" indent="0">
              <a:lnSpc>
                <a:spcPts val="2800"/>
              </a:lnSpc>
              <a:buNone/>
              <a:defRPr sz="2200" b="1">
                <a:solidFill>
                  <a:schemeClr val="bg1"/>
                </a:solidFill>
              </a:defRPr>
            </a:lvl1pPr>
          </a:lstStyle>
          <a:p>
            <a:pPr lvl="0"/>
            <a:r>
              <a:rPr lang="es-ES" dirty="0" err="1"/>
              <a:t>Poribus</a:t>
            </a:r>
            <a:r>
              <a:rPr lang="es-ES" dirty="0"/>
              <a:t> </a:t>
            </a:r>
            <a:r>
              <a:rPr lang="es-ES" dirty="0" err="1"/>
              <a:t>reiciis</a:t>
            </a:r>
            <a:r>
              <a:rPr lang="es-ES" dirty="0"/>
              <a:t> </a:t>
            </a:r>
            <a:r>
              <a:rPr lang="es-ES" dirty="0" err="1"/>
              <a:t>conseque</a:t>
            </a:r>
            <a:endParaRPr lang="es-ES" dirty="0"/>
          </a:p>
        </p:txBody>
      </p:sp>
      <p:sp>
        <p:nvSpPr>
          <p:cNvPr id="24" name="CuadroTexto 23">
            <a:extLst>
              <a:ext uri="{FF2B5EF4-FFF2-40B4-BE49-F238E27FC236}">
                <a16:creationId xmlns:a16="http://schemas.microsoft.com/office/drawing/2014/main" id="{FA4665B7-FA7B-481D-B03C-01821A72BCB7}"/>
              </a:ext>
            </a:extLst>
          </p:cNvPr>
          <p:cNvSpPr txBox="1"/>
          <p:nvPr userDrawn="1"/>
        </p:nvSpPr>
        <p:spPr>
          <a:xfrm>
            <a:off x="10257964"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28" name="Marcador de número de diapositiva 1">
            <a:extLst>
              <a:ext uri="{FF2B5EF4-FFF2-40B4-BE49-F238E27FC236}">
                <a16:creationId xmlns:a16="http://schemas.microsoft.com/office/drawing/2014/main" id="{8D50867C-CB97-40D7-9852-5217F1B68BFA}"/>
              </a:ext>
            </a:extLst>
          </p:cNvPr>
          <p:cNvSpPr>
            <a:spLocks noGrp="1"/>
          </p:cNvSpPr>
          <p:nvPr>
            <p:ph type="sldNum" sz="quarter" idx="30"/>
          </p:nvPr>
        </p:nvSpPr>
        <p:spPr>
          <a:xfrm>
            <a:off x="7000489" y="7763089"/>
            <a:ext cx="629422" cy="395242"/>
          </a:xfrm>
        </p:spPr>
        <p:txBody>
          <a:bodyPr/>
          <a:lstStyle/>
          <a:p>
            <a:fld id="{B005B2D1-880E-4846-A216-7D6770BA1332}" type="slidenum">
              <a:rPr lang="es-ES" smtClean="0"/>
              <a:pPr/>
              <a:t>‹Nº›</a:t>
            </a:fld>
            <a:endParaRPr lang="es-ES" dirty="0"/>
          </a:p>
        </p:txBody>
      </p:sp>
      <p:sp>
        <p:nvSpPr>
          <p:cNvPr id="29" name="Rectángulo 28">
            <a:extLst>
              <a:ext uri="{FF2B5EF4-FFF2-40B4-BE49-F238E27FC236}">
                <a16:creationId xmlns:a16="http://schemas.microsoft.com/office/drawing/2014/main" id="{639C77E3-4418-4CF8-8DB6-6EAEF652764C}"/>
              </a:ext>
            </a:extLst>
          </p:cNvPr>
          <p:cNvSpPr/>
          <p:nvPr userDrawn="1"/>
        </p:nvSpPr>
        <p:spPr>
          <a:xfrm>
            <a:off x="521494"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19" name="Gráfico 18">
            <a:extLst>
              <a:ext uri="{FF2B5EF4-FFF2-40B4-BE49-F238E27FC236}">
                <a16:creationId xmlns:a16="http://schemas.microsoft.com/office/drawing/2014/main" id="{35B930F3-1326-4124-9326-5D4EF0AF7D55}"/>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r="69936"/>
          <a:stretch/>
        </p:blipFill>
        <p:spPr>
          <a:xfrm>
            <a:off x="13723938" y="332974"/>
            <a:ext cx="420914" cy="385200"/>
          </a:xfrm>
          <a:prstGeom prst="rect">
            <a:avLst/>
          </a:prstGeom>
        </p:spPr>
      </p:pic>
    </p:spTree>
    <p:extLst>
      <p:ext uri="{BB962C8B-B14F-4D97-AF65-F5344CB8AC3E}">
        <p14:creationId xmlns:p14="http://schemas.microsoft.com/office/powerpoint/2010/main" val="852853910"/>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Destacado rojo  02">
    <p:spTree>
      <p:nvGrpSpPr>
        <p:cNvPr id="1" name=""/>
        <p:cNvGrpSpPr/>
        <p:nvPr/>
      </p:nvGrpSpPr>
      <p:grpSpPr>
        <a:xfrm>
          <a:off x="0" y="0"/>
          <a:ext cx="0" cy="0"/>
          <a:chOff x="0" y="0"/>
          <a:chExt cx="0" cy="0"/>
        </a:xfrm>
      </p:grpSpPr>
      <p:pic>
        <p:nvPicPr>
          <p:cNvPr id="5" name="Imagen 4">
            <a:extLst>
              <a:ext uri="{FF2B5EF4-FFF2-40B4-BE49-F238E27FC236}">
                <a16:creationId xmlns:a16="http://schemas.microsoft.com/office/drawing/2014/main" id="{1E0E9459-B8E5-4C8D-B2B6-4F0E78FC7B0E}"/>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12" name="Título 11">
            <a:extLst>
              <a:ext uri="{FF2B5EF4-FFF2-40B4-BE49-F238E27FC236}">
                <a16:creationId xmlns:a16="http://schemas.microsoft.com/office/drawing/2014/main" id="{E45EE8D0-3795-421B-8794-6F214183AE2D}"/>
              </a:ext>
            </a:extLst>
          </p:cNvPr>
          <p:cNvSpPr>
            <a:spLocks noGrp="1"/>
          </p:cNvSpPr>
          <p:nvPr>
            <p:ph type="title" hasCustomPrompt="1"/>
          </p:nvPr>
        </p:nvSpPr>
        <p:spPr>
          <a:xfrm>
            <a:off x="906463" y="2321558"/>
            <a:ext cx="4811360" cy="1017545"/>
          </a:xfrm>
        </p:spPr>
        <p:txBody>
          <a:bodyPr lIns="0">
            <a:noAutofit/>
          </a:bodyPr>
          <a:lstStyle>
            <a:lvl1pPr>
              <a:defRPr sz="4300"/>
            </a:lvl1pPr>
          </a:lstStyle>
          <a:p>
            <a:r>
              <a:rPr lang="es-ES" dirty="0" err="1"/>
              <a:t>Lorem</a:t>
            </a:r>
            <a:r>
              <a:rPr lang="es-ES" dirty="0"/>
              <a:t> </a:t>
            </a:r>
            <a:r>
              <a:rPr lang="es-ES" dirty="0" err="1"/>
              <a:t>ipsum</a:t>
            </a:r>
            <a:r>
              <a:rPr lang="es-ES" dirty="0"/>
              <a:t> dolor </a:t>
            </a:r>
            <a:r>
              <a:rPr lang="es-ES" dirty="0" err="1"/>
              <a:t>sit</a:t>
            </a:r>
            <a:r>
              <a:rPr lang="es-ES" dirty="0"/>
              <a:t> </a:t>
            </a:r>
            <a:r>
              <a:rPr lang="es-ES" dirty="0" err="1"/>
              <a:t>ipsum</a:t>
            </a:r>
            <a:endParaRPr lang="es-ES" dirty="0"/>
          </a:p>
        </p:txBody>
      </p:sp>
      <p:sp>
        <p:nvSpPr>
          <p:cNvPr id="19" name="Marcador de texto 17">
            <a:extLst>
              <a:ext uri="{FF2B5EF4-FFF2-40B4-BE49-F238E27FC236}">
                <a16:creationId xmlns:a16="http://schemas.microsoft.com/office/drawing/2014/main" id="{35A5DA2D-4E6F-40F0-8594-B41F695D394D}"/>
              </a:ext>
            </a:extLst>
          </p:cNvPr>
          <p:cNvSpPr>
            <a:spLocks noGrp="1"/>
          </p:cNvSpPr>
          <p:nvPr>
            <p:ph type="body" sz="quarter" idx="28" hasCustomPrompt="1"/>
          </p:nvPr>
        </p:nvSpPr>
        <p:spPr>
          <a:xfrm>
            <a:off x="7746685" y="2734672"/>
            <a:ext cx="2322846" cy="1098511"/>
          </a:xfrm>
        </p:spPr>
        <p:txBody>
          <a:bodyPr lIns="0">
            <a:noAutofit/>
          </a:bodyPr>
          <a:lstStyle>
            <a:lvl1pPr marL="0" indent="0" algn="ctr">
              <a:lnSpc>
                <a:spcPts val="1700"/>
              </a:lnSpc>
              <a:spcBef>
                <a:spcPts val="900"/>
              </a:spcBef>
              <a:buNone/>
              <a:defRPr sz="1440" b="0">
                <a:solidFill>
                  <a:schemeClr val="bg1"/>
                </a:solidFill>
              </a:defRPr>
            </a:lvl1pPr>
          </a:lstStyle>
          <a:p>
            <a:pPr lvl="0"/>
            <a:r>
              <a:rPr lang="es-ES" dirty="0" err="1"/>
              <a:t>Conempo</a:t>
            </a:r>
            <a:r>
              <a:rPr lang="es-ES" dirty="0"/>
              <a:t> </a:t>
            </a:r>
            <a:r>
              <a:rPr lang="es-ES" dirty="0" err="1"/>
              <a:t>ribusameni-incil</a:t>
            </a:r>
            <a:r>
              <a:rPr lang="es-ES" dirty="0"/>
              <a:t> m </a:t>
            </a:r>
            <a:r>
              <a:rPr lang="es-ES" dirty="0" err="1"/>
              <a:t>Ortefec</a:t>
            </a:r>
            <a:r>
              <a:rPr lang="es-ES" dirty="0"/>
              <a:t> </a:t>
            </a:r>
            <a:r>
              <a:rPr lang="es-ES" dirty="0" err="1"/>
              <a:t>otemfacebem</a:t>
            </a:r>
            <a:r>
              <a:rPr lang="es-ES" dirty="0"/>
              <a:t> qui la </a:t>
            </a:r>
            <a:r>
              <a:rPr lang="es-ES" dirty="0" err="1"/>
              <a:t>vaste</a:t>
            </a:r>
            <a:r>
              <a:rPr lang="es-ES" dirty="0"/>
              <a:t> </a:t>
            </a:r>
            <a:r>
              <a:rPr lang="es-ES" dirty="0" err="1"/>
              <a:t>factabeme</a:t>
            </a:r>
            <a:r>
              <a:rPr lang="es-ES" dirty="0"/>
              <a:t> qui.</a:t>
            </a:r>
          </a:p>
        </p:txBody>
      </p:sp>
      <p:sp>
        <p:nvSpPr>
          <p:cNvPr id="20" name="Marcador de texto 17">
            <a:extLst>
              <a:ext uri="{FF2B5EF4-FFF2-40B4-BE49-F238E27FC236}">
                <a16:creationId xmlns:a16="http://schemas.microsoft.com/office/drawing/2014/main" id="{6F9A1F28-DDBB-46FB-AD57-A8D447F0945F}"/>
              </a:ext>
            </a:extLst>
          </p:cNvPr>
          <p:cNvSpPr>
            <a:spLocks noGrp="1"/>
          </p:cNvSpPr>
          <p:nvPr>
            <p:ph type="body" sz="quarter" idx="29" hasCustomPrompt="1"/>
          </p:nvPr>
        </p:nvSpPr>
        <p:spPr>
          <a:xfrm>
            <a:off x="7746686" y="2251915"/>
            <a:ext cx="2322845" cy="462209"/>
          </a:xfrm>
        </p:spPr>
        <p:txBody>
          <a:bodyPr lIns="0">
            <a:normAutofit/>
          </a:bodyPr>
          <a:lstStyle>
            <a:lvl1pPr marL="0" indent="0" algn="ctr">
              <a:lnSpc>
                <a:spcPts val="2800"/>
              </a:lnSpc>
              <a:buNone/>
              <a:defRPr sz="2800" b="1">
                <a:solidFill>
                  <a:schemeClr val="bg1"/>
                </a:solidFill>
              </a:defRPr>
            </a:lvl1pPr>
          </a:lstStyle>
          <a:p>
            <a:pPr lvl="0"/>
            <a:r>
              <a:rPr lang="es-ES" dirty="0" err="1"/>
              <a:t>Lorem</a:t>
            </a:r>
            <a:r>
              <a:rPr lang="es-ES" dirty="0"/>
              <a:t> </a:t>
            </a:r>
            <a:r>
              <a:rPr lang="es-ES" dirty="0" err="1"/>
              <a:t>ipsum</a:t>
            </a:r>
            <a:endParaRPr lang="es-ES" dirty="0"/>
          </a:p>
        </p:txBody>
      </p:sp>
      <p:sp>
        <p:nvSpPr>
          <p:cNvPr id="21" name="Marcador de texto 17">
            <a:extLst>
              <a:ext uri="{FF2B5EF4-FFF2-40B4-BE49-F238E27FC236}">
                <a16:creationId xmlns:a16="http://schemas.microsoft.com/office/drawing/2014/main" id="{B3CCE7E5-483B-4D05-A9C8-5D66C5A57396}"/>
              </a:ext>
            </a:extLst>
          </p:cNvPr>
          <p:cNvSpPr>
            <a:spLocks noGrp="1"/>
          </p:cNvSpPr>
          <p:nvPr>
            <p:ph type="body" sz="quarter" idx="16" hasCustomPrompt="1"/>
          </p:nvPr>
        </p:nvSpPr>
        <p:spPr>
          <a:xfrm>
            <a:off x="906463" y="3616193"/>
            <a:ext cx="5699820" cy="3411330"/>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a:t>
            </a:r>
          </a:p>
          <a:p>
            <a:pPr lvl="0"/>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a:t>
            </a:r>
            <a:r>
              <a:rPr lang="es-ES" dirty="0"/>
              <a:t>.</a:t>
            </a:r>
          </a:p>
          <a:p>
            <a:pPr marL="0" marR="0" lvl="0" indent="0" algn="l" defTabSz="1097280" rtl="0" eaLnBrk="1" fontAlgn="auto" latinLnBrk="0" hangingPunct="1">
              <a:lnSpc>
                <a:spcPts val="1700"/>
              </a:lnSpc>
              <a:spcBef>
                <a:spcPts val="900"/>
              </a:spcBef>
              <a:spcAft>
                <a:spcPts val="0"/>
              </a:spcAft>
              <a:buClr>
                <a:srgbClr val="FF3228"/>
              </a:buClr>
              <a:buSzTx/>
              <a:buFont typeface="Wingdings" panose="05000000000000000000" pitchFamily="2" charset="2"/>
              <a:buNone/>
              <a:tabLst/>
              <a:defRPr/>
            </a:pPr>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a:t>
            </a:r>
            <a:r>
              <a:rPr lang="es-ES" dirty="0"/>
              <a:t> </a:t>
            </a:r>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a:t>
            </a:r>
          </a:p>
        </p:txBody>
      </p:sp>
      <p:sp>
        <p:nvSpPr>
          <p:cNvPr id="23" name="Marcador de texto 17">
            <a:extLst>
              <a:ext uri="{FF2B5EF4-FFF2-40B4-BE49-F238E27FC236}">
                <a16:creationId xmlns:a16="http://schemas.microsoft.com/office/drawing/2014/main" id="{640C55DC-E61D-45D3-A700-DB5918588A99}"/>
              </a:ext>
            </a:extLst>
          </p:cNvPr>
          <p:cNvSpPr>
            <a:spLocks noGrp="1"/>
          </p:cNvSpPr>
          <p:nvPr>
            <p:ph type="body" sz="quarter" idx="30" hasCustomPrompt="1"/>
          </p:nvPr>
        </p:nvSpPr>
        <p:spPr>
          <a:xfrm>
            <a:off x="10947549" y="2734672"/>
            <a:ext cx="2322846" cy="1098511"/>
          </a:xfrm>
        </p:spPr>
        <p:txBody>
          <a:bodyPr lIns="0">
            <a:noAutofit/>
          </a:bodyPr>
          <a:lstStyle>
            <a:lvl1pPr marL="0" indent="0" algn="ctr">
              <a:lnSpc>
                <a:spcPts val="1700"/>
              </a:lnSpc>
              <a:spcBef>
                <a:spcPts val="900"/>
              </a:spcBef>
              <a:buNone/>
              <a:defRPr sz="1440" b="0">
                <a:solidFill>
                  <a:schemeClr val="bg1"/>
                </a:solidFill>
              </a:defRPr>
            </a:lvl1pPr>
          </a:lstStyle>
          <a:p>
            <a:pPr lvl="0"/>
            <a:r>
              <a:rPr lang="es-ES" dirty="0" err="1"/>
              <a:t>Conempo</a:t>
            </a:r>
            <a:r>
              <a:rPr lang="es-ES" dirty="0"/>
              <a:t> </a:t>
            </a:r>
            <a:r>
              <a:rPr lang="es-ES" dirty="0" err="1"/>
              <a:t>ribusameni-incil</a:t>
            </a:r>
            <a:r>
              <a:rPr lang="es-ES" dirty="0"/>
              <a:t> m </a:t>
            </a:r>
            <a:r>
              <a:rPr lang="es-ES" dirty="0" err="1"/>
              <a:t>Ortefec</a:t>
            </a:r>
            <a:r>
              <a:rPr lang="es-ES" dirty="0"/>
              <a:t> </a:t>
            </a:r>
            <a:r>
              <a:rPr lang="es-ES" dirty="0" err="1"/>
              <a:t>otemfacebem</a:t>
            </a:r>
            <a:r>
              <a:rPr lang="es-ES" dirty="0"/>
              <a:t> qui la </a:t>
            </a:r>
            <a:r>
              <a:rPr lang="es-ES" dirty="0" err="1"/>
              <a:t>vaste</a:t>
            </a:r>
            <a:r>
              <a:rPr lang="es-ES" dirty="0"/>
              <a:t> </a:t>
            </a:r>
            <a:r>
              <a:rPr lang="es-ES" dirty="0" err="1"/>
              <a:t>factabeme</a:t>
            </a:r>
            <a:r>
              <a:rPr lang="es-ES" dirty="0"/>
              <a:t> qui.</a:t>
            </a:r>
          </a:p>
        </p:txBody>
      </p:sp>
      <p:sp>
        <p:nvSpPr>
          <p:cNvPr id="24" name="Marcador de texto 17">
            <a:extLst>
              <a:ext uri="{FF2B5EF4-FFF2-40B4-BE49-F238E27FC236}">
                <a16:creationId xmlns:a16="http://schemas.microsoft.com/office/drawing/2014/main" id="{24A76FCA-CB34-4B58-8F61-D8981ED6F85C}"/>
              </a:ext>
            </a:extLst>
          </p:cNvPr>
          <p:cNvSpPr>
            <a:spLocks noGrp="1"/>
          </p:cNvSpPr>
          <p:nvPr>
            <p:ph type="body" sz="quarter" idx="31" hasCustomPrompt="1"/>
          </p:nvPr>
        </p:nvSpPr>
        <p:spPr>
          <a:xfrm>
            <a:off x="10947550" y="2251915"/>
            <a:ext cx="2322845" cy="462209"/>
          </a:xfrm>
        </p:spPr>
        <p:txBody>
          <a:bodyPr lIns="0">
            <a:normAutofit/>
          </a:bodyPr>
          <a:lstStyle>
            <a:lvl1pPr marL="0" indent="0" algn="ctr">
              <a:lnSpc>
                <a:spcPts val="2800"/>
              </a:lnSpc>
              <a:buNone/>
              <a:defRPr sz="2800" b="1">
                <a:solidFill>
                  <a:schemeClr val="bg1"/>
                </a:solidFill>
              </a:defRPr>
            </a:lvl1pPr>
          </a:lstStyle>
          <a:p>
            <a:pPr lvl="0"/>
            <a:r>
              <a:rPr lang="es-ES" dirty="0" err="1"/>
              <a:t>Lorem</a:t>
            </a:r>
            <a:r>
              <a:rPr lang="es-ES" dirty="0"/>
              <a:t> </a:t>
            </a:r>
            <a:r>
              <a:rPr lang="es-ES" dirty="0" err="1"/>
              <a:t>ipsum</a:t>
            </a:r>
            <a:endParaRPr lang="es-ES" dirty="0"/>
          </a:p>
        </p:txBody>
      </p:sp>
      <p:sp>
        <p:nvSpPr>
          <p:cNvPr id="28" name="Marcador de texto 17">
            <a:extLst>
              <a:ext uri="{FF2B5EF4-FFF2-40B4-BE49-F238E27FC236}">
                <a16:creationId xmlns:a16="http://schemas.microsoft.com/office/drawing/2014/main" id="{952B7A81-FFDE-4C63-97B3-995F4AC8BA8A}"/>
              </a:ext>
            </a:extLst>
          </p:cNvPr>
          <p:cNvSpPr>
            <a:spLocks noGrp="1"/>
          </p:cNvSpPr>
          <p:nvPr>
            <p:ph type="body" sz="quarter" idx="32" hasCustomPrompt="1"/>
          </p:nvPr>
        </p:nvSpPr>
        <p:spPr>
          <a:xfrm>
            <a:off x="7746685" y="6039330"/>
            <a:ext cx="2322846" cy="1098511"/>
          </a:xfrm>
        </p:spPr>
        <p:txBody>
          <a:bodyPr lIns="0">
            <a:noAutofit/>
          </a:bodyPr>
          <a:lstStyle>
            <a:lvl1pPr marL="0" indent="0" algn="ctr">
              <a:lnSpc>
                <a:spcPts val="1700"/>
              </a:lnSpc>
              <a:spcBef>
                <a:spcPts val="900"/>
              </a:spcBef>
              <a:buNone/>
              <a:defRPr sz="1440" b="0">
                <a:solidFill>
                  <a:schemeClr val="bg1"/>
                </a:solidFill>
              </a:defRPr>
            </a:lvl1pPr>
          </a:lstStyle>
          <a:p>
            <a:pPr lvl="0"/>
            <a:r>
              <a:rPr lang="es-ES" dirty="0" err="1"/>
              <a:t>Conempo</a:t>
            </a:r>
            <a:r>
              <a:rPr lang="es-ES" dirty="0"/>
              <a:t> </a:t>
            </a:r>
            <a:r>
              <a:rPr lang="es-ES" dirty="0" err="1"/>
              <a:t>ribusameni-incil</a:t>
            </a:r>
            <a:r>
              <a:rPr lang="es-ES" dirty="0"/>
              <a:t> m </a:t>
            </a:r>
            <a:r>
              <a:rPr lang="es-ES" dirty="0" err="1"/>
              <a:t>Ortefec</a:t>
            </a:r>
            <a:r>
              <a:rPr lang="es-ES" dirty="0"/>
              <a:t> </a:t>
            </a:r>
            <a:r>
              <a:rPr lang="es-ES" dirty="0" err="1"/>
              <a:t>otemfacebem</a:t>
            </a:r>
            <a:r>
              <a:rPr lang="es-ES" dirty="0"/>
              <a:t> qui la </a:t>
            </a:r>
            <a:r>
              <a:rPr lang="es-ES" dirty="0" err="1"/>
              <a:t>vaste</a:t>
            </a:r>
            <a:r>
              <a:rPr lang="es-ES" dirty="0"/>
              <a:t> </a:t>
            </a:r>
            <a:r>
              <a:rPr lang="es-ES" dirty="0" err="1"/>
              <a:t>factabeme</a:t>
            </a:r>
            <a:r>
              <a:rPr lang="es-ES" dirty="0"/>
              <a:t> qui.</a:t>
            </a:r>
          </a:p>
        </p:txBody>
      </p:sp>
      <p:sp>
        <p:nvSpPr>
          <p:cNvPr id="29" name="Marcador de texto 17">
            <a:extLst>
              <a:ext uri="{FF2B5EF4-FFF2-40B4-BE49-F238E27FC236}">
                <a16:creationId xmlns:a16="http://schemas.microsoft.com/office/drawing/2014/main" id="{65652406-D231-444A-977F-5CA411D79B74}"/>
              </a:ext>
            </a:extLst>
          </p:cNvPr>
          <p:cNvSpPr>
            <a:spLocks noGrp="1"/>
          </p:cNvSpPr>
          <p:nvPr>
            <p:ph type="body" sz="quarter" idx="33" hasCustomPrompt="1"/>
          </p:nvPr>
        </p:nvSpPr>
        <p:spPr>
          <a:xfrm>
            <a:off x="7746686" y="5556573"/>
            <a:ext cx="2322845" cy="462209"/>
          </a:xfrm>
        </p:spPr>
        <p:txBody>
          <a:bodyPr lIns="0">
            <a:normAutofit/>
          </a:bodyPr>
          <a:lstStyle>
            <a:lvl1pPr marL="0" indent="0" algn="ctr">
              <a:lnSpc>
                <a:spcPts val="2800"/>
              </a:lnSpc>
              <a:buNone/>
              <a:defRPr sz="2800" b="1">
                <a:solidFill>
                  <a:schemeClr val="bg1"/>
                </a:solidFill>
              </a:defRPr>
            </a:lvl1pPr>
          </a:lstStyle>
          <a:p>
            <a:pPr lvl="0"/>
            <a:r>
              <a:rPr lang="es-ES" dirty="0" err="1"/>
              <a:t>Lorem</a:t>
            </a:r>
            <a:r>
              <a:rPr lang="es-ES" dirty="0"/>
              <a:t> </a:t>
            </a:r>
            <a:r>
              <a:rPr lang="es-ES" dirty="0" err="1"/>
              <a:t>ipsum</a:t>
            </a:r>
            <a:endParaRPr lang="es-ES" dirty="0"/>
          </a:p>
        </p:txBody>
      </p:sp>
      <p:sp>
        <p:nvSpPr>
          <p:cNvPr id="30" name="Marcador de texto 17">
            <a:extLst>
              <a:ext uri="{FF2B5EF4-FFF2-40B4-BE49-F238E27FC236}">
                <a16:creationId xmlns:a16="http://schemas.microsoft.com/office/drawing/2014/main" id="{E4D2A615-C2E7-4A9B-A1AA-BB9CE7C687CB}"/>
              </a:ext>
            </a:extLst>
          </p:cNvPr>
          <p:cNvSpPr>
            <a:spLocks noGrp="1"/>
          </p:cNvSpPr>
          <p:nvPr>
            <p:ph type="body" sz="quarter" idx="34" hasCustomPrompt="1"/>
          </p:nvPr>
        </p:nvSpPr>
        <p:spPr>
          <a:xfrm>
            <a:off x="10947549" y="6039330"/>
            <a:ext cx="2322846" cy="1098511"/>
          </a:xfrm>
        </p:spPr>
        <p:txBody>
          <a:bodyPr lIns="0">
            <a:noAutofit/>
          </a:bodyPr>
          <a:lstStyle>
            <a:lvl1pPr marL="0" indent="0" algn="ctr">
              <a:lnSpc>
                <a:spcPts val="1700"/>
              </a:lnSpc>
              <a:spcBef>
                <a:spcPts val="900"/>
              </a:spcBef>
              <a:buNone/>
              <a:defRPr sz="1440" b="0">
                <a:solidFill>
                  <a:schemeClr val="bg1"/>
                </a:solidFill>
              </a:defRPr>
            </a:lvl1pPr>
          </a:lstStyle>
          <a:p>
            <a:pPr lvl="0"/>
            <a:r>
              <a:rPr lang="es-ES" dirty="0" err="1"/>
              <a:t>Conempo</a:t>
            </a:r>
            <a:r>
              <a:rPr lang="es-ES" dirty="0"/>
              <a:t> </a:t>
            </a:r>
            <a:r>
              <a:rPr lang="es-ES" dirty="0" err="1"/>
              <a:t>ribusameni-incil</a:t>
            </a:r>
            <a:r>
              <a:rPr lang="es-ES" dirty="0"/>
              <a:t> m </a:t>
            </a:r>
            <a:r>
              <a:rPr lang="es-ES" dirty="0" err="1"/>
              <a:t>Ortefec</a:t>
            </a:r>
            <a:r>
              <a:rPr lang="es-ES" dirty="0"/>
              <a:t> </a:t>
            </a:r>
            <a:r>
              <a:rPr lang="es-ES" dirty="0" err="1"/>
              <a:t>otemfacebem</a:t>
            </a:r>
            <a:r>
              <a:rPr lang="es-ES" dirty="0"/>
              <a:t> qui la </a:t>
            </a:r>
            <a:r>
              <a:rPr lang="es-ES" dirty="0" err="1"/>
              <a:t>vaste</a:t>
            </a:r>
            <a:r>
              <a:rPr lang="es-ES" dirty="0"/>
              <a:t> </a:t>
            </a:r>
            <a:r>
              <a:rPr lang="es-ES" dirty="0" err="1"/>
              <a:t>factabeme</a:t>
            </a:r>
            <a:r>
              <a:rPr lang="es-ES" dirty="0"/>
              <a:t> qui.</a:t>
            </a:r>
          </a:p>
        </p:txBody>
      </p:sp>
      <p:sp>
        <p:nvSpPr>
          <p:cNvPr id="31" name="Marcador de texto 17">
            <a:extLst>
              <a:ext uri="{FF2B5EF4-FFF2-40B4-BE49-F238E27FC236}">
                <a16:creationId xmlns:a16="http://schemas.microsoft.com/office/drawing/2014/main" id="{672FC0A1-441D-4DF9-82A5-463E836C04E9}"/>
              </a:ext>
            </a:extLst>
          </p:cNvPr>
          <p:cNvSpPr>
            <a:spLocks noGrp="1"/>
          </p:cNvSpPr>
          <p:nvPr>
            <p:ph type="body" sz="quarter" idx="35" hasCustomPrompt="1"/>
          </p:nvPr>
        </p:nvSpPr>
        <p:spPr>
          <a:xfrm>
            <a:off x="10947550" y="5556573"/>
            <a:ext cx="2322845" cy="462209"/>
          </a:xfrm>
        </p:spPr>
        <p:txBody>
          <a:bodyPr lIns="0">
            <a:normAutofit/>
          </a:bodyPr>
          <a:lstStyle>
            <a:lvl1pPr marL="0" indent="0" algn="ctr">
              <a:lnSpc>
                <a:spcPts val="2800"/>
              </a:lnSpc>
              <a:buNone/>
              <a:defRPr sz="2800" b="1">
                <a:solidFill>
                  <a:schemeClr val="bg1"/>
                </a:solidFill>
              </a:defRPr>
            </a:lvl1pPr>
          </a:lstStyle>
          <a:p>
            <a:pPr lvl="0"/>
            <a:r>
              <a:rPr lang="es-ES" dirty="0" err="1"/>
              <a:t>Lorem</a:t>
            </a:r>
            <a:r>
              <a:rPr lang="es-ES" dirty="0"/>
              <a:t> </a:t>
            </a:r>
            <a:r>
              <a:rPr lang="es-ES" dirty="0" err="1"/>
              <a:t>ipsum</a:t>
            </a:r>
            <a:endParaRPr lang="es-ES" dirty="0"/>
          </a:p>
        </p:txBody>
      </p:sp>
      <p:sp>
        <p:nvSpPr>
          <p:cNvPr id="22" name="CuadroTexto 21">
            <a:extLst>
              <a:ext uri="{FF2B5EF4-FFF2-40B4-BE49-F238E27FC236}">
                <a16:creationId xmlns:a16="http://schemas.microsoft.com/office/drawing/2014/main" id="{644EF380-0C7D-45AD-A55E-F881B7F6A929}"/>
              </a:ext>
            </a:extLst>
          </p:cNvPr>
          <p:cNvSpPr txBox="1"/>
          <p:nvPr userDrawn="1"/>
        </p:nvSpPr>
        <p:spPr>
          <a:xfrm>
            <a:off x="10257964"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26" name="Marcador de número de diapositiva 1">
            <a:extLst>
              <a:ext uri="{FF2B5EF4-FFF2-40B4-BE49-F238E27FC236}">
                <a16:creationId xmlns:a16="http://schemas.microsoft.com/office/drawing/2014/main" id="{557DF84F-68CD-4ED4-AF98-9ED42A626691}"/>
              </a:ext>
            </a:extLst>
          </p:cNvPr>
          <p:cNvSpPr>
            <a:spLocks noGrp="1"/>
          </p:cNvSpPr>
          <p:nvPr>
            <p:ph type="sldNum" sz="quarter" idx="39"/>
          </p:nvPr>
        </p:nvSpPr>
        <p:spPr>
          <a:xfrm>
            <a:off x="7000489" y="7763089"/>
            <a:ext cx="629422" cy="395242"/>
          </a:xfrm>
        </p:spPr>
        <p:txBody>
          <a:bodyPr/>
          <a:lstStyle/>
          <a:p>
            <a:fld id="{B005B2D1-880E-4846-A216-7D6770BA1332}" type="slidenum">
              <a:rPr lang="es-ES" smtClean="0"/>
              <a:pPr/>
              <a:t>‹Nº›</a:t>
            </a:fld>
            <a:endParaRPr lang="es-ES" dirty="0"/>
          </a:p>
        </p:txBody>
      </p:sp>
      <p:sp>
        <p:nvSpPr>
          <p:cNvPr id="27" name="Rectángulo 26">
            <a:extLst>
              <a:ext uri="{FF2B5EF4-FFF2-40B4-BE49-F238E27FC236}">
                <a16:creationId xmlns:a16="http://schemas.microsoft.com/office/drawing/2014/main" id="{54620D0E-5FB3-4449-B3FB-098759747B01}"/>
              </a:ext>
            </a:extLst>
          </p:cNvPr>
          <p:cNvSpPr/>
          <p:nvPr userDrawn="1"/>
        </p:nvSpPr>
        <p:spPr>
          <a:xfrm>
            <a:off x="521494"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 name="Rectángulo 1">
            <a:extLst>
              <a:ext uri="{FF2B5EF4-FFF2-40B4-BE49-F238E27FC236}">
                <a16:creationId xmlns:a16="http://schemas.microsoft.com/office/drawing/2014/main" id="{8AD7ECDB-3C05-4359-9990-A2DC139303D4}"/>
              </a:ext>
            </a:extLst>
          </p:cNvPr>
          <p:cNvSpPr/>
          <p:nvPr userDrawn="1"/>
        </p:nvSpPr>
        <p:spPr>
          <a:xfrm>
            <a:off x="762000" y="704851"/>
            <a:ext cx="1917700" cy="110043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18" name="Gráfico 17">
            <a:extLst>
              <a:ext uri="{FF2B5EF4-FFF2-40B4-BE49-F238E27FC236}">
                <a16:creationId xmlns:a16="http://schemas.microsoft.com/office/drawing/2014/main" id="{13820B1A-6554-4612-97C5-B3400B6E69B8}"/>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r="69936"/>
          <a:stretch/>
        </p:blipFill>
        <p:spPr>
          <a:xfrm>
            <a:off x="13723938" y="332974"/>
            <a:ext cx="420914" cy="385200"/>
          </a:xfrm>
          <a:prstGeom prst="rect">
            <a:avLst/>
          </a:prstGeom>
        </p:spPr>
      </p:pic>
    </p:spTree>
    <p:extLst>
      <p:ext uri="{BB962C8B-B14F-4D97-AF65-F5344CB8AC3E}">
        <p14:creationId xmlns:p14="http://schemas.microsoft.com/office/powerpoint/2010/main" val="2106874694"/>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Destacado colores">
    <p:spTree>
      <p:nvGrpSpPr>
        <p:cNvPr id="1" name=""/>
        <p:cNvGrpSpPr/>
        <p:nvPr/>
      </p:nvGrpSpPr>
      <p:grpSpPr>
        <a:xfrm>
          <a:off x="0" y="0"/>
          <a:ext cx="0" cy="0"/>
          <a:chOff x="0" y="0"/>
          <a:chExt cx="0" cy="0"/>
        </a:xfrm>
      </p:grpSpPr>
      <p:pic>
        <p:nvPicPr>
          <p:cNvPr id="9" name="Imagen 8">
            <a:extLst>
              <a:ext uri="{FF2B5EF4-FFF2-40B4-BE49-F238E27FC236}">
                <a16:creationId xmlns:a16="http://schemas.microsoft.com/office/drawing/2014/main" id="{26986D22-5C54-45CD-801F-AFB0BE290054}"/>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19" name="Marcador de texto 17">
            <a:extLst>
              <a:ext uri="{FF2B5EF4-FFF2-40B4-BE49-F238E27FC236}">
                <a16:creationId xmlns:a16="http://schemas.microsoft.com/office/drawing/2014/main" id="{35A5DA2D-4E6F-40F0-8594-B41F695D394D}"/>
              </a:ext>
            </a:extLst>
          </p:cNvPr>
          <p:cNvSpPr>
            <a:spLocks noGrp="1"/>
          </p:cNvSpPr>
          <p:nvPr>
            <p:ph type="body" sz="quarter" idx="28" hasCustomPrompt="1"/>
          </p:nvPr>
        </p:nvSpPr>
        <p:spPr>
          <a:xfrm>
            <a:off x="7787781" y="2259914"/>
            <a:ext cx="2322846" cy="1511625"/>
          </a:xfrm>
        </p:spPr>
        <p:txBody>
          <a:bodyPr lIns="0">
            <a:noAutofit/>
          </a:bodyPr>
          <a:lstStyle>
            <a:lvl1pPr marL="0" indent="0" algn="l">
              <a:lnSpc>
                <a:spcPts val="1700"/>
              </a:lnSpc>
              <a:spcBef>
                <a:spcPts val="900"/>
              </a:spcBef>
              <a:buNone/>
              <a:defRPr sz="1440" b="0">
                <a:solidFill>
                  <a:schemeClr val="bg1"/>
                </a:solidFill>
              </a:defRPr>
            </a:lvl1pPr>
          </a:lstStyle>
          <a:p>
            <a:pPr lvl="0"/>
            <a:r>
              <a:rPr lang="es-ES" dirty="0" err="1"/>
              <a:t>Conempo</a:t>
            </a:r>
            <a:r>
              <a:rPr lang="es-ES" dirty="0"/>
              <a:t> </a:t>
            </a:r>
            <a:r>
              <a:rPr lang="es-ES" dirty="0" err="1"/>
              <a:t>ribusameni-incil</a:t>
            </a:r>
            <a:r>
              <a:rPr lang="es-ES" dirty="0"/>
              <a:t> m </a:t>
            </a:r>
            <a:r>
              <a:rPr lang="es-ES" dirty="0" err="1"/>
              <a:t>Ortefec</a:t>
            </a:r>
            <a:r>
              <a:rPr lang="es-ES" dirty="0"/>
              <a:t> </a:t>
            </a:r>
            <a:r>
              <a:rPr lang="es-ES" dirty="0" err="1"/>
              <a:t>otemfacebem</a:t>
            </a:r>
            <a:r>
              <a:rPr lang="es-ES" dirty="0"/>
              <a:t> qui la </a:t>
            </a:r>
            <a:r>
              <a:rPr lang="es-ES" dirty="0" err="1"/>
              <a:t>vaste</a:t>
            </a:r>
            <a:r>
              <a:rPr lang="es-ES" dirty="0"/>
              <a:t> </a:t>
            </a:r>
            <a:r>
              <a:rPr lang="es-ES" dirty="0" err="1"/>
              <a:t>factabeme</a:t>
            </a:r>
            <a:r>
              <a:rPr lang="es-ES" dirty="0"/>
              <a:t> qui.</a:t>
            </a:r>
          </a:p>
        </p:txBody>
      </p:sp>
      <p:sp>
        <p:nvSpPr>
          <p:cNvPr id="21" name="Marcador de texto 17">
            <a:extLst>
              <a:ext uri="{FF2B5EF4-FFF2-40B4-BE49-F238E27FC236}">
                <a16:creationId xmlns:a16="http://schemas.microsoft.com/office/drawing/2014/main" id="{B3CCE7E5-483B-4D05-A9C8-5D66C5A57396}"/>
              </a:ext>
            </a:extLst>
          </p:cNvPr>
          <p:cNvSpPr>
            <a:spLocks noGrp="1"/>
          </p:cNvSpPr>
          <p:nvPr>
            <p:ph type="body" sz="quarter" idx="16" hasCustomPrompt="1"/>
          </p:nvPr>
        </p:nvSpPr>
        <p:spPr>
          <a:xfrm>
            <a:off x="906463" y="3616193"/>
            <a:ext cx="5699820" cy="3411330"/>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a:t>
            </a:r>
          </a:p>
          <a:p>
            <a:pPr lvl="0"/>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a:t>
            </a:r>
            <a:r>
              <a:rPr lang="es-ES" dirty="0"/>
              <a:t>.</a:t>
            </a:r>
          </a:p>
          <a:p>
            <a:pPr marL="0" marR="0" lvl="0" indent="0" algn="l" defTabSz="1097280" rtl="0" eaLnBrk="1" fontAlgn="auto" latinLnBrk="0" hangingPunct="1">
              <a:lnSpc>
                <a:spcPts val="1700"/>
              </a:lnSpc>
              <a:spcBef>
                <a:spcPts val="900"/>
              </a:spcBef>
              <a:spcAft>
                <a:spcPts val="0"/>
              </a:spcAft>
              <a:buClr>
                <a:srgbClr val="FF3228"/>
              </a:buClr>
              <a:buSzTx/>
              <a:buFont typeface="Wingdings" panose="05000000000000000000" pitchFamily="2" charset="2"/>
              <a:buNone/>
              <a:tabLst/>
              <a:defRPr/>
            </a:pPr>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a:t>
            </a:r>
            <a:r>
              <a:rPr lang="es-ES" dirty="0"/>
              <a:t> </a:t>
            </a:r>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a:t>
            </a:r>
          </a:p>
        </p:txBody>
      </p:sp>
      <p:sp>
        <p:nvSpPr>
          <p:cNvPr id="22" name="Marcador de texto 17">
            <a:extLst>
              <a:ext uri="{FF2B5EF4-FFF2-40B4-BE49-F238E27FC236}">
                <a16:creationId xmlns:a16="http://schemas.microsoft.com/office/drawing/2014/main" id="{114F4AE1-74F7-4029-901C-5429DFBF3F8C}"/>
              </a:ext>
            </a:extLst>
          </p:cNvPr>
          <p:cNvSpPr>
            <a:spLocks noGrp="1"/>
          </p:cNvSpPr>
          <p:nvPr>
            <p:ph type="body" sz="quarter" idx="35" hasCustomPrompt="1"/>
          </p:nvPr>
        </p:nvSpPr>
        <p:spPr>
          <a:xfrm>
            <a:off x="7787781" y="1948037"/>
            <a:ext cx="2322846" cy="311877"/>
          </a:xfrm>
        </p:spPr>
        <p:txBody>
          <a:bodyPr lIns="0">
            <a:noAutofit/>
          </a:bodyPr>
          <a:lstStyle>
            <a:lvl1pPr marL="0" indent="0" algn="l">
              <a:lnSpc>
                <a:spcPts val="1700"/>
              </a:lnSpc>
              <a:spcBef>
                <a:spcPts val="900"/>
              </a:spcBef>
              <a:buNone/>
              <a:defRPr sz="1440" b="1">
                <a:solidFill>
                  <a:schemeClr val="bg1"/>
                </a:solidFill>
              </a:defRPr>
            </a:lvl1pPr>
          </a:lstStyle>
          <a:p>
            <a:pPr lvl="0"/>
            <a:r>
              <a:rPr lang="es-ES" dirty="0" err="1"/>
              <a:t>Lorem</a:t>
            </a:r>
            <a:r>
              <a:rPr lang="es-ES" dirty="0"/>
              <a:t> </a:t>
            </a:r>
            <a:r>
              <a:rPr lang="es-ES" dirty="0" err="1"/>
              <a:t>ipsum</a:t>
            </a:r>
            <a:endParaRPr lang="es-ES" dirty="0"/>
          </a:p>
        </p:txBody>
      </p:sp>
      <p:sp>
        <p:nvSpPr>
          <p:cNvPr id="26" name="Marcador de texto 17">
            <a:extLst>
              <a:ext uri="{FF2B5EF4-FFF2-40B4-BE49-F238E27FC236}">
                <a16:creationId xmlns:a16="http://schemas.microsoft.com/office/drawing/2014/main" id="{2BD66F45-9FAC-43B8-83DB-5241323618B8}"/>
              </a:ext>
            </a:extLst>
          </p:cNvPr>
          <p:cNvSpPr>
            <a:spLocks noGrp="1"/>
          </p:cNvSpPr>
          <p:nvPr>
            <p:ph type="body" sz="quarter" idx="36" hasCustomPrompt="1"/>
          </p:nvPr>
        </p:nvSpPr>
        <p:spPr>
          <a:xfrm>
            <a:off x="10991071" y="2259914"/>
            <a:ext cx="2322846" cy="1511625"/>
          </a:xfrm>
        </p:spPr>
        <p:txBody>
          <a:bodyPr lIns="0">
            <a:noAutofit/>
          </a:bodyPr>
          <a:lstStyle>
            <a:lvl1pPr marL="0" indent="0" algn="l">
              <a:lnSpc>
                <a:spcPts val="1700"/>
              </a:lnSpc>
              <a:spcBef>
                <a:spcPts val="900"/>
              </a:spcBef>
              <a:buNone/>
              <a:defRPr sz="1440" b="0">
                <a:solidFill>
                  <a:schemeClr val="bg1"/>
                </a:solidFill>
              </a:defRPr>
            </a:lvl1pPr>
          </a:lstStyle>
          <a:p>
            <a:pPr lvl="0"/>
            <a:r>
              <a:rPr lang="es-ES" dirty="0" err="1"/>
              <a:t>Conempo</a:t>
            </a:r>
            <a:r>
              <a:rPr lang="es-ES" dirty="0"/>
              <a:t> </a:t>
            </a:r>
            <a:r>
              <a:rPr lang="es-ES" dirty="0" err="1"/>
              <a:t>ribusameni-incil</a:t>
            </a:r>
            <a:r>
              <a:rPr lang="es-ES" dirty="0"/>
              <a:t> m </a:t>
            </a:r>
            <a:r>
              <a:rPr lang="es-ES" dirty="0" err="1"/>
              <a:t>Ortefec</a:t>
            </a:r>
            <a:r>
              <a:rPr lang="es-ES" dirty="0"/>
              <a:t> </a:t>
            </a:r>
            <a:r>
              <a:rPr lang="es-ES" dirty="0" err="1"/>
              <a:t>otemfacebem</a:t>
            </a:r>
            <a:r>
              <a:rPr lang="es-ES" dirty="0"/>
              <a:t> qui la </a:t>
            </a:r>
            <a:r>
              <a:rPr lang="es-ES" dirty="0" err="1"/>
              <a:t>vaste</a:t>
            </a:r>
            <a:r>
              <a:rPr lang="es-ES" dirty="0"/>
              <a:t> </a:t>
            </a:r>
            <a:r>
              <a:rPr lang="es-ES" dirty="0" err="1"/>
              <a:t>factabeme</a:t>
            </a:r>
            <a:r>
              <a:rPr lang="es-ES" dirty="0"/>
              <a:t> qui.</a:t>
            </a:r>
          </a:p>
        </p:txBody>
      </p:sp>
      <p:sp>
        <p:nvSpPr>
          <p:cNvPr id="35" name="Marcador de texto 17">
            <a:extLst>
              <a:ext uri="{FF2B5EF4-FFF2-40B4-BE49-F238E27FC236}">
                <a16:creationId xmlns:a16="http://schemas.microsoft.com/office/drawing/2014/main" id="{1713EFFF-367D-483D-B0D0-22B12F478437}"/>
              </a:ext>
            </a:extLst>
          </p:cNvPr>
          <p:cNvSpPr>
            <a:spLocks noGrp="1"/>
          </p:cNvSpPr>
          <p:nvPr>
            <p:ph type="body" sz="quarter" idx="38" hasCustomPrompt="1"/>
          </p:nvPr>
        </p:nvSpPr>
        <p:spPr>
          <a:xfrm>
            <a:off x="10991071" y="1948037"/>
            <a:ext cx="2322846" cy="311877"/>
          </a:xfrm>
        </p:spPr>
        <p:txBody>
          <a:bodyPr lIns="0">
            <a:noAutofit/>
          </a:bodyPr>
          <a:lstStyle>
            <a:lvl1pPr marL="0" indent="0" algn="l">
              <a:lnSpc>
                <a:spcPts val="1700"/>
              </a:lnSpc>
              <a:spcBef>
                <a:spcPts val="900"/>
              </a:spcBef>
              <a:buNone/>
              <a:defRPr sz="1440" b="1">
                <a:solidFill>
                  <a:schemeClr val="bg1"/>
                </a:solidFill>
              </a:defRPr>
            </a:lvl1pPr>
          </a:lstStyle>
          <a:p>
            <a:pPr lvl="0"/>
            <a:r>
              <a:rPr lang="es-ES" dirty="0" err="1"/>
              <a:t>Lorem</a:t>
            </a:r>
            <a:r>
              <a:rPr lang="es-ES" dirty="0"/>
              <a:t> </a:t>
            </a:r>
            <a:r>
              <a:rPr lang="es-ES" dirty="0" err="1"/>
              <a:t>ipsum</a:t>
            </a:r>
            <a:endParaRPr lang="es-ES" dirty="0"/>
          </a:p>
        </p:txBody>
      </p:sp>
      <p:sp>
        <p:nvSpPr>
          <p:cNvPr id="36" name="Marcador de texto 17">
            <a:extLst>
              <a:ext uri="{FF2B5EF4-FFF2-40B4-BE49-F238E27FC236}">
                <a16:creationId xmlns:a16="http://schemas.microsoft.com/office/drawing/2014/main" id="{F071EB78-1826-4A44-AEF0-39004E6D4A0B}"/>
              </a:ext>
            </a:extLst>
          </p:cNvPr>
          <p:cNvSpPr>
            <a:spLocks noGrp="1"/>
          </p:cNvSpPr>
          <p:nvPr>
            <p:ph type="body" sz="quarter" idx="39" hasCustomPrompt="1"/>
          </p:nvPr>
        </p:nvSpPr>
        <p:spPr>
          <a:xfrm>
            <a:off x="7787781" y="5475053"/>
            <a:ext cx="2322846" cy="1511625"/>
          </a:xfrm>
        </p:spPr>
        <p:txBody>
          <a:bodyPr lIns="0">
            <a:noAutofit/>
          </a:bodyPr>
          <a:lstStyle>
            <a:lvl1pPr marL="0" indent="0" algn="l">
              <a:lnSpc>
                <a:spcPts val="1700"/>
              </a:lnSpc>
              <a:spcBef>
                <a:spcPts val="900"/>
              </a:spcBef>
              <a:buNone/>
              <a:defRPr sz="1440" b="0">
                <a:solidFill>
                  <a:schemeClr val="bg1"/>
                </a:solidFill>
              </a:defRPr>
            </a:lvl1pPr>
          </a:lstStyle>
          <a:p>
            <a:pPr lvl="0"/>
            <a:r>
              <a:rPr lang="es-ES" dirty="0" err="1"/>
              <a:t>Conempo</a:t>
            </a:r>
            <a:r>
              <a:rPr lang="es-ES" dirty="0"/>
              <a:t> </a:t>
            </a:r>
            <a:r>
              <a:rPr lang="es-ES" dirty="0" err="1"/>
              <a:t>ribusameni-incil</a:t>
            </a:r>
            <a:r>
              <a:rPr lang="es-ES" dirty="0"/>
              <a:t> m </a:t>
            </a:r>
            <a:r>
              <a:rPr lang="es-ES" dirty="0" err="1"/>
              <a:t>Ortefec</a:t>
            </a:r>
            <a:r>
              <a:rPr lang="es-ES" dirty="0"/>
              <a:t> </a:t>
            </a:r>
            <a:r>
              <a:rPr lang="es-ES" dirty="0" err="1"/>
              <a:t>otemfacebem</a:t>
            </a:r>
            <a:r>
              <a:rPr lang="es-ES" dirty="0"/>
              <a:t> qui la </a:t>
            </a:r>
            <a:r>
              <a:rPr lang="es-ES" dirty="0" err="1"/>
              <a:t>vaste</a:t>
            </a:r>
            <a:r>
              <a:rPr lang="es-ES" dirty="0"/>
              <a:t> </a:t>
            </a:r>
            <a:r>
              <a:rPr lang="es-ES" dirty="0" err="1"/>
              <a:t>factabeme</a:t>
            </a:r>
            <a:r>
              <a:rPr lang="es-ES" dirty="0"/>
              <a:t> qui.</a:t>
            </a:r>
          </a:p>
        </p:txBody>
      </p:sp>
      <p:sp>
        <p:nvSpPr>
          <p:cNvPr id="38" name="Marcador de texto 17">
            <a:extLst>
              <a:ext uri="{FF2B5EF4-FFF2-40B4-BE49-F238E27FC236}">
                <a16:creationId xmlns:a16="http://schemas.microsoft.com/office/drawing/2014/main" id="{3DE0E9A8-85D2-4F48-8695-20F26F121594}"/>
              </a:ext>
            </a:extLst>
          </p:cNvPr>
          <p:cNvSpPr>
            <a:spLocks noGrp="1"/>
          </p:cNvSpPr>
          <p:nvPr>
            <p:ph type="body" sz="quarter" idx="41" hasCustomPrompt="1"/>
          </p:nvPr>
        </p:nvSpPr>
        <p:spPr>
          <a:xfrm>
            <a:off x="7787781" y="5163176"/>
            <a:ext cx="2322846" cy="311877"/>
          </a:xfrm>
        </p:spPr>
        <p:txBody>
          <a:bodyPr lIns="0">
            <a:noAutofit/>
          </a:bodyPr>
          <a:lstStyle>
            <a:lvl1pPr marL="0" indent="0" algn="l">
              <a:lnSpc>
                <a:spcPts val="1700"/>
              </a:lnSpc>
              <a:spcBef>
                <a:spcPts val="900"/>
              </a:spcBef>
              <a:buNone/>
              <a:defRPr sz="1440" b="1">
                <a:solidFill>
                  <a:schemeClr val="bg1"/>
                </a:solidFill>
              </a:defRPr>
            </a:lvl1pPr>
          </a:lstStyle>
          <a:p>
            <a:pPr lvl="0"/>
            <a:r>
              <a:rPr lang="es-ES" dirty="0" err="1"/>
              <a:t>Lorem</a:t>
            </a:r>
            <a:r>
              <a:rPr lang="es-ES" dirty="0"/>
              <a:t> </a:t>
            </a:r>
            <a:r>
              <a:rPr lang="es-ES" dirty="0" err="1"/>
              <a:t>ipsum</a:t>
            </a:r>
            <a:endParaRPr lang="es-ES" dirty="0"/>
          </a:p>
        </p:txBody>
      </p:sp>
      <p:sp>
        <p:nvSpPr>
          <p:cNvPr id="39" name="Marcador de texto 17">
            <a:extLst>
              <a:ext uri="{FF2B5EF4-FFF2-40B4-BE49-F238E27FC236}">
                <a16:creationId xmlns:a16="http://schemas.microsoft.com/office/drawing/2014/main" id="{C83C1353-E0DC-4E36-A5D1-984917E34AEA}"/>
              </a:ext>
            </a:extLst>
          </p:cNvPr>
          <p:cNvSpPr>
            <a:spLocks noGrp="1"/>
          </p:cNvSpPr>
          <p:nvPr>
            <p:ph type="body" sz="quarter" idx="42" hasCustomPrompt="1"/>
          </p:nvPr>
        </p:nvSpPr>
        <p:spPr>
          <a:xfrm>
            <a:off x="10991071" y="5475053"/>
            <a:ext cx="2322846" cy="1511625"/>
          </a:xfrm>
        </p:spPr>
        <p:txBody>
          <a:bodyPr lIns="0">
            <a:noAutofit/>
          </a:bodyPr>
          <a:lstStyle>
            <a:lvl1pPr marL="0" indent="0" algn="l">
              <a:lnSpc>
                <a:spcPts val="1700"/>
              </a:lnSpc>
              <a:spcBef>
                <a:spcPts val="900"/>
              </a:spcBef>
              <a:buNone/>
              <a:defRPr sz="1440" b="0">
                <a:solidFill>
                  <a:schemeClr val="bg1"/>
                </a:solidFill>
              </a:defRPr>
            </a:lvl1pPr>
          </a:lstStyle>
          <a:p>
            <a:pPr lvl="0"/>
            <a:r>
              <a:rPr lang="es-ES" dirty="0" err="1"/>
              <a:t>Conempo</a:t>
            </a:r>
            <a:r>
              <a:rPr lang="es-ES" dirty="0"/>
              <a:t> </a:t>
            </a:r>
            <a:r>
              <a:rPr lang="es-ES" dirty="0" err="1"/>
              <a:t>ribusameni-incil</a:t>
            </a:r>
            <a:r>
              <a:rPr lang="es-ES" dirty="0"/>
              <a:t> m </a:t>
            </a:r>
            <a:r>
              <a:rPr lang="es-ES" dirty="0" err="1"/>
              <a:t>Ortefec</a:t>
            </a:r>
            <a:r>
              <a:rPr lang="es-ES" dirty="0"/>
              <a:t> </a:t>
            </a:r>
            <a:r>
              <a:rPr lang="es-ES" dirty="0" err="1"/>
              <a:t>otemfacebem</a:t>
            </a:r>
            <a:r>
              <a:rPr lang="es-ES" dirty="0"/>
              <a:t> qui la </a:t>
            </a:r>
            <a:r>
              <a:rPr lang="es-ES" dirty="0" err="1"/>
              <a:t>vaste</a:t>
            </a:r>
            <a:r>
              <a:rPr lang="es-ES" dirty="0"/>
              <a:t> </a:t>
            </a:r>
            <a:r>
              <a:rPr lang="es-ES" dirty="0" err="1"/>
              <a:t>factabeme</a:t>
            </a:r>
            <a:r>
              <a:rPr lang="es-ES" dirty="0"/>
              <a:t> qui.</a:t>
            </a:r>
          </a:p>
        </p:txBody>
      </p:sp>
      <p:sp>
        <p:nvSpPr>
          <p:cNvPr id="41" name="Marcador de texto 17">
            <a:extLst>
              <a:ext uri="{FF2B5EF4-FFF2-40B4-BE49-F238E27FC236}">
                <a16:creationId xmlns:a16="http://schemas.microsoft.com/office/drawing/2014/main" id="{DEEB8856-EE5D-4CF9-8422-8DF5732787B4}"/>
              </a:ext>
            </a:extLst>
          </p:cNvPr>
          <p:cNvSpPr>
            <a:spLocks noGrp="1"/>
          </p:cNvSpPr>
          <p:nvPr>
            <p:ph type="body" sz="quarter" idx="44" hasCustomPrompt="1"/>
          </p:nvPr>
        </p:nvSpPr>
        <p:spPr>
          <a:xfrm>
            <a:off x="10991071" y="5163176"/>
            <a:ext cx="2322846" cy="311877"/>
          </a:xfrm>
        </p:spPr>
        <p:txBody>
          <a:bodyPr lIns="0">
            <a:noAutofit/>
          </a:bodyPr>
          <a:lstStyle>
            <a:lvl1pPr marL="0" indent="0" algn="l">
              <a:lnSpc>
                <a:spcPts val="1700"/>
              </a:lnSpc>
              <a:spcBef>
                <a:spcPts val="900"/>
              </a:spcBef>
              <a:buNone/>
              <a:defRPr sz="1440" b="1">
                <a:solidFill>
                  <a:schemeClr val="bg1"/>
                </a:solidFill>
              </a:defRPr>
            </a:lvl1pPr>
          </a:lstStyle>
          <a:p>
            <a:pPr lvl="0"/>
            <a:r>
              <a:rPr lang="es-ES" dirty="0" err="1"/>
              <a:t>Lorem</a:t>
            </a:r>
            <a:r>
              <a:rPr lang="es-ES" dirty="0"/>
              <a:t> </a:t>
            </a:r>
            <a:r>
              <a:rPr lang="es-ES" dirty="0" err="1"/>
              <a:t>ipsum</a:t>
            </a:r>
            <a:endParaRPr lang="es-ES" dirty="0"/>
          </a:p>
        </p:txBody>
      </p:sp>
      <p:sp>
        <p:nvSpPr>
          <p:cNvPr id="42" name="Marcador de texto 13">
            <a:extLst>
              <a:ext uri="{FF2B5EF4-FFF2-40B4-BE49-F238E27FC236}">
                <a16:creationId xmlns:a16="http://schemas.microsoft.com/office/drawing/2014/main" id="{05A97F12-6419-488E-A7B5-B28ED4F83029}"/>
              </a:ext>
            </a:extLst>
          </p:cNvPr>
          <p:cNvSpPr>
            <a:spLocks noGrp="1"/>
          </p:cNvSpPr>
          <p:nvPr>
            <p:ph type="body" sz="quarter" idx="45" hasCustomPrompt="1"/>
          </p:nvPr>
        </p:nvSpPr>
        <p:spPr>
          <a:xfrm>
            <a:off x="7789209" y="1548956"/>
            <a:ext cx="2321418" cy="238748"/>
          </a:xfrm>
        </p:spPr>
        <p:txBody>
          <a:bodyPr lIns="0">
            <a:noAutofit/>
          </a:bodyPr>
          <a:lstStyle>
            <a:lvl1pPr marL="0" indent="0">
              <a:buNone/>
              <a:defRPr lang="es-ES" sz="4900" b="1" kern="1200" dirty="0" smtClean="0">
                <a:solidFill>
                  <a:schemeClr val="bg1"/>
                </a:solidFill>
                <a:latin typeface="Century Gothic" panose="020B0502020202020204" pitchFamily="34" charset="0"/>
                <a:ea typeface="+mn-ea"/>
                <a:cs typeface="+mn-cs"/>
              </a:defRPr>
            </a:lvl1pPr>
          </a:lstStyle>
          <a:p>
            <a:pPr lvl="0"/>
            <a:r>
              <a:rPr lang="es-ES" dirty="0"/>
              <a:t>480</a:t>
            </a:r>
          </a:p>
        </p:txBody>
      </p:sp>
      <p:sp>
        <p:nvSpPr>
          <p:cNvPr id="44" name="Marcador de texto 13">
            <a:extLst>
              <a:ext uri="{FF2B5EF4-FFF2-40B4-BE49-F238E27FC236}">
                <a16:creationId xmlns:a16="http://schemas.microsoft.com/office/drawing/2014/main" id="{E7B7397E-2949-4E2A-A0F9-0545C37ED0C9}"/>
              </a:ext>
            </a:extLst>
          </p:cNvPr>
          <p:cNvSpPr>
            <a:spLocks noGrp="1"/>
          </p:cNvSpPr>
          <p:nvPr>
            <p:ph type="body" sz="quarter" idx="46" hasCustomPrompt="1"/>
          </p:nvPr>
        </p:nvSpPr>
        <p:spPr>
          <a:xfrm>
            <a:off x="10992499" y="1548956"/>
            <a:ext cx="2321418" cy="238748"/>
          </a:xfrm>
        </p:spPr>
        <p:txBody>
          <a:bodyPr lIns="0">
            <a:noAutofit/>
          </a:bodyPr>
          <a:lstStyle>
            <a:lvl1pPr marL="0" indent="0">
              <a:buNone/>
              <a:defRPr lang="es-ES" sz="4900" b="1" kern="1200" dirty="0" smtClean="0">
                <a:solidFill>
                  <a:schemeClr val="bg1"/>
                </a:solidFill>
                <a:latin typeface="Century Gothic" panose="020B0502020202020204" pitchFamily="34" charset="0"/>
                <a:ea typeface="+mn-ea"/>
                <a:cs typeface="+mn-cs"/>
              </a:defRPr>
            </a:lvl1pPr>
          </a:lstStyle>
          <a:p>
            <a:pPr lvl="0"/>
            <a:r>
              <a:rPr lang="es-ES" dirty="0"/>
              <a:t>480</a:t>
            </a:r>
          </a:p>
        </p:txBody>
      </p:sp>
      <p:sp>
        <p:nvSpPr>
          <p:cNvPr id="50" name="Marcador de texto 13">
            <a:extLst>
              <a:ext uri="{FF2B5EF4-FFF2-40B4-BE49-F238E27FC236}">
                <a16:creationId xmlns:a16="http://schemas.microsoft.com/office/drawing/2014/main" id="{ED5C1BF5-6AEE-4349-A55B-2C4F2ADD31AE}"/>
              </a:ext>
            </a:extLst>
          </p:cNvPr>
          <p:cNvSpPr>
            <a:spLocks noGrp="1"/>
          </p:cNvSpPr>
          <p:nvPr>
            <p:ph type="body" sz="quarter" idx="47" hasCustomPrompt="1"/>
          </p:nvPr>
        </p:nvSpPr>
        <p:spPr>
          <a:xfrm>
            <a:off x="7789209" y="4765716"/>
            <a:ext cx="2321418" cy="238748"/>
          </a:xfrm>
        </p:spPr>
        <p:txBody>
          <a:bodyPr lIns="0">
            <a:noAutofit/>
          </a:bodyPr>
          <a:lstStyle>
            <a:lvl1pPr marL="0" indent="0">
              <a:buNone/>
              <a:defRPr lang="es-ES" sz="4900" b="1" kern="1200" dirty="0" smtClean="0">
                <a:solidFill>
                  <a:schemeClr val="bg1"/>
                </a:solidFill>
                <a:latin typeface="Century Gothic" panose="020B0502020202020204" pitchFamily="34" charset="0"/>
                <a:ea typeface="+mn-ea"/>
                <a:cs typeface="+mn-cs"/>
              </a:defRPr>
            </a:lvl1pPr>
          </a:lstStyle>
          <a:p>
            <a:pPr lvl="0"/>
            <a:r>
              <a:rPr lang="es-ES" dirty="0"/>
              <a:t>480</a:t>
            </a:r>
          </a:p>
        </p:txBody>
      </p:sp>
      <p:sp>
        <p:nvSpPr>
          <p:cNvPr id="51" name="Marcador de texto 13">
            <a:extLst>
              <a:ext uri="{FF2B5EF4-FFF2-40B4-BE49-F238E27FC236}">
                <a16:creationId xmlns:a16="http://schemas.microsoft.com/office/drawing/2014/main" id="{50C8F75C-7C29-46CF-B324-1C8F560B86DC}"/>
              </a:ext>
            </a:extLst>
          </p:cNvPr>
          <p:cNvSpPr>
            <a:spLocks noGrp="1"/>
          </p:cNvSpPr>
          <p:nvPr>
            <p:ph type="body" sz="quarter" idx="48" hasCustomPrompt="1"/>
          </p:nvPr>
        </p:nvSpPr>
        <p:spPr>
          <a:xfrm>
            <a:off x="10992499" y="4765716"/>
            <a:ext cx="2321418" cy="238748"/>
          </a:xfrm>
        </p:spPr>
        <p:txBody>
          <a:bodyPr lIns="0">
            <a:noAutofit/>
          </a:bodyPr>
          <a:lstStyle>
            <a:lvl1pPr marL="0" indent="0">
              <a:buNone/>
              <a:defRPr lang="es-ES" sz="4900" b="1" kern="1200" dirty="0" smtClean="0">
                <a:solidFill>
                  <a:schemeClr val="bg1"/>
                </a:solidFill>
                <a:latin typeface="Century Gothic" panose="020B0502020202020204" pitchFamily="34" charset="0"/>
                <a:ea typeface="+mn-ea"/>
                <a:cs typeface="+mn-cs"/>
              </a:defRPr>
            </a:lvl1pPr>
          </a:lstStyle>
          <a:p>
            <a:pPr lvl="0"/>
            <a:r>
              <a:rPr lang="es-ES" dirty="0"/>
              <a:t>480</a:t>
            </a:r>
          </a:p>
        </p:txBody>
      </p:sp>
      <p:sp>
        <p:nvSpPr>
          <p:cNvPr id="25" name="CuadroTexto 24">
            <a:extLst>
              <a:ext uri="{FF2B5EF4-FFF2-40B4-BE49-F238E27FC236}">
                <a16:creationId xmlns:a16="http://schemas.microsoft.com/office/drawing/2014/main" id="{E30C8D45-466F-4F40-8328-D150D1EB24BA}"/>
              </a:ext>
            </a:extLst>
          </p:cNvPr>
          <p:cNvSpPr txBox="1"/>
          <p:nvPr userDrawn="1"/>
        </p:nvSpPr>
        <p:spPr>
          <a:xfrm>
            <a:off x="10257964"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27" name="Marcador de número de diapositiva 1">
            <a:extLst>
              <a:ext uri="{FF2B5EF4-FFF2-40B4-BE49-F238E27FC236}">
                <a16:creationId xmlns:a16="http://schemas.microsoft.com/office/drawing/2014/main" id="{04281931-3718-4A7D-AA8E-F88E5AEB9ADC}"/>
              </a:ext>
            </a:extLst>
          </p:cNvPr>
          <p:cNvSpPr>
            <a:spLocks noGrp="1"/>
          </p:cNvSpPr>
          <p:nvPr>
            <p:ph type="sldNum" sz="quarter" idx="30"/>
          </p:nvPr>
        </p:nvSpPr>
        <p:spPr>
          <a:xfrm>
            <a:off x="7000489" y="7763089"/>
            <a:ext cx="629422" cy="395242"/>
          </a:xfrm>
        </p:spPr>
        <p:txBody>
          <a:bodyPr/>
          <a:lstStyle/>
          <a:p>
            <a:fld id="{B005B2D1-880E-4846-A216-7D6770BA1332}" type="slidenum">
              <a:rPr lang="es-ES" smtClean="0"/>
              <a:pPr/>
              <a:t>‹Nº›</a:t>
            </a:fld>
            <a:endParaRPr lang="es-ES" dirty="0"/>
          </a:p>
        </p:txBody>
      </p:sp>
      <p:sp>
        <p:nvSpPr>
          <p:cNvPr id="28" name="Rectángulo 27">
            <a:extLst>
              <a:ext uri="{FF2B5EF4-FFF2-40B4-BE49-F238E27FC236}">
                <a16:creationId xmlns:a16="http://schemas.microsoft.com/office/drawing/2014/main" id="{4D5137D5-442A-403F-81C7-7686AFB9547E}"/>
              </a:ext>
            </a:extLst>
          </p:cNvPr>
          <p:cNvSpPr/>
          <p:nvPr userDrawn="1"/>
        </p:nvSpPr>
        <p:spPr>
          <a:xfrm>
            <a:off x="521494"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3" name="Rectángulo 22">
            <a:extLst>
              <a:ext uri="{FF2B5EF4-FFF2-40B4-BE49-F238E27FC236}">
                <a16:creationId xmlns:a16="http://schemas.microsoft.com/office/drawing/2014/main" id="{0BE59D96-9295-4622-A2F5-BC31E553C212}"/>
              </a:ext>
            </a:extLst>
          </p:cNvPr>
          <p:cNvSpPr/>
          <p:nvPr userDrawn="1"/>
        </p:nvSpPr>
        <p:spPr>
          <a:xfrm>
            <a:off x="762000" y="704851"/>
            <a:ext cx="1917700" cy="110043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4" name="Título 11">
            <a:extLst>
              <a:ext uri="{FF2B5EF4-FFF2-40B4-BE49-F238E27FC236}">
                <a16:creationId xmlns:a16="http://schemas.microsoft.com/office/drawing/2014/main" id="{723D5B36-331C-4482-AD00-C5437D3DE751}"/>
              </a:ext>
            </a:extLst>
          </p:cNvPr>
          <p:cNvSpPr>
            <a:spLocks noGrp="1"/>
          </p:cNvSpPr>
          <p:nvPr>
            <p:ph type="title" hasCustomPrompt="1"/>
          </p:nvPr>
        </p:nvSpPr>
        <p:spPr>
          <a:xfrm>
            <a:off x="906463" y="2321558"/>
            <a:ext cx="4811360" cy="1017545"/>
          </a:xfrm>
        </p:spPr>
        <p:txBody>
          <a:bodyPr lIns="0">
            <a:noAutofit/>
          </a:bodyPr>
          <a:lstStyle>
            <a:lvl1pPr>
              <a:defRPr sz="4300"/>
            </a:lvl1pPr>
          </a:lstStyle>
          <a:p>
            <a:r>
              <a:rPr lang="es-ES" dirty="0" err="1"/>
              <a:t>Lorem</a:t>
            </a:r>
            <a:r>
              <a:rPr lang="es-ES" dirty="0"/>
              <a:t> </a:t>
            </a:r>
            <a:r>
              <a:rPr lang="es-ES" dirty="0" err="1"/>
              <a:t>ipsum</a:t>
            </a:r>
            <a:r>
              <a:rPr lang="es-ES" dirty="0"/>
              <a:t> dolor </a:t>
            </a:r>
            <a:r>
              <a:rPr lang="es-ES" dirty="0" err="1"/>
              <a:t>sit</a:t>
            </a:r>
            <a:r>
              <a:rPr lang="es-ES" dirty="0"/>
              <a:t> </a:t>
            </a:r>
            <a:r>
              <a:rPr lang="es-ES" dirty="0" err="1"/>
              <a:t>ipsum</a:t>
            </a:r>
            <a:endParaRPr lang="es-ES" dirty="0"/>
          </a:p>
        </p:txBody>
      </p:sp>
      <p:pic>
        <p:nvPicPr>
          <p:cNvPr id="29" name="Gráfico 28">
            <a:extLst>
              <a:ext uri="{FF2B5EF4-FFF2-40B4-BE49-F238E27FC236}">
                <a16:creationId xmlns:a16="http://schemas.microsoft.com/office/drawing/2014/main" id="{9719C574-7BFB-4E22-84A0-31F8CC084D6E}"/>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r="69936"/>
          <a:stretch/>
        </p:blipFill>
        <p:spPr>
          <a:xfrm>
            <a:off x="13723938" y="332974"/>
            <a:ext cx="420914" cy="385200"/>
          </a:xfrm>
          <a:prstGeom prst="rect">
            <a:avLst/>
          </a:prstGeom>
        </p:spPr>
      </p:pic>
    </p:spTree>
    <p:extLst>
      <p:ext uri="{BB962C8B-B14F-4D97-AF65-F5344CB8AC3E}">
        <p14:creationId xmlns:p14="http://schemas.microsoft.com/office/powerpoint/2010/main" val="3618061468"/>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Comparativa 01">
    <p:spTree>
      <p:nvGrpSpPr>
        <p:cNvPr id="1" name=""/>
        <p:cNvGrpSpPr/>
        <p:nvPr/>
      </p:nvGrpSpPr>
      <p:grpSpPr>
        <a:xfrm>
          <a:off x="0" y="0"/>
          <a:ext cx="0" cy="0"/>
          <a:chOff x="0" y="0"/>
          <a:chExt cx="0" cy="0"/>
        </a:xfrm>
      </p:grpSpPr>
      <p:sp>
        <p:nvSpPr>
          <p:cNvPr id="33" name="Rectángulo 32">
            <a:extLst>
              <a:ext uri="{FF2B5EF4-FFF2-40B4-BE49-F238E27FC236}">
                <a16:creationId xmlns:a16="http://schemas.microsoft.com/office/drawing/2014/main" id="{3824DF03-CD42-4A06-902D-2CFAE7AC68F7}"/>
              </a:ext>
            </a:extLst>
          </p:cNvPr>
          <p:cNvSpPr/>
          <p:nvPr userDrawn="1"/>
        </p:nvSpPr>
        <p:spPr>
          <a:xfrm>
            <a:off x="906463" y="911225"/>
            <a:ext cx="6400800" cy="6400800"/>
          </a:xfrm>
          <a:prstGeom prst="rect">
            <a:avLst/>
          </a:prstGeom>
          <a:solidFill>
            <a:srgbClr val="FF3228"/>
          </a:solidFill>
          <a:ln w="12700">
            <a:solidFill>
              <a:srgbClr val="FF322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9" name="Rectángulo 28">
            <a:extLst>
              <a:ext uri="{FF2B5EF4-FFF2-40B4-BE49-F238E27FC236}">
                <a16:creationId xmlns:a16="http://schemas.microsoft.com/office/drawing/2014/main" id="{25C482E9-DB7E-4E5B-BA87-D9F67A4F4A1E}"/>
              </a:ext>
            </a:extLst>
          </p:cNvPr>
          <p:cNvSpPr/>
          <p:nvPr userDrawn="1"/>
        </p:nvSpPr>
        <p:spPr>
          <a:xfrm>
            <a:off x="1714625" y="2513628"/>
            <a:ext cx="800100" cy="800100"/>
          </a:xfrm>
          <a:prstGeom prst="rect">
            <a:avLst/>
          </a:prstGeom>
          <a:solidFill>
            <a:schemeClr val="bg1"/>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1" name="Rectángulo 30">
            <a:extLst>
              <a:ext uri="{FF2B5EF4-FFF2-40B4-BE49-F238E27FC236}">
                <a16:creationId xmlns:a16="http://schemas.microsoft.com/office/drawing/2014/main" id="{C4FC17E0-72CD-481B-9A93-9E53EF563B11}"/>
              </a:ext>
            </a:extLst>
          </p:cNvPr>
          <p:cNvSpPr/>
          <p:nvPr userDrawn="1"/>
        </p:nvSpPr>
        <p:spPr>
          <a:xfrm>
            <a:off x="1714625" y="4115773"/>
            <a:ext cx="800100" cy="800100"/>
          </a:xfrm>
          <a:prstGeom prst="rect">
            <a:avLst/>
          </a:prstGeom>
          <a:solidFill>
            <a:schemeClr val="bg1"/>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2" name="Rectángulo 31">
            <a:extLst>
              <a:ext uri="{FF2B5EF4-FFF2-40B4-BE49-F238E27FC236}">
                <a16:creationId xmlns:a16="http://schemas.microsoft.com/office/drawing/2014/main" id="{F4BF7557-8BC4-49E3-A1E8-E0AD0AF9C072}"/>
              </a:ext>
            </a:extLst>
          </p:cNvPr>
          <p:cNvSpPr/>
          <p:nvPr userDrawn="1"/>
        </p:nvSpPr>
        <p:spPr>
          <a:xfrm>
            <a:off x="1714625" y="5717918"/>
            <a:ext cx="800100" cy="800100"/>
          </a:xfrm>
          <a:prstGeom prst="rect">
            <a:avLst/>
          </a:prstGeom>
          <a:solidFill>
            <a:schemeClr val="bg1"/>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8" name="Marcador de texto 17">
            <a:extLst>
              <a:ext uri="{FF2B5EF4-FFF2-40B4-BE49-F238E27FC236}">
                <a16:creationId xmlns:a16="http://schemas.microsoft.com/office/drawing/2014/main" id="{44FEA7C6-9E21-48A4-8632-8CE1CE41E2EA}"/>
              </a:ext>
            </a:extLst>
          </p:cNvPr>
          <p:cNvSpPr>
            <a:spLocks noGrp="1"/>
          </p:cNvSpPr>
          <p:nvPr>
            <p:ph type="body" sz="quarter" idx="22" hasCustomPrompt="1"/>
          </p:nvPr>
        </p:nvSpPr>
        <p:spPr>
          <a:xfrm>
            <a:off x="2701574" y="2836874"/>
            <a:ext cx="3851626" cy="540000"/>
          </a:xfrm>
        </p:spPr>
        <p:txBody>
          <a:bodyPr lIns="0">
            <a:noAutofit/>
          </a:bodyPr>
          <a:lstStyle>
            <a:lvl1pPr marL="0" indent="0">
              <a:lnSpc>
                <a:spcPts val="1700"/>
              </a:lnSpc>
              <a:spcBef>
                <a:spcPts val="900"/>
              </a:spcBef>
              <a:buNone/>
              <a:defRPr sz="1440" b="0">
                <a:solidFill>
                  <a:schemeClr val="bg1"/>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13" name="Marcador de posición de imagen 24">
            <a:extLst>
              <a:ext uri="{FF2B5EF4-FFF2-40B4-BE49-F238E27FC236}">
                <a16:creationId xmlns:a16="http://schemas.microsoft.com/office/drawing/2014/main" id="{2F8E84F3-47FC-4077-886B-0B0747590637}"/>
              </a:ext>
            </a:extLst>
          </p:cNvPr>
          <p:cNvSpPr>
            <a:spLocks noGrp="1"/>
          </p:cNvSpPr>
          <p:nvPr>
            <p:ph type="pic" sz="quarter" idx="30" hasCustomPrompt="1"/>
          </p:nvPr>
        </p:nvSpPr>
        <p:spPr>
          <a:xfrm>
            <a:off x="8266291" y="2697163"/>
            <a:ext cx="540000" cy="540000"/>
          </a:xfrm>
        </p:spPr>
        <p:txBody>
          <a:bodyPr>
            <a:normAutofit/>
          </a:bodyPr>
          <a:lstStyle>
            <a:lvl1pPr marL="0" indent="0" algn="ctr">
              <a:buNone/>
              <a:defRPr sz="700"/>
            </a:lvl1pPr>
          </a:lstStyle>
          <a:p>
            <a:r>
              <a:rPr lang="es-ES" dirty="0"/>
              <a:t>Icono</a:t>
            </a:r>
          </a:p>
        </p:txBody>
      </p:sp>
      <p:sp>
        <p:nvSpPr>
          <p:cNvPr id="14" name="Marcador de posición de imagen 24">
            <a:extLst>
              <a:ext uri="{FF2B5EF4-FFF2-40B4-BE49-F238E27FC236}">
                <a16:creationId xmlns:a16="http://schemas.microsoft.com/office/drawing/2014/main" id="{5EF62040-F1E4-4BE2-AFB5-9DF139E3A54D}"/>
              </a:ext>
            </a:extLst>
          </p:cNvPr>
          <p:cNvSpPr>
            <a:spLocks noGrp="1"/>
          </p:cNvSpPr>
          <p:nvPr>
            <p:ph type="pic" sz="quarter" idx="31" hasCustomPrompt="1"/>
          </p:nvPr>
        </p:nvSpPr>
        <p:spPr>
          <a:xfrm>
            <a:off x="8266291" y="4277644"/>
            <a:ext cx="540000" cy="540000"/>
          </a:xfrm>
        </p:spPr>
        <p:txBody>
          <a:bodyPr>
            <a:normAutofit/>
          </a:bodyPr>
          <a:lstStyle>
            <a:lvl1pPr marL="0" indent="0" algn="ctr">
              <a:buNone/>
              <a:defRPr sz="700"/>
            </a:lvl1pPr>
          </a:lstStyle>
          <a:p>
            <a:r>
              <a:rPr lang="es-ES" dirty="0"/>
              <a:t>Icono</a:t>
            </a:r>
          </a:p>
        </p:txBody>
      </p:sp>
      <p:sp>
        <p:nvSpPr>
          <p:cNvPr id="15" name="Marcador de posición de imagen 24">
            <a:extLst>
              <a:ext uri="{FF2B5EF4-FFF2-40B4-BE49-F238E27FC236}">
                <a16:creationId xmlns:a16="http://schemas.microsoft.com/office/drawing/2014/main" id="{4298C36A-2619-48EC-986C-B14C84BC169C}"/>
              </a:ext>
            </a:extLst>
          </p:cNvPr>
          <p:cNvSpPr>
            <a:spLocks noGrp="1"/>
          </p:cNvSpPr>
          <p:nvPr>
            <p:ph type="pic" sz="quarter" idx="32" hasCustomPrompt="1"/>
          </p:nvPr>
        </p:nvSpPr>
        <p:spPr>
          <a:xfrm>
            <a:off x="8266291" y="5858126"/>
            <a:ext cx="540000" cy="540000"/>
          </a:xfrm>
        </p:spPr>
        <p:txBody>
          <a:bodyPr>
            <a:normAutofit/>
          </a:bodyPr>
          <a:lstStyle>
            <a:lvl1pPr marL="0" indent="0" algn="ctr">
              <a:buNone/>
              <a:defRPr sz="700"/>
            </a:lvl1pPr>
          </a:lstStyle>
          <a:p>
            <a:r>
              <a:rPr lang="es-ES" dirty="0"/>
              <a:t>Icono</a:t>
            </a:r>
          </a:p>
        </p:txBody>
      </p:sp>
      <p:sp>
        <p:nvSpPr>
          <p:cNvPr id="16" name="Marcador de texto 17">
            <a:extLst>
              <a:ext uri="{FF2B5EF4-FFF2-40B4-BE49-F238E27FC236}">
                <a16:creationId xmlns:a16="http://schemas.microsoft.com/office/drawing/2014/main" id="{F45D8212-2D59-45F8-B871-FAAAE828E275}"/>
              </a:ext>
            </a:extLst>
          </p:cNvPr>
          <p:cNvSpPr>
            <a:spLocks noGrp="1"/>
          </p:cNvSpPr>
          <p:nvPr>
            <p:ph type="body" sz="quarter" idx="33" hasCustomPrompt="1"/>
          </p:nvPr>
        </p:nvSpPr>
        <p:spPr>
          <a:xfrm>
            <a:off x="1718419" y="1414287"/>
            <a:ext cx="4524337" cy="462209"/>
          </a:xfrm>
        </p:spPr>
        <p:txBody>
          <a:bodyPr lIns="0">
            <a:normAutofit/>
          </a:bodyPr>
          <a:lstStyle>
            <a:lvl1pPr marL="0" indent="0" algn="l">
              <a:lnSpc>
                <a:spcPts val="2800"/>
              </a:lnSpc>
              <a:buNone/>
              <a:defRPr sz="2900" b="1">
                <a:solidFill>
                  <a:schemeClr val="bg1"/>
                </a:solidFill>
              </a:defRPr>
            </a:lvl1pPr>
          </a:lstStyle>
          <a:p>
            <a:pPr lvl="0"/>
            <a:r>
              <a:rPr lang="es-ES" dirty="0" err="1"/>
              <a:t>Lorem</a:t>
            </a:r>
            <a:r>
              <a:rPr lang="es-ES" dirty="0"/>
              <a:t> </a:t>
            </a:r>
            <a:r>
              <a:rPr lang="es-ES" dirty="0" err="1"/>
              <a:t>ipsum</a:t>
            </a:r>
            <a:r>
              <a:rPr lang="es-ES" dirty="0"/>
              <a:t> dolor </a:t>
            </a:r>
            <a:r>
              <a:rPr lang="es-ES" dirty="0" err="1"/>
              <a:t>sit</a:t>
            </a:r>
            <a:endParaRPr lang="es-ES" dirty="0"/>
          </a:p>
        </p:txBody>
      </p:sp>
      <p:sp>
        <p:nvSpPr>
          <p:cNvPr id="17" name="Marcador de texto 17">
            <a:extLst>
              <a:ext uri="{FF2B5EF4-FFF2-40B4-BE49-F238E27FC236}">
                <a16:creationId xmlns:a16="http://schemas.microsoft.com/office/drawing/2014/main" id="{2AFD9B32-D2CF-4B3F-A275-6E2599A28015}"/>
              </a:ext>
            </a:extLst>
          </p:cNvPr>
          <p:cNvSpPr>
            <a:spLocks noGrp="1"/>
          </p:cNvSpPr>
          <p:nvPr>
            <p:ph type="body" sz="quarter" idx="34" hasCustomPrompt="1"/>
          </p:nvPr>
        </p:nvSpPr>
        <p:spPr>
          <a:xfrm>
            <a:off x="2701574" y="2400605"/>
            <a:ext cx="3851626" cy="462209"/>
          </a:xfrm>
        </p:spPr>
        <p:txBody>
          <a:bodyPr lIns="0" anchor="b">
            <a:noAutofit/>
          </a:bodyPr>
          <a:lstStyle>
            <a:lvl1pPr marL="0" indent="0">
              <a:lnSpc>
                <a:spcPts val="1700"/>
              </a:lnSpc>
              <a:spcBef>
                <a:spcPts val="900"/>
              </a:spcBef>
              <a:buNone/>
              <a:defRPr lang="es-ES" sz="1670" b="1" kern="1200" dirty="0">
                <a:solidFill>
                  <a:schemeClr val="bg1"/>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18" name="Marcador de texto 17">
            <a:extLst>
              <a:ext uri="{FF2B5EF4-FFF2-40B4-BE49-F238E27FC236}">
                <a16:creationId xmlns:a16="http://schemas.microsoft.com/office/drawing/2014/main" id="{819E5421-DA47-48D8-95D5-1C2FE4C8716D}"/>
              </a:ext>
            </a:extLst>
          </p:cNvPr>
          <p:cNvSpPr>
            <a:spLocks noGrp="1"/>
          </p:cNvSpPr>
          <p:nvPr>
            <p:ph type="body" sz="quarter" idx="35" hasCustomPrompt="1"/>
          </p:nvPr>
        </p:nvSpPr>
        <p:spPr>
          <a:xfrm>
            <a:off x="2701574" y="4425820"/>
            <a:ext cx="3851626" cy="540000"/>
          </a:xfrm>
        </p:spPr>
        <p:txBody>
          <a:bodyPr lIns="0">
            <a:noAutofit/>
          </a:bodyPr>
          <a:lstStyle>
            <a:lvl1pPr marL="0" indent="0">
              <a:lnSpc>
                <a:spcPts val="1700"/>
              </a:lnSpc>
              <a:spcBef>
                <a:spcPts val="900"/>
              </a:spcBef>
              <a:buNone/>
              <a:defRPr sz="1440" b="0">
                <a:solidFill>
                  <a:schemeClr val="bg1"/>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19" name="Marcador de texto 17">
            <a:extLst>
              <a:ext uri="{FF2B5EF4-FFF2-40B4-BE49-F238E27FC236}">
                <a16:creationId xmlns:a16="http://schemas.microsoft.com/office/drawing/2014/main" id="{8EEAAABC-7AC3-4E3E-9159-899BA54C1F3C}"/>
              </a:ext>
            </a:extLst>
          </p:cNvPr>
          <p:cNvSpPr>
            <a:spLocks noGrp="1"/>
          </p:cNvSpPr>
          <p:nvPr>
            <p:ph type="body" sz="quarter" idx="36" hasCustomPrompt="1"/>
          </p:nvPr>
        </p:nvSpPr>
        <p:spPr>
          <a:xfrm>
            <a:off x="2701574" y="3989551"/>
            <a:ext cx="3851626" cy="462209"/>
          </a:xfrm>
        </p:spPr>
        <p:txBody>
          <a:bodyPr lIns="0" anchor="b">
            <a:noAutofit/>
          </a:bodyPr>
          <a:lstStyle>
            <a:lvl1pPr marL="0" indent="0">
              <a:lnSpc>
                <a:spcPts val="1700"/>
              </a:lnSpc>
              <a:spcBef>
                <a:spcPts val="900"/>
              </a:spcBef>
              <a:buNone/>
              <a:defRPr lang="es-ES" sz="1670" b="1" kern="1200" dirty="0">
                <a:solidFill>
                  <a:schemeClr val="bg1"/>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20" name="Marcador de texto 17">
            <a:extLst>
              <a:ext uri="{FF2B5EF4-FFF2-40B4-BE49-F238E27FC236}">
                <a16:creationId xmlns:a16="http://schemas.microsoft.com/office/drawing/2014/main" id="{50A7003E-2CA9-4736-92E2-0A334553D23D}"/>
              </a:ext>
            </a:extLst>
          </p:cNvPr>
          <p:cNvSpPr>
            <a:spLocks noGrp="1"/>
          </p:cNvSpPr>
          <p:nvPr>
            <p:ph type="body" sz="quarter" idx="37" hasCustomPrompt="1"/>
          </p:nvPr>
        </p:nvSpPr>
        <p:spPr>
          <a:xfrm>
            <a:off x="2701574" y="6015901"/>
            <a:ext cx="3851626" cy="540000"/>
          </a:xfrm>
        </p:spPr>
        <p:txBody>
          <a:bodyPr lIns="0">
            <a:noAutofit/>
          </a:bodyPr>
          <a:lstStyle>
            <a:lvl1pPr marL="0" indent="0">
              <a:lnSpc>
                <a:spcPts val="1700"/>
              </a:lnSpc>
              <a:spcBef>
                <a:spcPts val="900"/>
              </a:spcBef>
              <a:buNone/>
              <a:defRPr sz="1440" b="0">
                <a:solidFill>
                  <a:schemeClr val="bg1"/>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21" name="Marcador de texto 17">
            <a:extLst>
              <a:ext uri="{FF2B5EF4-FFF2-40B4-BE49-F238E27FC236}">
                <a16:creationId xmlns:a16="http://schemas.microsoft.com/office/drawing/2014/main" id="{92D9D4B3-1E28-4271-8722-5B476076907E}"/>
              </a:ext>
            </a:extLst>
          </p:cNvPr>
          <p:cNvSpPr>
            <a:spLocks noGrp="1"/>
          </p:cNvSpPr>
          <p:nvPr>
            <p:ph type="body" sz="quarter" idx="38" hasCustomPrompt="1"/>
          </p:nvPr>
        </p:nvSpPr>
        <p:spPr>
          <a:xfrm>
            <a:off x="2701574" y="5579632"/>
            <a:ext cx="3851626" cy="462209"/>
          </a:xfrm>
        </p:spPr>
        <p:txBody>
          <a:bodyPr lIns="0" anchor="b">
            <a:noAutofit/>
          </a:bodyPr>
          <a:lstStyle>
            <a:lvl1pPr marL="0" indent="0">
              <a:lnSpc>
                <a:spcPts val="1700"/>
              </a:lnSpc>
              <a:spcBef>
                <a:spcPts val="900"/>
              </a:spcBef>
              <a:buNone/>
              <a:defRPr lang="es-ES" sz="1670" b="1" kern="1200" dirty="0">
                <a:solidFill>
                  <a:schemeClr val="bg1"/>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22" name="Marcador de texto 17">
            <a:extLst>
              <a:ext uri="{FF2B5EF4-FFF2-40B4-BE49-F238E27FC236}">
                <a16:creationId xmlns:a16="http://schemas.microsoft.com/office/drawing/2014/main" id="{5C4F3919-61CE-4A8B-85D6-C871DE91FD2F}"/>
              </a:ext>
            </a:extLst>
          </p:cNvPr>
          <p:cNvSpPr>
            <a:spLocks noGrp="1"/>
          </p:cNvSpPr>
          <p:nvPr>
            <p:ph type="body" sz="quarter" idx="39" hasCustomPrompt="1"/>
          </p:nvPr>
        </p:nvSpPr>
        <p:spPr>
          <a:xfrm>
            <a:off x="9147529" y="2836874"/>
            <a:ext cx="3851626" cy="540000"/>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23" name="Marcador de texto 17">
            <a:extLst>
              <a:ext uri="{FF2B5EF4-FFF2-40B4-BE49-F238E27FC236}">
                <a16:creationId xmlns:a16="http://schemas.microsoft.com/office/drawing/2014/main" id="{096FDC23-32F9-4A15-8C0F-2FA62606F725}"/>
              </a:ext>
            </a:extLst>
          </p:cNvPr>
          <p:cNvSpPr>
            <a:spLocks noGrp="1"/>
          </p:cNvSpPr>
          <p:nvPr>
            <p:ph type="body" sz="quarter" idx="40" hasCustomPrompt="1"/>
          </p:nvPr>
        </p:nvSpPr>
        <p:spPr>
          <a:xfrm>
            <a:off x="9147529" y="2400605"/>
            <a:ext cx="3851626" cy="462209"/>
          </a:xfrm>
        </p:spPr>
        <p:txBody>
          <a:bodyPr lIns="0" anchor="b">
            <a:noAutofit/>
          </a:bodyPr>
          <a:lstStyle>
            <a:lvl1pPr marL="0" indent="0">
              <a:lnSpc>
                <a:spcPts val="1700"/>
              </a:lnSpc>
              <a:spcBef>
                <a:spcPts val="900"/>
              </a:spcBef>
              <a:buNone/>
              <a:defRPr lang="es-ES" sz="1670" b="1" kern="1200" dirty="0">
                <a:solidFill>
                  <a:srgbClr val="1E1E1E"/>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24" name="Marcador de texto 17">
            <a:extLst>
              <a:ext uri="{FF2B5EF4-FFF2-40B4-BE49-F238E27FC236}">
                <a16:creationId xmlns:a16="http://schemas.microsoft.com/office/drawing/2014/main" id="{544B68AA-A664-4CDB-9244-7439A1BBEB37}"/>
              </a:ext>
            </a:extLst>
          </p:cNvPr>
          <p:cNvSpPr>
            <a:spLocks noGrp="1"/>
          </p:cNvSpPr>
          <p:nvPr>
            <p:ph type="body" sz="quarter" idx="41" hasCustomPrompt="1"/>
          </p:nvPr>
        </p:nvSpPr>
        <p:spPr>
          <a:xfrm>
            <a:off x="9147529" y="4425820"/>
            <a:ext cx="3851626" cy="540000"/>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25" name="Marcador de texto 17">
            <a:extLst>
              <a:ext uri="{FF2B5EF4-FFF2-40B4-BE49-F238E27FC236}">
                <a16:creationId xmlns:a16="http://schemas.microsoft.com/office/drawing/2014/main" id="{E8F7D17C-956D-401B-B279-2A0E1A7FDAE4}"/>
              </a:ext>
            </a:extLst>
          </p:cNvPr>
          <p:cNvSpPr>
            <a:spLocks noGrp="1"/>
          </p:cNvSpPr>
          <p:nvPr>
            <p:ph type="body" sz="quarter" idx="42" hasCustomPrompt="1"/>
          </p:nvPr>
        </p:nvSpPr>
        <p:spPr>
          <a:xfrm>
            <a:off x="9147529" y="3989551"/>
            <a:ext cx="3851626" cy="462209"/>
          </a:xfrm>
        </p:spPr>
        <p:txBody>
          <a:bodyPr lIns="0" anchor="b">
            <a:noAutofit/>
          </a:bodyPr>
          <a:lstStyle>
            <a:lvl1pPr marL="0" indent="0">
              <a:lnSpc>
                <a:spcPts val="1700"/>
              </a:lnSpc>
              <a:spcBef>
                <a:spcPts val="900"/>
              </a:spcBef>
              <a:buNone/>
              <a:defRPr lang="es-ES" sz="1670" b="1" kern="1200" dirty="0">
                <a:solidFill>
                  <a:srgbClr val="1E1E1E"/>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26" name="Marcador de texto 17">
            <a:extLst>
              <a:ext uri="{FF2B5EF4-FFF2-40B4-BE49-F238E27FC236}">
                <a16:creationId xmlns:a16="http://schemas.microsoft.com/office/drawing/2014/main" id="{042A179C-1060-4856-8F5D-63184A6E3BA6}"/>
              </a:ext>
            </a:extLst>
          </p:cNvPr>
          <p:cNvSpPr>
            <a:spLocks noGrp="1"/>
          </p:cNvSpPr>
          <p:nvPr>
            <p:ph type="body" sz="quarter" idx="43" hasCustomPrompt="1"/>
          </p:nvPr>
        </p:nvSpPr>
        <p:spPr>
          <a:xfrm>
            <a:off x="9147529" y="6015901"/>
            <a:ext cx="3851626" cy="540000"/>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27" name="Marcador de texto 17">
            <a:extLst>
              <a:ext uri="{FF2B5EF4-FFF2-40B4-BE49-F238E27FC236}">
                <a16:creationId xmlns:a16="http://schemas.microsoft.com/office/drawing/2014/main" id="{56D8F0E5-A6E8-4BB3-BE7E-067D7C752DC3}"/>
              </a:ext>
            </a:extLst>
          </p:cNvPr>
          <p:cNvSpPr>
            <a:spLocks noGrp="1"/>
          </p:cNvSpPr>
          <p:nvPr>
            <p:ph type="body" sz="quarter" idx="44" hasCustomPrompt="1"/>
          </p:nvPr>
        </p:nvSpPr>
        <p:spPr>
          <a:xfrm>
            <a:off x="9147529" y="5579632"/>
            <a:ext cx="3851626" cy="462209"/>
          </a:xfrm>
        </p:spPr>
        <p:txBody>
          <a:bodyPr lIns="0" anchor="b">
            <a:noAutofit/>
          </a:bodyPr>
          <a:lstStyle>
            <a:lvl1pPr marL="0" indent="0">
              <a:lnSpc>
                <a:spcPts val="1700"/>
              </a:lnSpc>
              <a:spcBef>
                <a:spcPts val="900"/>
              </a:spcBef>
              <a:buNone/>
              <a:defRPr lang="es-ES" sz="1670" b="1" kern="1200" dirty="0">
                <a:solidFill>
                  <a:srgbClr val="1E1E1E"/>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28" name="Marcador de texto 17">
            <a:extLst>
              <a:ext uri="{FF2B5EF4-FFF2-40B4-BE49-F238E27FC236}">
                <a16:creationId xmlns:a16="http://schemas.microsoft.com/office/drawing/2014/main" id="{EFD3DBCB-37D1-496C-A04E-BA7E970F4A25}"/>
              </a:ext>
            </a:extLst>
          </p:cNvPr>
          <p:cNvSpPr>
            <a:spLocks noGrp="1"/>
          </p:cNvSpPr>
          <p:nvPr>
            <p:ph type="body" sz="quarter" idx="45" hasCustomPrompt="1"/>
          </p:nvPr>
        </p:nvSpPr>
        <p:spPr>
          <a:xfrm>
            <a:off x="8129253" y="1414287"/>
            <a:ext cx="4524337" cy="462209"/>
          </a:xfrm>
        </p:spPr>
        <p:txBody>
          <a:bodyPr lIns="0">
            <a:normAutofit/>
          </a:bodyPr>
          <a:lstStyle>
            <a:lvl1pPr marL="0" indent="0" algn="l">
              <a:lnSpc>
                <a:spcPts val="2800"/>
              </a:lnSpc>
              <a:buNone/>
              <a:defRPr sz="2900" b="1">
                <a:solidFill>
                  <a:srgbClr val="1E1E1E"/>
                </a:solidFill>
              </a:defRPr>
            </a:lvl1pPr>
          </a:lstStyle>
          <a:p>
            <a:pPr lvl="0"/>
            <a:r>
              <a:rPr lang="es-ES" dirty="0" err="1"/>
              <a:t>Lorem</a:t>
            </a:r>
            <a:r>
              <a:rPr lang="es-ES" dirty="0"/>
              <a:t> </a:t>
            </a:r>
            <a:r>
              <a:rPr lang="es-ES" dirty="0" err="1"/>
              <a:t>ipsum</a:t>
            </a:r>
            <a:r>
              <a:rPr lang="es-ES" dirty="0"/>
              <a:t> dolor </a:t>
            </a:r>
            <a:r>
              <a:rPr lang="es-ES" dirty="0" err="1"/>
              <a:t>sit</a:t>
            </a:r>
            <a:endParaRPr lang="es-ES" dirty="0"/>
          </a:p>
        </p:txBody>
      </p:sp>
      <p:sp>
        <p:nvSpPr>
          <p:cNvPr id="34" name="Rectángulo 33">
            <a:extLst>
              <a:ext uri="{FF2B5EF4-FFF2-40B4-BE49-F238E27FC236}">
                <a16:creationId xmlns:a16="http://schemas.microsoft.com/office/drawing/2014/main" id="{28985D4F-DA9A-4115-90BA-E38ACC75A041}"/>
              </a:ext>
            </a:extLst>
          </p:cNvPr>
          <p:cNvSpPr/>
          <p:nvPr userDrawn="1"/>
        </p:nvSpPr>
        <p:spPr>
          <a:xfrm>
            <a:off x="8114896" y="2513628"/>
            <a:ext cx="800100" cy="800100"/>
          </a:xfrm>
          <a:prstGeom prst="rect">
            <a:avLst/>
          </a:prstGeom>
          <a:solidFill>
            <a:srgbClr val="FF3228"/>
          </a:solidFill>
          <a:ln w="12700">
            <a:solidFill>
              <a:srgbClr val="FF322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5" name="Rectángulo 34">
            <a:extLst>
              <a:ext uri="{FF2B5EF4-FFF2-40B4-BE49-F238E27FC236}">
                <a16:creationId xmlns:a16="http://schemas.microsoft.com/office/drawing/2014/main" id="{4F46DE56-E459-4EB6-9BA9-089C84D8957C}"/>
              </a:ext>
            </a:extLst>
          </p:cNvPr>
          <p:cNvSpPr/>
          <p:nvPr userDrawn="1"/>
        </p:nvSpPr>
        <p:spPr>
          <a:xfrm>
            <a:off x="8114896" y="4115773"/>
            <a:ext cx="800100" cy="800100"/>
          </a:xfrm>
          <a:prstGeom prst="rect">
            <a:avLst/>
          </a:prstGeom>
          <a:solidFill>
            <a:srgbClr val="FF3228"/>
          </a:solidFill>
          <a:ln w="12700">
            <a:solidFill>
              <a:srgbClr val="FF322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6" name="Rectángulo 35">
            <a:extLst>
              <a:ext uri="{FF2B5EF4-FFF2-40B4-BE49-F238E27FC236}">
                <a16:creationId xmlns:a16="http://schemas.microsoft.com/office/drawing/2014/main" id="{825B9C34-BEED-48EF-A8F3-98A25182117F}"/>
              </a:ext>
            </a:extLst>
          </p:cNvPr>
          <p:cNvSpPr/>
          <p:nvPr userDrawn="1"/>
        </p:nvSpPr>
        <p:spPr>
          <a:xfrm>
            <a:off x="8114896" y="5717918"/>
            <a:ext cx="800100" cy="800100"/>
          </a:xfrm>
          <a:prstGeom prst="rect">
            <a:avLst/>
          </a:prstGeom>
          <a:solidFill>
            <a:srgbClr val="FF3228"/>
          </a:solidFill>
          <a:ln w="12700">
            <a:solidFill>
              <a:srgbClr val="FF322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40" name="Marcador de número de diapositiva 1">
            <a:extLst>
              <a:ext uri="{FF2B5EF4-FFF2-40B4-BE49-F238E27FC236}">
                <a16:creationId xmlns:a16="http://schemas.microsoft.com/office/drawing/2014/main" id="{3F5AFE29-57E8-44B6-95C3-325867DAB7CB}"/>
              </a:ext>
            </a:extLst>
          </p:cNvPr>
          <p:cNvSpPr>
            <a:spLocks noGrp="1"/>
          </p:cNvSpPr>
          <p:nvPr>
            <p:ph type="sldNum" sz="quarter" idx="49"/>
          </p:nvPr>
        </p:nvSpPr>
        <p:spPr>
          <a:xfrm>
            <a:off x="7000489" y="7763089"/>
            <a:ext cx="629422" cy="395242"/>
          </a:xfrm>
        </p:spPr>
        <p:txBody>
          <a:bodyPr/>
          <a:lstStyle/>
          <a:p>
            <a:fld id="{B005B2D1-880E-4846-A216-7D6770BA1332}" type="slidenum">
              <a:rPr lang="es-ES" smtClean="0"/>
              <a:pPr/>
              <a:t>‹Nº›</a:t>
            </a:fld>
            <a:endParaRPr lang="es-ES" dirty="0"/>
          </a:p>
        </p:txBody>
      </p:sp>
      <p:sp>
        <p:nvSpPr>
          <p:cNvPr id="43" name="CuadroTexto 42">
            <a:extLst>
              <a:ext uri="{FF2B5EF4-FFF2-40B4-BE49-F238E27FC236}">
                <a16:creationId xmlns:a16="http://schemas.microsoft.com/office/drawing/2014/main" id="{11B49E63-FC43-4C91-8FAE-D96ABF4EAE1B}"/>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1E1E1E"/>
                </a:solidFill>
                <a:latin typeface="Century Gothic" panose="020B0502020202020204" pitchFamily="34" charset="0"/>
              </a:rPr>
              <a:t>© Copyright Universidad Europea. Todos los derechos reservados</a:t>
            </a:r>
            <a:endParaRPr lang="es-ES" dirty="0">
              <a:solidFill>
                <a:srgbClr val="1E1E1E"/>
              </a:solidFill>
            </a:endParaRPr>
          </a:p>
        </p:txBody>
      </p:sp>
      <p:pic>
        <p:nvPicPr>
          <p:cNvPr id="30" name="Gráfico 29">
            <a:extLst>
              <a:ext uri="{FF2B5EF4-FFF2-40B4-BE49-F238E27FC236}">
                <a16:creationId xmlns:a16="http://schemas.microsoft.com/office/drawing/2014/main" id="{48AA2A31-78C4-4001-B6AF-8BA37522F102}"/>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2323884" y="7585901"/>
            <a:ext cx="1400054" cy="385200"/>
          </a:xfrm>
          <a:prstGeom prst="rect">
            <a:avLst/>
          </a:prstGeom>
        </p:spPr>
      </p:pic>
      <p:sp>
        <p:nvSpPr>
          <p:cNvPr id="37" name="Rectángulo 36">
            <a:extLst>
              <a:ext uri="{FF2B5EF4-FFF2-40B4-BE49-F238E27FC236}">
                <a16:creationId xmlns:a16="http://schemas.microsoft.com/office/drawing/2014/main" id="{660537A4-C76C-4244-8BC8-83969F081D8D}"/>
              </a:ext>
            </a:extLst>
          </p:cNvPr>
          <p:cNvSpPr/>
          <p:nvPr userDrawn="1"/>
        </p:nvSpPr>
        <p:spPr>
          <a:xfrm>
            <a:off x="524442" y="332974"/>
            <a:ext cx="384969" cy="384969"/>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842742634"/>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Comparativa 02">
    <p:spTree>
      <p:nvGrpSpPr>
        <p:cNvPr id="1" name=""/>
        <p:cNvGrpSpPr/>
        <p:nvPr/>
      </p:nvGrpSpPr>
      <p:grpSpPr>
        <a:xfrm>
          <a:off x="0" y="0"/>
          <a:ext cx="0" cy="0"/>
          <a:chOff x="0" y="0"/>
          <a:chExt cx="0" cy="0"/>
        </a:xfrm>
      </p:grpSpPr>
      <p:sp>
        <p:nvSpPr>
          <p:cNvPr id="33" name="Rectángulo 32">
            <a:extLst>
              <a:ext uri="{FF2B5EF4-FFF2-40B4-BE49-F238E27FC236}">
                <a16:creationId xmlns:a16="http://schemas.microsoft.com/office/drawing/2014/main" id="{3824DF03-CD42-4A06-902D-2CFAE7AC68F7}"/>
              </a:ext>
            </a:extLst>
          </p:cNvPr>
          <p:cNvSpPr/>
          <p:nvPr userDrawn="1"/>
        </p:nvSpPr>
        <p:spPr>
          <a:xfrm>
            <a:off x="906463" y="911225"/>
            <a:ext cx="6400800" cy="6400800"/>
          </a:xfrm>
          <a:prstGeom prst="rect">
            <a:avLst/>
          </a:prstGeom>
          <a:solidFill>
            <a:srgbClr val="FF3228"/>
          </a:solidFill>
          <a:ln w="12700">
            <a:solidFill>
              <a:srgbClr val="FF322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9" name="Rectángulo 28">
            <a:extLst>
              <a:ext uri="{FF2B5EF4-FFF2-40B4-BE49-F238E27FC236}">
                <a16:creationId xmlns:a16="http://schemas.microsoft.com/office/drawing/2014/main" id="{25C482E9-DB7E-4E5B-BA87-D9F67A4F4A1E}"/>
              </a:ext>
            </a:extLst>
          </p:cNvPr>
          <p:cNvSpPr/>
          <p:nvPr userDrawn="1"/>
        </p:nvSpPr>
        <p:spPr>
          <a:xfrm>
            <a:off x="1714625" y="2513628"/>
            <a:ext cx="800100" cy="800100"/>
          </a:xfrm>
          <a:prstGeom prst="rect">
            <a:avLst/>
          </a:prstGeom>
          <a:no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1" name="Rectángulo 30">
            <a:extLst>
              <a:ext uri="{FF2B5EF4-FFF2-40B4-BE49-F238E27FC236}">
                <a16:creationId xmlns:a16="http://schemas.microsoft.com/office/drawing/2014/main" id="{C4FC17E0-72CD-481B-9A93-9E53EF563B11}"/>
              </a:ext>
            </a:extLst>
          </p:cNvPr>
          <p:cNvSpPr/>
          <p:nvPr userDrawn="1"/>
        </p:nvSpPr>
        <p:spPr>
          <a:xfrm>
            <a:off x="1714625" y="4115773"/>
            <a:ext cx="800100" cy="800100"/>
          </a:xfrm>
          <a:prstGeom prst="rect">
            <a:avLst/>
          </a:prstGeom>
          <a:no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2" name="Rectángulo 31">
            <a:extLst>
              <a:ext uri="{FF2B5EF4-FFF2-40B4-BE49-F238E27FC236}">
                <a16:creationId xmlns:a16="http://schemas.microsoft.com/office/drawing/2014/main" id="{F4BF7557-8BC4-49E3-A1E8-E0AD0AF9C072}"/>
              </a:ext>
            </a:extLst>
          </p:cNvPr>
          <p:cNvSpPr/>
          <p:nvPr userDrawn="1"/>
        </p:nvSpPr>
        <p:spPr>
          <a:xfrm>
            <a:off x="1714625" y="5717918"/>
            <a:ext cx="800100" cy="800100"/>
          </a:xfrm>
          <a:prstGeom prst="rect">
            <a:avLst/>
          </a:prstGeom>
          <a:no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8" name="Marcador de texto 17">
            <a:extLst>
              <a:ext uri="{FF2B5EF4-FFF2-40B4-BE49-F238E27FC236}">
                <a16:creationId xmlns:a16="http://schemas.microsoft.com/office/drawing/2014/main" id="{44FEA7C6-9E21-48A4-8632-8CE1CE41E2EA}"/>
              </a:ext>
            </a:extLst>
          </p:cNvPr>
          <p:cNvSpPr>
            <a:spLocks noGrp="1"/>
          </p:cNvSpPr>
          <p:nvPr>
            <p:ph type="body" sz="quarter" idx="22" hasCustomPrompt="1"/>
          </p:nvPr>
        </p:nvSpPr>
        <p:spPr>
          <a:xfrm>
            <a:off x="2701574" y="2836874"/>
            <a:ext cx="3851626" cy="540000"/>
          </a:xfrm>
        </p:spPr>
        <p:txBody>
          <a:bodyPr lIns="0">
            <a:noAutofit/>
          </a:bodyPr>
          <a:lstStyle>
            <a:lvl1pPr marL="0" indent="0">
              <a:lnSpc>
                <a:spcPts val="1700"/>
              </a:lnSpc>
              <a:spcBef>
                <a:spcPts val="900"/>
              </a:spcBef>
              <a:buNone/>
              <a:defRPr sz="1440" b="0">
                <a:solidFill>
                  <a:schemeClr val="bg1"/>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16" name="Marcador de texto 17">
            <a:extLst>
              <a:ext uri="{FF2B5EF4-FFF2-40B4-BE49-F238E27FC236}">
                <a16:creationId xmlns:a16="http://schemas.microsoft.com/office/drawing/2014/main" id="{F45D8212-2D59-45F8-B871-FAAAE828E275}"/>
              </a:ext>
            </a:extLst>
          </p:cNvPr>
          <p:cNvSpPr>
            <a:spLocks noGrp="1"/>
          </p:cNvSpPr>
          <p:nvPr>
            <p:ph type="body" sz="quarter" idx="33" hasCustomPrompt="1"/>
          </p:nvPr>
        </p:nvSpPr>
        <p:spPr>
          <a:xfrm>
            <a:off x="1718419" y="1414287"/>
            <a:ext cx="4524337" cy="462209"/>
          </a:xfrm>
        </p:spPr>
        <p:txBody>
          <a:bodyPr lIns="0">
            <a:normAutofit/>
          </a:bodyPr>
          <a:lstStyle>
            <a:lvl1pPr marL="0" indent="0" algn="l">
              <a:lnSpc>
                <a:spcPts val="2800"/>
              </a:lnSpc>
              <a:buNone/>
              <a:defRPr sz="2900" b="1">
                <a:solidFill>
                  <a:schemeClr val="bg1"/>
                </a:solidFill>
              </a:defRPr>
            </a:lvl1pPr>
          </a:lstStyle>
          <a:p>
            <a:pPr lvl="0"/>
            <a:r>
              <a:rPr lang="es-ES" dirty="0" err="1"/>
              <a:t>Lorem</a:t>
            </a:r>
            <a:r>
              <a:rPr lang="es-ES" dirty="0"/>
              <a:t> </a:t>
            </a:r>
            <a:r>
              <a:rPr lang="es-ES" dirty="0" err="1"/>
              <a:t>ipsum</a:t>
            </a:r>
            <a:r>
              <a:rPr lang="es-ES" dirty="0"/>
              <a:t> dolor </a:t>
            </a:r>
            <a:r>
              <a:rPr lang="es-ES" dirty="0" err="1"/>
              <a:t>sit</a:t>
            </a:r>
            <a:endParaRPr lang="es-ES" dirty="0"/>
          </a:p>
        </p:txBody>
      </p:sp>
      <p:sp>
        <p:nvSpPr>
          <p:cNvPr id="17" name="Marcador de texto 17">
            <a:extLst>
              <a:ext uri="{FF2B5EF4-FFF2-40B4-BE49-F238E27FC236}">
                <a16:creationId xmlns:a16="http://schemas.microsoft.com/office/drawing/2014/main" id="{2AFD9B32-D2CF-4B3F-A275-6E2599A28015}"/>
              </a:ext>
            </a:extLst>
          </p:cNvPr>
          <p:cNvSpPr>
            <a:spLocks noGrp="1"/>
          </p:cNvSpPr>
          <p:nvPr>
            <p:ph type="body" sz="quarter" idx="34" hasCustomPrompt="1"/>
          </p:nvPr>
        </p:nvSpPr>
        <p:spPr>
          <a:xfrm>
            <a:off x="2701574" y="2400605"/>
            <a:ext cx="3851626" cy="462209"/>
          </a:xfrm>
        </p:spPr>
        <p:txBody>
          <a:bodyPr lIns="0" anchor="b">
            <a:noAutofit/>
          </a:bodyPr>
          <a:lstStyle>
            <a:lvl1pPr marL="0" indent="0">
              <a:lnSpc>
                <a:spcPts val="1700"/>
              </a:lnSpc>
              <a:spcBef>
                <a:spcPts val="900"/>
              </a:spcBef>
              <a:buNone/>
              <a:defRPr lang="es-ES" sz="1670" b="1" kern="1200" dirty="0">
                <a:solidFill>
                  <a:schemeClr val="bg1"/>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18" name="Marcador de texto 17">
            <a:extLst>
              <a:ext uri="{FF2B5EF4-FFF2-40B4-BE49-F238E27FC236}">
                <a16:creationId xmlns:a16="http://schemas.microsoft.com/office/drawing/2014/main" id="{819E5421-DA47-48D8-95D5-1C2FE4C8716D}"/>
              </a:ext>
            </a:extLst>
          </p:cNvPr>
          <p:cNvSpPr>
            <a:spLocks noGrp="1"/>
          </p:cNvSpPr>
          <p:nvPr>
            <p:ph type="body" sz="quarter" idx="35" hasCustomPrompt="1"/>
          </p:nvPr>
        </p:nvSpPr>
        <p:spPr>
          <a:xfrm>
            <a:off x="2701574" y="4425820"/>
            <a:ext cx="3851626" cy="540000"/>
          </a:xfrm>
        </p:spPr>
        <p:txBody>
          <a:bodyPr lIns="0">
            <a:noAutofit/>
          </a:bodyPr>
          <a:lstStyle>
            <a:lvl1pPr marL="0" indent="0">
              <a:lnSpc>
                <a:spcPts val="1700"/>
              </a:lnSpc>
              <a:spcBef>
                <a:spcPts val="900"/>
              </a:spcBef>
              <a:buNone/>
              <a:defRPr sz="1440" b="0">
                <a:solidFill>
                  <a:schemeClr val="bg1"/>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19" name="Marcador de texto 17">
            <a:extLst>
              <a:ext uri="{FF2B5EF4-FFF2-40B4-BE49-F238E27FC236}">
                <a16:creationId xmlns:a16="http://schemas.microsoft.com/office/drawing/2014/main" id="{8EEAAABC-7AC3-4E3E-9159-899BA54C1F3C}"/>
              </a:ext>
            </a:extLst>
          </p:cNvPr>
          <p:cNvSpPr>
            <a:spLocks noGrp="1"/>
          </p:cNvSpPr>
          <p:nvPr>
            <p:ph type="body" sz="quarter" idx="36" hasCustomPrompt="1"/>
          </p:nvPr>
        </p:nvSpPr>
        <p:spPr>
          <a:xfrm>
            <a:off x="2701574" y="3989551"/>
            <a:ext cx="3851626" cy="462209"/>
          </a:xfrm>
        </p:spPr>
        <p:txBody>
          <a:bodyPr lIns="0" anchor="b">
            <a:noAutofit/>
          </a:bodyPr>
          <a:lstStyle>
            <a:lvl1pPr marL="0" indent="0">
              <a:lnSpc>
                <a:spcPts val="1700"/>
              </a:lnSpc>
              <a:spcBef>
                <a:spcPts val="900"/>
              </a:spcBef>
              <a:buNone/>
              <a:defRPr lang="es-ES" sz="1670" b="1" kern="1200" dirty="0">
                <a:solidFill>
                  <a:schemeClr val="bg1"/>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20" name="Marcador de texto 17">
            <a:extLst>
              <a:ext uri="{FF2B5EF4-FFF2-40B4-BE49-F238E27FC236}">
                <a16:creationId xmlns:a16="http://schemas.microsoft.com/office/drawing/2014/main" id="{50A7003E-2CA9-4736-92E2-0A334553D23D}"/>
              </a:ext>
            </a:extLst>
          </p:cNvPr>
          <p:cNvSpPr>
            <a:spLocks noGrp="1"/>
          </p:cNvSpPr>
          <p:nvPr>
            <p:ph type="body" sz="quarter" idx="37" hasCustomPrompt="1"/>
          </p:nvPr>
        </p:nvSpPr>
        <p:spPr>
          <a:xfrm>
            <a:off x="2701574" y="6015901"/>
            <a:ext cx="3851626" cy="540000"/>
          </a:xfrm>
        </p:spPr>
        <p:txBody>
          <a:bodyPr lIns="0">
            <a:noAutofit/>
          </a:bodyPr>
          <a:lstStyle>
            <a:lvl1pPr marL="0" indent="0">
              <a:lnSpc>
                <a:spcPts val="1700"/>
              </a:lnSpc>
              <a:spcBef>
                <a:spcPts val="900"/>
              </a:spcBef>
              <a:buNone/>
              <a:defRPr sz="1440" b="0">
                <a:solidFill>
                  <a:schemeClr val="bg1"/>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21" name="Marcador de texto 17">
            <a:extLst>
              <a:ext uri="{FF2B5EF4-FFF2-40B4-BE49-F238E27FC236}">
                <a16:creationId xmlns:a16="http://schemas.microsoft.com/office/drawing/2014/main" id="{92D9D4B3-1E28-4271-8722-5B476076907E}"/>
              </a:ext>
            </a:extLst>
          </p:cNvPr>
          <p:cNvSpPr>
            <a:spLocks noGrp="1"/>
          </p:cNvSpPr>
          <p:nvPr>
            <p:ph type="body" sz="quarter" idx="38" hasCustomPrompt="1"/>
          </p:nvPr>
        </p:nvSpPr>
        <p:spPr>
          <a:xfrm>
            <a:off x="2701574" y="5579632"/>
            <a:ext cx="3851626" cy="462209"/>
          </a:xfrm>
        </p:spPr>
        <p:txBody>
          <a:bodyPr lIns="0" anchor="b">
            <a:noAutofit/>
          </a:bodyPr>
          <a:lstStyle>
            <a:lvl1pPr marL="0" indent="0">
              <a:lnSpc>
                <a:spcPts val="1700"/>
              </a:lnSpc>
              <a:spcBef>
                <a:spcPts val="900"/>
              </a:spcBef>
              <a:buNone/>
              <a:defRPr lang="es-ES" sz="1670" b="1" kern="1200" dirty="0">
                <a:solidFill>
                  <a:schemeClr val="bg1"/>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22" name="Marcador de texto 17">
            <a:extLst>
              <a:ext uri="{FF2B5EF4-FFF2-40B4-BE49-F238E27FC236}">
                <a16:creationId xmlns:a16="http://schemas.microsoft.com/office/drawing/2014/main" id="{5C4F3919-61CE-4A8B-85D6-C871DE91FD2F}"/>
              </a:ext>
            </a:extLst>
          </p:cNvPr>
          <p:cNvSpPr>
            <a:spLocks noGrp="1"/>
          </p:cNvSpPr>
          <p:nvPr>
            <p:ph type="body" sz="quarter" idx="39" hasCustomPrompt="1"/>
          </p:nvPr>
        </p:nvSpPr>
        <p:spPr>
          <a:xfrm>
            <a:off x="9147529" y="2836874"/>
            <a:ext cx="3851626" cy="540000"/>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23" name="Marcador de texto 17">
            <a:extLst>
              <a:ext uri="{FF2B5EF4-FFF2-40B4-BE49-F238E27FC236}">
                <a16:creationId xmlns:a16="http://schemas.microsoft.com/office/drawing/2014/main" id="{096FDC23-32F9-4A15-8C0F-2FA62606F725}"/>
              </a:ext>
            </a:extLst>
          </p:cNvPr>
          <p:cNvSpPr>
            <a:spLocks noGrp="1"/>
          </p:cNvSpPr>
          <p:nvPr>
            <p:ph type="body" sz="quarter" idx="40" hasCustomPrompt="1"/>
          </p:nvPr>
        </p:nvSpPr>
        <p:spPr>
          <a:xfrm>
            <a:off x="9147529" y="2400605"/>
            <a:ext cx="3851626" cy="462209"/>
          </a:xfrm>
        </p:spPr>
        <p:txBody>
          <a:bodyPr lIns="0" anchor="b">
            <a:noAutofit/>
          </a:bodyPr>
          <a:lstStyle>
            <a:lvl1pPr marL="0" indent="0">
              <a:lnSpc>
                <a:spcPts val="1700"/>
              </a:lnSpc>
              <a:spcBef>
                <a:spcPts val="900"/>
              </a:spcBef>
              <a:buNone/>
              <a:defRPr lang="es-ES" sz="1670" b="1" kern="1200" dirty="0">
                <a:solidFill>
                  <a:srgbClr val="1E1E1E"/>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24" name="Marcador de texto 17">
            <a:extLst>
              <a:ext uri="{FF2B5EF4-FFF2-40B4-BE49-F238E27FC236}">
                <a16:creationId xmlns:a16="http://schemas.microsoft.com/office/drawing/2014/main" id="{544B68AA-A664-4CDB-9244-7439A1BBEB37}"/>
              </a:ext>
            </a:extLst>
          </p:cNvPr>
          <p:cNvSpPr>
            <a:spLocks noGrp="1"/>
          </p:cNvSpPr>
          <p:nvPr>
            <p:ph type="body" sz="quarter" idx="41" hasCustomPrompt="1"/>
          </p:nvPr>
        </p:nvSpPr>
        <p:spPr>
          <a:xfrm>
            <a:off x="9147529" y="4425820"/>
            <a:ext cx="3851626" cy="540000"/>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25" name="Marcador de texto 17">
            <a:extLst>
              <a:ext uri="{FF2B5EF4-FFF2-40B4-BE49-F238E27FC236}">
                <a16:creationId xmlns:a16="http://schemas.microsoft.com/office/drawing/2014/main" id="{E8F7D17C-956D-401B-B279-2A0E1A7FDAE4}"/>
              </a:ext>
            </a:extLst>
          </p:cNvPr>
          <p:cNvSpPr>
            <a:spLocks noGrp="1"/>
          </p:cNvSpPr>
          <p:nvPr>
            <p:ph type="body" sz="quarter" idx="42" hasCustomPrompt="1"/>
          </p:nvPr>
        </p:nvSpPr>
        <p:spPr>
          <a:xfrm>
            <a:off x="9147529" y="3989551"/>
            <a:ext cx="3851626" cy="462209"/>
          </a:xfrm>
        </p:spPr>
        <p:txBody>
          <a:bodyPr lIns="0" anchor="b">
            <a:noAutofit/>
          </a:bodyPr>
          <a:lstStyle>
            <a:lvl1pPr marL="0" indent="0">
              <a:lnSpc>
                <a:spcPts val="1700"/>
              </a:lnSpc>
              <a:spcBef>
                <a:spcPts val="900"/>
              </a:spcBef>
              <a:buNone/>
              <a:defRPr lang="es-ES" sz="1670" b="1" kern="1200" dirty="0">
                <a:solidFill>
                  <a:srgbClr val="1E1E1E"/>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26" name="Marcador de texto 17">
            <a:extLst>
              <a:ext uri="{FF2B5EF4-FFF2-40B4-BE49-F238E27FC236}">
                <a16:creationId xmlns:a16="http://schemas.microsoft.com/office/drawing/2014/main" id="{042A179C-1060-4856-8F5D-63184A6E3BA6}"/>
              </a:ext>
            </a:extLst>
          </p:cNvPr>
          <p:cNvSpPr>
            <a:spLocks noGrp="1"/>
          </p:cNvSpPr>
          <p:nvPr>
            <p:ph type="body" sz="quarter" idx="43" hasCustomPrompt="1"/>
          </p:nvPr>
        </p:nvSpPr>
        <p:spPr>
          <a:xfrm>
            <a:off x="9147529" y="6015901"/>
            <a:ext cx="3851626" cy="540000"/>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27" name="Marcador de texto 17">
            <a:extLst>
              <a:ext uri="{FF2B5EF4-FFF2-40B4-BE49-F238E27FC236}">
                <a16:creationId xmlns:a16="http://schemas.microsoft.com/office/drawing/2014/main" id="{56D8F0E5-A6E8-4BB3-BE7E-067D7C752DC3}"/>
              </a:ext>
            </a:extLst>
          </p:cNvPr>
          <p:cNvSpPr>
            <a:spLocks noGrp="1"/>
          </p:cNvSpPr>
          <p:nvPr>
            <p:ph type="body" sz="quarter" idx="44" hasCustomPrompt="1"/>
          </p:nvPr>
        </p:nvSpPr>
        <p:spPr>
          <a:xfrm>
            <a:off x="9147529" y="5579632"/>
            <a:ext cx="3851626" cy="462209"/>
          </a:xfrm>
        </p:spPr>
        <p:txBody>
          <a:bodyPr lIns="0" anchor="b">
            <a:noAutofit/>
          </a:bodyPr>
          <a:lstStyle>
            <a:lvl1pPr marL="0" indent="0">
              <a:lnSpc>
                <a:spcPts val="1700"/>
              </a:lnSpc>
              <a:spcBef>
                <a:spcPts val="900"/>
              </a:spcBef>
              <a:buNone/>
              <a:defRPr lang="es-ES" sz="1670" b="1" kern="1200" dirty="0">
                <a:solidFill>
                  <a:srgbClr val="1E1E1E"/>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28" name="Marcador de texto 17">
            <a:extLst>
              <a:ext uri="{FF2B5EF4-FFF2-40B4-BE49-F238E27FC236}">
                <a16:creationId xmlns:a16="http://schemas.microsoft.com/office/drawing/2014/main" id="{EFD3DBCB-37D1-496C-A04E-BA7E970F4A25}"/>
              </a:ext>
            </a:extLst>
          </p:cNvPr>
          <p:cNvSpPr>
            <a:spLocks noGrp="1"/>
          </p:cNvSpPr>
          <p:nvPr>
            <p:ph type="body" sz="quarter" idx="45" hasCustomPrompt="1"/>
          </p:nvPr>
        </p:nvSpPr>
        <p:spPr>
          <a:xfrm>
            <a:off x="8129253" y="1414287"/>
            <a:ext cx="4524337" cy="462209"/>
          </a:xfrm>
        </p:spPr>
        <p:txBody>
          <a:bodyPr lIns="0">
            <a:normAutofit/>
          </a:bodyPr>
          <a:lstStyle>
            <a:lvl1pPr marL="0" indent="0" algn="l">
              <a:lnSpc>
                <a:spcPts val="2800"/>
              </a:lnSpc>
              <a:buNone/>
              <a:defRPr sz="2900" b="1">
                <a:solidFill>
                  <a:srgbClr val="1E1E1E"/>
                </a:solidFill>
              </a:defRPr>
            </a:lvl1pPr>
          </a:lstStyle>
          <a:p>
            <a:pPr lvl="0"/>
            <a:r>
              <a:rPr lang="es-ES" dirty="0" err="1"/>
              <a:t>Lorem</a:t>
            </a:r>
            <a:r>
              <a:rPr lang="es-ES" dirty="0"/>
              <a:t> </a:t>
            </a:r>
            <a:r>
              <a:rPr lang="es-ES" dirty="0" err="1"/>
              <a:t>ipsum</a:t>
            </a:r>
            <a:r>
              <a:rPr lang="es-ES" dirty="0"/>
              <a:t> dolor </a:t>
            </a:r>
            <a:r>
              <a:rPr lang="es-ES" dirty="0" err="1"/>
              <a:t>sit</a:t>
            </a:r>
            <a:endParaRPr lang="es-ES" dirty="0"/>
          </a:p>
        </p:txBody>
      </p:sp>
      <p:sp>
        <p:nvSpPr>
          <p:cNvPr id="34" name="Rectángulo 33">
            <a:extLst>
              <a:ext uri="{FF2B5EF4-FFF2-40B4-BE49-F238E27FC236}">
                <a16:creationId xmlns:a16="http://schemas.microsoft.com/office/drawing/2014/main" id="{28985D4F-DA9A-4115-90BA-E38ACC75A041}"/>
              </a:ext>
            </a:extLst>
          </p:cNvPr>
          <p:cNvSpPr/>
          <p:nvPr userDrawn="1"/>
        </p:nvSpPr>
        <p:spPr>
          <a:xfrm>
            <a:off x="8114896" y="2513628"/>
            <a:ext cx="800100" cy="800100"/>
          </a:xfrm>
          <a:prstGeom prst="rect">
            <a:avLst/>
          </a:prstGeom>
          <a:noFill/>
          <a:ln w="12700">
            <a:solidFill>
              <a:srgbClr val="FF322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5" name="Rectángulo 34">
            <a:extLst>
              <a:ext uri="{FF2B5EF4-FFF2-40B4-BE49-F238E27FC236}">
                <a16:creationId xmlns:a16="http://schemas.microsoft.com/office/drawing/2014/main" id="{4F46DE56-E459-4EB6-9BA9-089C84D8957C}"/>
              </a:ext>
            </a:extLst>
          </p:cNvPr>
          <p:cNvSpPr/>
          <p:nvPr userDrawn="1"/>
        </p:nvSpPr>
        <p:spPr>
          <a:xfrm>
            <a:off x="8114896" y="4115773"/>
            <a:ext cx="800100" cy="800100"/>
          </a:xfrm>
          <a:prstGeom prst="rect">
            <a:avLst/>
          </a:prstGeom>
          <a:noFill/>
          <a:ln w="12700">
            <a:solidFill>
              <a:srgbClr val="FF322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6" name="Rectángulo 35">
            <a:extLst>
              <a:ext uri="{FF2B5EF4-FFF2-40B4-BE49-F238E27FC236}">
                <a16:creationId xmlns:a16="http://schemas.microsoft.com/office/drawing/2014/main" id="{825B9C34-BEED-48EF-A8F3-98A25182117F}"/>
              </a:ext>
            </a:extLst>
          </p:cNvPr>
          <p:cNvSpPr/>
          <p:nvPr userDrawn="1"/>
        </p:nvSpPr>
        <p:spPr>
          <a:xfrm>
            <a:off x="8114896" y="5717918"/>
            <a:ext cx="800100" cy="800100"/>
          </a:xfrm>
          <a:prstGeom prst="rect">
            <a:avLst/>
          </a:prstGeom>
          <a:noFill/>
          <a:ln w="12700">
            <a:solidFill>
              <a:srgbClr val="FF322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40" name="Marcador de número de diapositiva 1">
            <a:extLst>
              <a:ext uri="{FF2B5EF4-FFF2-40B4-BE49-F238E27FC236}">
                <a16:creationId xmlns:a16="http://schemas.microsoft.com/office/drawing/2014/main" id="{3F5AFE29-57E8-44B6-95C3-325867DAB7CB}"/>
              </a:ext>
            </a:extLst>
          </p:cNvPr>
          <p:cNvSpPr>
            <a:spLocks noGrp="1"/>
          </p:cNvSpPr>
          <p:nvPr>
            <p:ph type="sldNum" sz="quarter" idx="49"/>
          </p:nvPr>
        </p:nvSpPr>
        <p:spPr>
          <a:xfrm>
            <a:off x="7000489" y="7763089"/>
            <a:ext cx="629422" cy="395242"/>
          </a:xfrm>
        </p:spPr>
        <p:txBody>
          <a:bodyPr/>
          <a:lstStyle/>
          <a:p>
            <a:fld id="{B005B2D1-880E-4846-A216-7D6770BA1332}" type="slidenum">
              <a:rPr lang="es-ES" smtClean="0"/>
              <a:pPr/>
              <a:t>‹Nº›</a:t>
            </a:fld>
            <a:endParaRPr lang="es-ES" dirty="0"/>
          </a:p>
        </p:txBody>
      </p:sp>
      <p:sp>
        <p:nvSpPr>
          <p:cNvPr id="43" name="CuadroTexto 42">
            <a:extLst>
              <a:ext uri="{FF2B5EF4-FFF2-40B4-BE49-F238E27FC236}">
                <a16:creationId xmlns:a16="http://schemas.microsoft.com/office/drawing/2014/main" id="{13DDD1BB-63FF-4264-945F-3B3141732107}"/>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1E1E1E"/>
                </a:solidFill>
                <a:latin typeface="Century Gothic" panose="020B0502020202020204" pitchFamily="34" charset="0"/>
              </a:rPr>
              <a:t>© Copyright Universidad Europea. Todos los derechos reservados</a:t>
            </a:r>
            <a:endParaRPr lang="es-ES" dirty="0">
              <a:solidFill>
                <a:srgbClr val="1E1E1E"/>
              </a:solidFill>
            </a:endParaRPr>
          </a:p>
        </p:txBody>
      </p:sp>
      <p:pic>
        <p:nvPicPr>
          <p:cNvPr id="30" name="Gráfico 29">
            <a:extLst>
              <a:ext uri="{FF2B5EF4-FFF2-40B4-BE49-F238E27FC236}">
                <a16:creationId xmlns:a16="http://schemas.microsoft.com/office/drawing/2014/main" id="{826DE4F1-0500-456A-9AEE-766BEA0D2767}"/>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2323884" y="7585901"/>
            <a:ext cx="1400054" cy="385200"/>
          </a:xfrm>
          <a:prstGeom prst="rect">
            <a:avLst/>
          </a:prstGeom>
        </p:spPr>
      </p:pic>
      <p:sp>
        <p:nvSpPr>
          <p:cNvPr id="37" name="Rectángulo 36">
            <a:extLst>
              <a:ext uri="{FF2B5EF4-FFF2-40B4-BE49-F238E27FC236}">
                <a16:creationId xmlns:a16="http://schemas.microsoft.com/office/drawing/2014/main" id="{047CC7ED-54B8-4D1D-B00C-D69B01F0733A}"/>
              </a:ext>
            </a:extLst>
          </p:cNvPr>
          <p:cNvSpPr/>
          <p:nvPr userDrawn="1"/>
        </p:nvSpPr>
        <p:spPr>
          <a:xfrm>
            <a:off x="524442" y="332974"/>
            <a:ext cx="384969" cy="384969"/>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1865503486"/>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Graficos">
    <p:spTree>
      <p:nvGrpSpPr>
        <p:cNvPr id="1" name=""/>
        <p:cNvGrpSpPr/>
        <p:nvPr/>
      </p:nvGrpSpPr>
      <p:grpSpPr>
        <a:xfrm>
          <a:off x="0" y="0"/>
          <a:ext cx="0" cy="0"/>
          <a:chOff x="0" y="0"/>
          <a:chExt cx="0" cy="0"/>
        </a:xfrm>
      </p:grpSpPr>
      <p:sp>
        <p:nvSpPr>
          <p:cNvPr id="12" name="Título 11">
            <a:extLst>
              <a:ext uri="{FF2B5EF4-FFF2-40B4-BE49-F238E27FC236}">
                <a16:creationId xmlns:a16="http://schemas.microsoft.com/office/drawing/2014/main" id="{E45EE8D0-3795-421B-8794-6F214183AE2D}"/>
              </a:ext>
            </a:extLst>
          </p:cNvPr>
          <p:cNvSpPr>
            <a:spLocks noGrp="1"/>
          </p:cNvSpPr>
          <p:nvPr>
            <p:ph type="title" hasCustomPrompt="1"/>
          </p:nvPr>
        </p:nvSpPr>
        <p:spPr>
          <a:xfrm>
            <a:off x="906463" y="1180601"/>
            <a:ext cx="3309937" cy="1803899"/>
          </a:xfrm>
        </p:spPr>
        <p:txBody>
          <a:bodyPr lIns="0" anchor="t">
            <a:noAutofit/>
          </a:bodyPr>
          <a:lstStyle>
            <a:lvl1pPr>
              <a:defRPr sz="4300"/>
            </a:lvl1pPr>
          </a:lstStyle>
          <a:p>
            <a:r>
              <a:rPr lang="es-ES" dirty="0"/>
              <a:t>Estilo</a:t>
            </a:r>
            <a:br>
              <a:rPr lang="es-ES" dirty="0"/>
            </a:br>
            <a:r>
              <a:rPr lang="es-ES" dirty="0"/>
              <a:t>de gráfico de barras I</a:t>
            </a:r>
          </a:p>
        </p:txBody>
      </p:sp>
      <p:sp>
        <p:nvSpPr>
          <p:cNvPr id="21" name="Marcador de texto 17">
            <a:extLst>
              <a:ext uri="{FF2B5EF4-FFF2-40B4-BE49-F238E27FC236}">
                <a16:creationId xmlns:a16="http://schemas.microsoft.com/office/drawing/2014/main" id="{B3CCE7E5-483B-4D05-A9C8-5D66C5A57396}"/>
              </a:ext>
            </a:extLst>
          </p:cNvPr>
          <p:cNvSpPr>
            <a:spLocks noGrp="1"/>
          </p:cNvSpPr>
          <p:nvPr>
            <p:ph type="body" sz="quarter" idx="16" hasCustomPrompt="1"/>
          </p:nvPr>
        </p:nvSpPr>
        <p:spPr>
          <a:xfrm>
            <a:off x="906463" y="3263021"/>
            <a:ext cx="4745037" cy="3411330"/>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Conepos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a:t>
            </a:r>
          </a:p>
          <a:p>
            <a:pPr lvl="0"/>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a:t>
            </a:r>
            <a:r>
              <a:rPr lang="es-ES" dirty="0"/>
              <a:t>.</a:t>
            </a:r>
          </a:p>
          <a:p>
            <a:pPr marL="0" marR="0" lvl="0" indent="0" algn="l" defTabSz="1097280" rtl="0" eaLnBrk="1" fontAlgn="auto" latinLnBrk="0" hangingPunct="1">
              <a:lnSpc>
                <a:spcPts val="1700"/>
              </a:lnSpc>
              <a:spcBef>
                <a:spcPts val="900"/>
              </a:spcBef>
              <a:spcAft>
                <a:spcPts val="0"/>
              </a:spcAft>
              <a:buClr>
                <a:srgbClr val="FF3228"/>
              </a:buClr>
              <a:buSzTx/>
              <a:buFont typeface="Wingdings" panose="05000000000000000000" pitchFamily="2" charset="2"/>
              <a:buNone/>
              <a:tabLst/>
              <a:defRPr/>
            </a:pPr>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a:t>
            </a:r>
            <a:r>
              <a:rPr lang="es-ES" dirty="0"/>
              <a:t> </a:t>
            </a:r>
            <a:r>
              <a:rPr lang="es-ES" dirty="0" err="1"/>
              <a:t>Poribus</a:t>
            </a:r>
            <a:r>
              <a:rPr lang="es-ES" dirty="0"/>
              <a:t> </a:t>
            </a:r>
            <a:r>
              <a:rPr lang="es-ES" dirty="0" err="1"/>
              <a:t>reiciis</a:t>
            </a:r>
            <a:r>
              <a:rPr lang="es-ES" dirty="0"/>
              <a:t>.</a:t>
            </a:r>
          </a:p>
        </p:txBody>
      </p:sp>
      <p:sp>
        <p:nvSpPr>
          <p:cNvPr id="25" name="CuadroTexto 24">
            <a:extLst>
              <a:ext uri="{FF2B5EF4-FFF2-40B4-BE49-F238E27FC236}">
                <a16:creationId xmlns:a16="http://schemas.microsoft.com/office/drawing/2014/main" id="{E30C8D45-466F-4F40-8328-D150D1EB24BA}"/>
              </a:ext>
            </a:extLst>
          </p:cNvPr>
          <p:cNvSpPr txBox="1"/>
          <p:nvPr userDrawn="1"/>
        </p:nvSpPr>
        <p:spPr>
          <a:xfrm>
            <a:off x="10257964"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27" name="Marcador de número de diapositiva 1">
            <a:extLst>
              <a:ext uri="{FF2B5EF4-FFF2-40B4-BE49-F238E27FC236}">
                <a16:creationId xmlns:a16="http://schemas.microsoft.com/office/drawing/2014/main" id="{04281931-3718-4A7D-AA8E-F88E5AEB9ADC}"/>
              </a:ext>
            </a:extLst>
          </p:cNvPr>
          <p:cNvSpPr>
            <a:spLocks noGrp="1"/>
          </p:cNvSpPr>
          <p:nvPr>
            <p:ph type="sldNum" sz="quarter" idx="30"/>
          </p:nvPr>
        </p:nvSpPr>
        <p:spPr>
          <a:xfrm>
            <a:off x="7000489" y="7763089"/>
            <a:ext cx="629422" cy="395242"/>
          </a:xfrm>
        </p:spPr>
        <p:txBody>
          <a:bodyPr/>
          <a:lstStyle/>
          <a:p>
            <a:fld id="{B005B2D1-880E-4846-A216-7D6770BA1332}" type="slidenum">
              <a:rPr lang="es-ES" smtClean="0"/>
              <a:pPr/>
              <a:t>‹Nº›</a:t>
            </a:fld>
            <a:endParaRPr lang="es-ES" dirty="0"/>
          </a:p>
        </p:txBody>
      </p:sp>
      <p:sp>
        <p:nvSpPr>
          <p:cNvPr id="28" name="Rectángulo 27">
            <a:extLst>
              <a:ext uri="{FF2B5EF4-FFF2-40B4-BE49-F238E27FC236}">
                <a16:creationId xmlns:a16="http://schemas.microsoft.com/office/drawing/2014/main" id="{4D5137D5-442A-403F-81C7-7686AFB9547E}"/>
              </a:ext>
            </a:extLst>
          </p:cNvPr>
          <p:cNvSpPr/>
          <p:nvPr userDrawn="1"/>
        </p:nvSpPr>
        <p:spPr>
          <a:xfrm>
            <a:off x="521494"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7" name="Marcador de gráfico 6">
            <a:extLst>
              <a:ext uri="{FF2B5EF4-FFF2-40B4-BE49-F238E27FC236}">
                <a16:creationId xmlns:a16="http://schemas.microsoft.com/office/drawing/2014/main" id="{7201564A-7529-4B1F-B62A-73FAF73E875E}"/>
              </a:ext>
            </a:extLst>
          </p:cNvPr>
          <p:cNvSpPr>
            <a:spLocks noGrp="1"/>
          </p:cNvSpPr>
          <p:nvPr>
            <p:ph type="chart" sz="quarter" idx="31"/>
          </p:nvPr>
        </p:nvSpPr>
        <p:spPr>
          <a:xfrm>
            <a:off x="6140450" y="1719155"/>
            <a:ext cx="7583488" cy="5599220"/>
          </a:xfrm>
        </p:spPr>
        <p:txBody>
          <a:bodyPr/>
          <a:lstStyle/>
          <a:p>
            <a:endParaRPr lang="es-ES" dirty="0"/>
          </a:p>
        </p:txBody>
      </p:sp>
      <p:pic>
        <p:nvPicPr>
          <p:cNvPr id="9" name="Gráfico 8">
            <a:extLst>
              <a:ext uri="{FF2B5EF4-FFF2-40B4-BE49-F238E27FC236}">
                <a16:creationId xmlns:a16="http://schemas.microsoft.com/office/drawing/2014/main" id="{06E2181E-8ABD-4C68-97CA-BF860F11CA13}"/>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r="69936"/>
          <a:stretch/>
        </p:blipFill>
        <p:spPr>
          <a:xfrm>
            <a:off x="13723938" y="332974"/>
            <a:ext cx="420914" cy="385200"/>
          </a:xfrm>
          <a:prstGeom prst="rect">
            <a:avLst/>
          </a:prstGeom>
        </p:spPr>
      </p:pic>
    </p:spTree>
    <p:extLst>
      <p:ext uri="{BB962C8B-B14F-4D97-AF65-F5344CB8AC3E}">
        <p14:creationId xmlns:p14="http://schemas.microsoft.com/office/powerpoint/2010/main" val="1769800899"/>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Tablas">
    <p:spTree>
      <p:nvGrpSpPr>
        <p:cNvPr id="1" name=""/>
        <p:cNvGrpSpPr/>
        <p:nvPr/>
      </p:nvGrpSpPr>
      <p:grpSpPr>
        <a:xfrm>
          <a:off x="0" y="0"/>
          <a:ext cx="0" cy="0"/>
          <a:chOff x="0" y="0"/>
          <a:chExt cx="0" cy="0"/>
        </a:xfrm>
      </p:grpSpPr>
      <p:sp>
        <p:nvSpPr>
          <p:cNvPr id="12" name="Título 11">
            <a:extLst>
              <a:ext uri="{FF2B5EF4-FFF2-40B4-BE49-F238E27FC236}">
                <a16:creationId xmlns:a16="http://schemas.microsoft.com/office/drawing/2014/main" id="{E45EE8D0-3795-421B-8794-6F214183AE2D}"/>
              </a:ext>
            </a:extLst>
          </p:cNvPr>
          <p:cNvSpPr>
            <a:spLocks noGrp="1"/>
          </p:cNvSpPr>
          <p:nvPr>
            <p:ph type="title" hasCustomPrompt="1"/>
          </p:nvPr>
        </p:nvSpPr>
        <p:spPr>
          <a:xfrm>
            <a:off x="906463" y="1180601"/>
            <a:ext cx="5278437" cy="879431"/>
          </a:xfrm>
        </p:spPr>
        <p:txBody>
          <a:bodyPr lIns="0" anchor="t">
            <a:noAutofit/>
          </a:bodyPr>
          <a:lstStyle>
            <a:lvl1pPr>
              <a:defRPr sz="4300"/>
            </a:lvl1pPr>
          </a:lstStyle>
          <a:p>
            <a:r>
              <a:rPr lang="es-ES" dirty="0"/>
              <a:t>Estilo tabla I</a:t>
            </a:r>
          </a:p>
        </p:txBody>
      </p:sp>
      <p:sp>
        <p:nvSpPr>
          <p:cNvPr id="25" name="CuadroTexto 24">
            <a:extLst>
              <a:ext uri="{FF2B5EF4-FFF2-40B4-BE49-F238E27FC236}">
                <a16:creationId xmlns:a16="http://schemas.microsoft.com/office/drawing/2014/main" id="{E30C8D45-466F-4F40-8328-D150D1EB24BA}"/>
              </a:ext>
            </a:extLst>
          </p:cNvPr>
          <p:cNvSpPr txBox="1"/>
          <p:nvPr userDrawn="1"/>
        </p:nvSpPr>
        <p:spPr>
          <a:xfrm>
            <a:off x="10257964"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27" name="Marcador de número de diapositiva 1">
            <a:extLst>
              <a:ext uri="{FF2B5EF4-FFF2-40B4-BE49-F238E27FC236}">
                <a16:creationId xmlns:a16="http://schemas.microsoft.com/office/drawing/2014/main" id="{04281931-3718-4A7D-AA8E-F88E5AEB9ADC}"/>
              </a:ext>
            </a:extLst>
          </p:cNvPr>
          <p:cNvSpPr>
            <a:spLocks noGrp="1"/>
          </p:cNvSpPr>
          <p:nvPr>
            <p:ph type="sldNum" sz="quarter" idx="30"/>
          </p:nvPr>
        </p:nvSpPr>
        <p:spPr>
          <a:xfrm>
            <a:off x="7000489" y="7763089"/>
            <a:ext cx="629422" cy="395242"/>
          </a:xfrm>
        </p:spPr>
        <p:txBody>
          <a:bodyPr/>
          <a:lstStyle/>
          <a:p>
            <a:fld id="{B005B2D1-880E-4846-A216-7D6770BA1332}" type="slidenum">
              <a:rPr lang="es-ES" smtClean="0"/>
              <a:pPr/>
              <a:t>‹Nº›</a:t>
            </a:fld>
            <a:endParaRPr lang="es-ES" dirty="0"/>
          </a:p>
        </p:txBody>
      </p:sp>
      <p:sp>
        <p:nvSpPr>
          <p:cNvPr id="28" name="Rectángulo 27">
            <a:extLst>
              <a:ext uri="{FF2B5EF4-FFF2-40B4-BE49-F238E27FC236}">
                <a16:creationId xmlns:a16="http://schemas.microsoft.com/office/drawing/2014/main" id="{4D5137D5-442A-403F-81C7-7686AFB9547E}"/>
              </a:ext>
            </a:extLst>
          </p:cNvPr>
          <p:cNvSpPr/>
          <p:nvPr userDrawn="1"/>
        </p:nvSpPr>
        <p:spPr>
          <a:xfrm>
            <a:off x="521494"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 name="Marcador de tabla 2">
            <a:extLst>
              <a:ext uri="{FF2B5EF4-FFF2-40B4-BE49-F238E27FC236}">
                <a16:creationId xmlns:a16="http://schemas.microsoft.com/office/drawing/2014/main" id="{06B5FEDA-2675-4177-AA01-B26A0E6450C6}"/>
              </a:ext>
            </a:extLst>
          </p:cNvPr>
          <p:cNvSpPr>
            <a:spLocks noGrp="1"/>
          </p:cNvSpPr>
          <p:nvPr>
            <p:ph type="tbl" sz="quarter" idx="31"/>
          </p:nvPr>
        </p:nvSpPr>
        <p:spPr>
          <a:xfrm>
            <a:off x="906463" y="2514600"/>
            <a:ext cx="12817474" cy="4803775"/>
          </a:xfrm>
        </p:spPr>
        <p:txBody>
          <a:bodyPr/>
          <a:lstStyle/>
          <a:p>
            <a:endParaRPr lang="es-ES"/>
          </a:p>
        </p:txBody>
      </p:sp>
      <p:pic>
        <p:nvPicPr>
          <p:cNvPr id="8" name="Gráfico 7">
            <a:extLst>
              <a:ext uri="{FF2B5EF4-FFF2-40B4-BE49-F238E27FC236}">
                <a16:creationId xmlns:a16="http://schemas.microsoft.com/office/drawing/2014/main" id="{B63D23CB-FADD-4E51-B607-9F895E3383D8}"/>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r="69936"/>
          <a:stretch/>
        </p:blipFill>
        <p:spPr>
          <a:xfrm>
            <a:off x="13723938" y="332974"/>
            <a:ext cx="420914" cy="385200"/>
          </a:xfrm>
          <a:prstGeom prst="rect">
            <a:avLst/>
          </a:prstGeom>
        </p:spPr>
      </p:pic>
    </p:spTree>
    <p:extLst>
      <p:ext uri="{BB962C8B-B14F-4D97-AF65-F5344CB8AC3E}">
        <p14:creationId xmlns:p14="http://schemas.microsoft.com/office/powerpoint/2010/main" val="3072500996"/>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Iconos">
    <p:spTree>
      <p:nvGrpSpPr>
        <p:cNvPr id="1" name=""/>
        <p:cNvGrpSpPr/>
        <p:nvPr/>
      </p:nvGrpSpPr>
      <p:grpSpPr>
        <a:xfrm>
          <a:off x="0" y="0"/>
          <a:ext cx="0" cy="0"/>
          <a:chOff x="0" y="0"/>
          <a:chExt cx="0" cy="0"/>
        </a:xfrm>
      </p:grpSpPr>
      <p:pic>
        <p:nvPicPr>
          <p:cNvPr id="6" name="Gráfico 5">
            <a:extLst>
              <a:ext uri="{FF2B5EF4-FFF2-40B4-BE49-F238E27FC236}">
                <a16:creationId xmlns:a16="http://schemas.microsoft.com/office/drawing/2014/main" id="{1FA62221-C641-42BD-85C5-560FB62FCEC4}"/>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0" y="0"/>
            <a:ext cx="14630400" cy="8229600"/>
          </a:xfrm>
          <a:prstGeom prst="rect">
            <a:avLst/>
          </a:prstGeom>
        </p:spPr>
      </p:pic>
      <p:sp>
        <p:nvSpPr>
          <p:cNvPr id="3" name="Marcador de número de diapositiva 2">
            <a:extLst>
              <a:ext uri="{FF2B5EF4-FFF2-40B4-BE49-F238E27FC236}">
                <a16:creationId xmlns:a16="http://schemas.microsoft.com/office/drawing/2014/main" id="{7450A57E-6C25-44CF-9946-8E51E495D6DA}"/>
              </a:ext>
            </a:extLst>
          </p:cNvPr>
          <p:cNvSpPr>
            <a:spLocks noGrp="1"/>
          </p:cNvSpPr>
          <p:nvPr>
            <p:ph type="sldNum" sz="quarter" idx="10"/>
          </p:nvPr>
        </p:nvSpPr>
        <p:spPr/>
        <p:txBody>
          <a:bodyPr/>
          <a:lstStyle/>
          <a:p>
            <a:fld id="{B005B2D1-880E-4846-A216-7D6770BA1332}" type="slidenum">
              <a:rPr lang="es-ES" smtClean="0"/>
              <a:pPr/>
              <a:t>‹Nº›</a:t>
            </a:fld>
            <a:endParaRPr lang="es-ES" dirty="0"/>
          </a:p>
        </p:txBody>
      </p:sp>
      <p:sp>
        <p:nvSpPr>
          <p:cNvPr id="9" name="CuadroTexto 8">
            <a:extLst>
              <a:ext uri="{FF2B5EF4-FFF2-40B4-BE49-F238E27FC236}">
                <a16:creationId xmlns:a16="http://schemas.microsoft.com/office/drawing/2014/main" id="{AEACB8DF-60BA-4C55-8790-127B9DB59323}"/>
              </a:ext>
            </a:extLst>
          </p:cNvPr>
          <p:cNvSpPr txBox="1"/>
          <p:nvPr userDrawn="1"/>
        </p:nvSpPr>
        <p:spPr>
          <a:xfrm>
            <a:off x="10257964"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10" name="Rectángulo 9">
            <a:extLst>
              <a:ext uri="{FF2B5EF4-FFF2-40B4-BE49-F238E27FC236}">
                <a16:creationId xmlns:a16="http://schemas.microsoft.com/office/drawing/2014/main" id="{8C8DE8CD-D0F4-421F-8259-A29997BBF572}"/>
              </a:ext>
            </a:extLst>
          </p:cNvPr>
          <p:cNvSpPr/>
          <p:nvPr userDrawn="1"/>
        </p:nvSpPr>
        <p:spPr>
          <a:xfrm>
            <a:off x="521494"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9" name="Título 11">
            <a:extLst>
              <a:ext uri="{FF2B5EF4-FFF2-40B4-BE49-F238E27FC236}">
                <a16:creationId xmlns:a16="http://schemas.microsoft.com/office/drawing/2014/main" id="{E6467823-04AD-499F-9EBF-6BAE54012BC6}"/>
              </a:ext>
            </a:extLst>
          </p:cNvPr>
          <p:cNvSpPr>
            <a:spLocks noGrp="1"/>
          </p:cNvSpPr>
          <p:nvPr>
            <p:ph type="title" hasCustomPrompt="1"/>
          </p:nvPr>
        </p:nvSpPr>
        <p:spPr>
          <a:xfrm>
            <a:off x="2062163" y="5204458"/>
            <a:ext cx="3284537" cy="1017545"/>
          </a:xfrm>
        </p:spPr>
        <p:txBody>
          <a:bodyPr lIns="0" anchor="t">
            <a:noAutofit/>
          </a:bodyPr>
          <a:lstStyle>
            <a:lvl1pPr>
              <a:defRPr sz="4300">
                <a:solidFill>
                  <a:schemeClr val="bg1"/>
                </a:solidFill>
              </a:defRPr>
            </a:lvl1pPr>
          </a:lstStyle>
          <a:p>
            <a:r>
              <a:rPr lang="es-ES" dirty="0"/>
              <a:t>Iconos</a:t>
            </a:r>
          </a:p>
        </p:txBody>
      </p:sp>
      <p:pic>
        <p:nvPicPr>
          <p:cNvPr id="11" name="Gráfico 10">
            <a:extLst>
              <a:ext uri="{FF2B5EF4-FFF2-40B4-BE49-F238E27FC236}">
                <a16:creationId xmlns:a16="http://schemas.microsoft.com/office/drawing/2014/main" id="{234AC0BB-9746-40C6-8816-9CE7B49FFA39}"/>
              </a:ext>
            </a:extLst>
          </p:cNvPr>
          <p:cNvPicPr>
            <a:picLocks noChangeAspect="1"/>
          </p:cNvPicPr>
          <p:nvPr userDrawn="1"/>
        </p:nvPicPr>
        <p:blipFill rotWithShape="1">
          <a:blip r:embed="rId4">
            <a:extLst>
              <a:ext uri="{96DAC541-7B7A-43D3-8B79-37D633B846F1}">
                <asvg:svgBlip xmlns:asvg="http://schemas.microsoft.com/office/drawing/2016/SVG/main" r:embed="rId5"/>
              </a:ext>
            </a:extLst>
          </a:blip>
          <a:srcRect r="69936"/>
          <a:stretch/>
        </p:blipFill>
        <p:spPr>
          <a:xfrm>
            <a:off x="13723938" y="332974"/>
            <a:ext cx="420914" cy="385200"/>
          </a:xfrm>
          <a:prstGeom prst="rect">
            <a:avLst/>
          </a:prstGeom>
        </p:spPr>
      </p:pic>
    </p:spTree>
    <p:extLst>
      <p:ext uri="{BB962C8B-B14F-4D97-AF65-F5344CB8AC3E}">
        <p14:creationId xmlns:p14="http://schemas.microsoft.com/office/powerpoint/2010/main" val="3381729278"/>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Contraportada">
    <p:spTree>
      <p:nvGrpSpPr>
        <p:cNvPr id="1" name=""/>
        <p:cNvGrpSpPr/>
        <p:nvPr/>
      </p:nvGrpSpPr>
      <p:grpSpPr>
        <a:xfrm>
          <a:off x="0" y="0"/>
          <a:ext cx="0" cy="0"/>
          <a:chOff x="0" y="0"/>
          <a:chExt cx="0" cy="0"/>
        </a:xfrm>
      </p:grpSpPr>
      <p:pic>
        <p:nvPicPr>
          <p:cNvPr id="12" name="Gráfico 11">
            <a:extLst>
              <a:ext uri="{FF2B5EF4-FFF2-40B4-BE49-F238E27FC236}">
                <a16:creationId xmlns:a16="http://schemas.microsoft.com/office/drawing/2014/main" id="{58986412-1BC4-47CA-9C5B-0E42A1072196}"/>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0" y="0"/>
            <a:ext cx="14630400" cy="8229600"/>
          </a:xfrm>
          <a:prstGeom prst="rect">
            <a:avLst/>
          </a:prstGeom>
        </p:spPr>
      </p:pic>
      <p:sp>
        <p:nvSpPr>
          <p:cNvPr id="9" name="CuadroTexto 8">
            <a:extLst>
              <a:ext uri="{FF2B5EF4-FFF2-40B4-BE49-F238E27FC236}">
                <a16:creationId xmlns:a16="http://schemas.microsoft.com/office/drawing/2014/main" id="{612609C0-CE8E-4F26-9C56-26779C292085}"/>
              </a:ext>
            </a:extLst>
          </p:cNvPr>
          <p:cNvSpPr txBox="1"/>
          <p:nvPr userDrawn="1"/>
        </p:nvSpPr>
        <p:spPr>
          <a:xfrm>
            <a:off x="81256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chemeClr val="bg1"/>
                </a:solidFill>
                <a:latin typeface="Century Gothic" panose="020B0502020202020204" pitchFamily="34" charset="0"/>
              </a:rPr>
              <a:t>© Copyright Universidad Europea. Todos los derechos reservados</a:t>
            </a:r>
            <a:endParaRPr lang="es-ES" dirty="0">
              <a:solidFill>
                <a:schemeClr val="bg1"/>
              </a:solidFill>
            </a:endParaRPr>
          </a:p>
        </p:txBody>
      </p:sp>
      <p:sp>
        <p:nvSpPr>
          <p:cNvPr id="14" name="Title 1">
            <a:extLst>
              <a:ext uri="{FF2B5EF4-FFF2-40B4-BE49-F238E27FC236}">
                <a16:creationId xmlns:a16="http://schemas.microsoft.com/office/drawing/2014/main" id="{C6C8BD96-F01B-45B8-816D-46F9D05B00D1}"/>
              </a:ext>
            </a:extLst>
          </p:cNvPr>
          <p:cNvSpPr>
            <a:spLocks noGrp="1"/>
          </p:cNvSpPr>
          <p:nvPr>
            <p:ph type="title" hasCustomPrompt="1"/>
          </p:nvPr>
        </p:nvSpPr>
        <p:spPr>
          <a:xfrm>
            <a:off x="4347351" y="2842955"/>
            <a:ext cx="4424116" cy="776545"/>
          </a:xfrm>
        </p:spPr>
        <p:txBody>
          <a:bodyPr>
            <a:normAutofit/>
          </a:bodyPr>
          <a:lstStyle>
            <a:lvl1pPr>
              <a:defRPr sz="6000"/>
            </a:lvl1pPr>
          </a:lstStyle>
          <a:p>
            <a:r>
              <a:rPr lang="es-ES" dirty="0"/>
              <a:t>Gracias</a:t>
            </a:r>
            <a:endParaRPr lang="en-US" dirty="0"/>
          </a:p>
        </p:txBody>
      </p:sp>
      <p:sp>
        <p:nvSpPr>
          <p:cNvPr id="15" name="Marcador de texto 17">
            <a:extLst>
              <a:ext uri="{FF2B5EF4-FFF2-40B4-BE49-F238E27FC236}">
                <a16:creationId xmlns:a16="http://schemas.microsoft.com/office/drawing/2014/main" id="{11DB0538-BF7A-408B-8D8F-356A5E062386}"/>
              </a:ext>
            </a:extLst>
          </p:cNvPr>
          <p:cNvSpPr>
            <a:spLocks noGrp="1"/>
          </p:cNvSpPr>
          <p:nvPr>
            <p:ph type="body" sz="quarter" idx="16" hasCustomPrompt="1"/>
          </p:nvPr>
        </p:nvSpPr>
        <p:spPr>
          <a:xfrm>
            <a:off x="4448951" y="3648916"/>
            <a:ext cx="4542650" cy="961186"/>
          </a:xfrm>
        </p:spPr>
        <p:txBody>
          <a:bodyPr lIns="0">
            <a:noAutofit/>
          </a:bodyPr>
          <a:lstStyle>
            <a:lvl1pPr marL="0" indent="0">
              <a:lnSpc>
                <a:spcPts val="2800"/>
              </a:lnSpc>
              <a:spcBef>
                <a:spcPts val="900"/>
              </a:spcBef>
              <a:buNone/>
              <a:defRPr sz="2500" b="0">
                <a:solidFill>
                  <a:srgbClr val="1E1E1E"/>
                </a:solidFill>
              </a:defRPr>
            </a:lvl1pPr>
          </a:lstStyle>
          <a:p>
            <a:pPr lvl="0"/>
            <a:r>
              <a:rPr lang="es-ES" dirty="0" err="1"/>
              <a:t>Lorem</a:t>
            </a:r>
            <a:r>
              <a:rPr lang="es-ES" dirty="0"/>
              <a:t> </a:t>
            </a:r>
            <a:r>
              <a:rPr lang="es-ES" dirty="0" err="1"/>
              <a:t>ipsum</a:t>
            </a:r>
            <a:r>
              <a:rPr lang="es-ES" dirty="0"/>
              <a:t> </a:t>
            </a:r>
            <a:r>
              <a:rPr lang="es-ES" dirty="0" err="1"/>
              <a:t>Udae</a:t>
            </a:r>
            <a:r>
              <a:rPr lang="es-ES" dirty="0"/>
              <a:t> </a:t>
            </a:r>
            <a:r>
              <a:rPr lang="es-ES" dirty="0" err="1"/>
              <a:t>voluptatur</a:t>
            </a:r>
            <a:r>
              <a:rPr lang="es-ES" dirty="0"/>
              <a:t>? Pitas </a:t>
            </a:r>
            <a:r>
              <a:rPr lang="es-ES" dirty="0" err="1"/>
              <a:t>dolorem</a:t>
            </a:r>
            <a:endParaRPr lang="es-ES" dirty="0"/>
          </a:p>
        </p:txBody>
      </p:sp>
      <p:sp>
        <p:nvSpPr>
          <p:cNvPr id="16" name="Marcador de texto 17">
            <a:extLst>
              <a:ext uri="{FF2B5EF4-FFF2-40B4-BE49-F238E27FC236}">
                <a16:creationId xmlns:a16="http://schemas.microsoft.com/office/drawing/2014/main" id="{FB1C9EB0-95F2-4DA1-AF97-1506B0C3FDB2}"/>
              </a:ext>
            </a:extLst>
          </p:cNvPr>
          <p:cNvSpPr>
            <a:spLocks noGrp="1"/>
          </p:cNvSpPr>
          <p:nvPr>
            <p:ph type="body" sz="quarter" idx="22" hasCustomPrompt="1"/>
          </p:nvPr>
        </p:nvSpPr>
        <p:spPr>
          <a:xfrm>
            <a:off x="6925382" y="5473725"/>
            <a:ext cx="3256844" cy="316483"/>
          </a:xfrm>
        </p:spPr>
        <p:txBody>
          <a:bodyPr lIns="0">
            <a:noAutofit/>
          </a:bodyPr>
          <a:lstStyle>
            <a:lvl1pPr marL="0" indent="0">
              <a:lnSpc>
                <a:spcPts val="1700"/>
              </a:lnSpc>
              <a:spcBef>
                <a:spcPts val="900"/>
              </a:spcBef>
              <a:buNone/>
              <a:defRPr sz="1440" b="0">
                <a:solidFill>
                  <a:schemeClr val="bg1"/>
                </a:solidFill>
              </a:defRPr>
            </a:lvl1pPr>
          </a:lstStyle>
          <a:p>
            <a:pPr lvl="0"/>
            <a:r>
              <a:rPr lang="es-ES" dirty="0" err="1"/>
              <a:t>Lorem</a:t>
            </a:r>
            <a:r>
              <a:rPr lang="es-ES" dirty="0"/>
              <a:t> ipsum@info.com</a:t>
            </a:r>
          </a:p>
        </p:txBody>
      </p:sp>
      <p:sp>
        <p:nvSpPr>
          <p:cNvPr id="17" name="Marcador de texto 17">
            <a:extLst>
              <a:ext uri="{FF2B5EF4-FFF2-40B4-BE49-F238E27FC236}">
                <a16:creationId xmlns:a16="http://schemas.microsoft.com/office/drawing/2014/main" id="{E7C874BE-A19E-48B7-AC48-D4C857D7A99B}"/>
              </a:ext>
            </a:extLst>
          </p:cNvPr>
          <p:cNvSpPr>
            <a:spLocks noGrp="1"/>
          </p:cNvSpPr>
          <p:nvPr>
            <p:ph type="body" sz="quarter" idx="15" hasCustomPrompt="1"/>
          </p:nvPr>
        </p:nvSpPr>
        <p:spPr>
          <a:xfrm>
            <a:off x="6925382" y="5144355"/>
            <a:ext cx="3256843" cy="316483"/>
          </a:xfrm>
        </p:spPr>
        <p:txBody>
          <a:bodyPr lIns="0">
            <a:noAutofit/>
          </a:bodyPr>
          <a:lstStyle>
            <a:lvl1pPr marL="0" indent="0">
              <a:lnSpc>
                <a:spcPts val="2800"/>
              </a:lnSpc>
              <a:buNone/>
              <a:defRPr sz="2200" b="1">
                <a:solidFill>
                  <a:schemeClr val="bg1"/>
                </a:solidFill>
              </a:defRPr>
            </a:lvl1pPr>
          </a:lstStyle>
          <a:p>
            <a:pPr lvl="0"/>
            <a:r>
              <a:rPr lang="es-ES" dirty="0" err="1"/>
              <a:t>Lorem</a:t>
            </a:r>
            <a:r>
              <a:rPr lang="es-ES" dirty="0"/>
              <a:t> </a:t>
            </a:r>
            <a:r>
              <a:rPr lang="es-ES" dirty="0" err="1"/>
              <a:t>ipsum</a:t>
            </a:r>
            <a:endParaRPr lang="es-ES" dirty="0"/>
          </a:p>
        </p:txBody>
      </p:sp>
      <p:sp>
        <p:nvSpPr>
          <p:cNvPr id="18" name="Marcador de texto 17">
            <a:extLst>
              <a:ext uri="{FF2B5EF4-FFF2-40B4-BE49-F238E27FC236}">
                <a16:creationId xmlns:a16="http://schemas.microsoft.com/office/drawing/2014/main" id="{983F7AB7-EF84-4792-8807-631A61157F6B}"/>
              </a:ext>
            </a:extLst>
          </p:cNvPr>
          <p:cNvSpPr>
            <a:spLocks noGrp="1"/>
          </p:cNvSpPr>
          <p:nvPr>
            <p:ph type="body" sz="quarter" idx="23" hasCustomPrompt="1"/>
          </p:nvPr>
        </p:nvSpPr>
        <p:spPr>
          <a:xfrm>
            <a:off x="6925382" y="5865514"/>
            <a:ext cx="3256844" cy="316483"/>
          </a:xfrm>
        </p:spPr>
        <p:txBody>
          <a:bodyPr lIns="0">
            <a:noAutofit/>
          </a:bodyPr>
          <a:lstStyle>
            <a:lvl1pPr marL="0" indent="0">
              <a:lnSpc>
                <a:spcPts val="1700"/>
              </a:lnSpc>
              <a:spcBef>
                <a:spcPts val="900"/>
              </a:spcBef>
              <a:buNone/>
              <a:defRPr sz="1440" b="1">
                <a:solidFill>
                  <a:schemeClr val="bg1"/>
                </a:solidFill>
              </a:defRPr>
            </a:lvl1pPr>
          </a:lstStyle>
          <a:p>
            <a:pPr lvl="0"/>
            <a:r>
              <a:rPr lang="es-ES" dirty="0"/>
              <a:t>Universidadeuropea.com</a:t>
            </a:r>
          </a:p>
        </p:txBody>
      </p:sp>
      <p:sp>
        <p:nvSpPr>
          <p:cNvPr id="24" name="CuadroTexto 23">
            <a:extLst>
              <a:ext uri="{FF2B5EF4-FFF2-40B4-BE49-F238E27FC236}">
                <a16:creationId xmlns:a16="http://schemas.microsoft.com/office/drawing/2014/main" id="{803B4663-693F-4482-99D6-BFAAF6A3D27D}"/>
              </a:ext>
            </a:extLst>
          </p:cNvPr>
          <p:cNvSpPr txBox="1"/>
          <p:nvPr userDrawn="1"/>
        </p:nvSpPr>
        <p:spPr>
          <a:xfrm>
            <a:off x="9061051" y="6698399"/>
            <a:ext cx="1800493" cy="430887"/>
          </a:xfrm>
          <a:prstGeom prst="rect">
            <a:avLst/>
          </a:prstGeom>
          <a:noFill/>
        </p:spPr>
        <p:txBody>
          <a:bodyPr wrap="none" rtlCol="0">
            <a:spAutoFit/>
          </a:bodyPr>
          <a:lstStyle/>
          <a:p>
            <a:pPr lvl="0"/>
            <a:r>
              <a:rPr lang="es-ES" sz="2200" b="1" kern="1200" dirty="0">
                <a:solidFill>
                  <a:schemeClr val="bg1"/>
                </a:solidFill>
                <a:latin typeface="Century Gothic" panose="020B0502020202020204" pitchFamily="34" charset="0"/>
                <a:ea typeface="+mn-ea"/>
                <a:cs typeface="+mn-cs"/>
              </a:rPr>
              <a:t>Ve más allá</a:t>
            </a:r>
          </a:p>
        </p:txBody>
      </p:sp>
    </p:spTree>
    <p:extLst>
      <p:ext uri="{BB962C8B-B14F-4D97-AF65-F5344CB8AC3E}">
        <p14:creationId xmlns:p14="http://schemas.microsoft.com/office/powerpoint/2010/main" val="2018135840"/>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slideLayout" Target="../slideLayouts/slideLayout37.xml"/><Relationship Id="rId38" Type="http://schemas.openxmlformats.org/officeDocument/2006/relationships/slideLayout" Target="../slideLayouts/slideLayout38.xml"/><Relationship Id="rId39" Type="http://schemas.openxmlformats.org/officeDocument/2006/relationships/slideLayout" Target="../slideLayouts/slideLayout39.xml"/><Relationship Id="rId40" Type="http://schemas.openxmlformats.org/officeDocument/2006/relationships/slideLayout" Target="../slideLayouts/slideLayout40.xml"/><Relationship Id="rId41" Type="http://schemas.openxmlformats.org/officeDocument/2006/relationships/slideLayout" Target="../slideLayouts/slideLayout41.xml"/><Relationship Id="rId42" Type="http://schemas.openxmlformats.org/officeDocument/2006/relationships/slideLayout" Target="../slideLayouts/slideLayout42.xml"/><Relationship Id="rId43" Type="http://schemas.openxmlformats.org/officeDocument/2006/relationships/slideLayout" Target="../slideLayouts/slideLayout43.xml"/><Relationship Id="rId44" Type="http://schemas.openxmlformats.org/officeDocument/2006/relationships/slideLayout" Target="../slideLayouts/slideLayout44.xml"/><Relationship Id="rId45" Type="http://schemas.openxmlformats.org/officeDocument/2006/relationships/slideLayout" Target="../slideLayouts/slideLayout45.xml"/><Relationship Id="rId46" Type="http://schemas.openxmlformats.org/officeDocument/2006/relationships/slideLayout" Target="../slideLayouts/slideLayout46.xml"/><Relationship Id="rId47" Type="http://schemas.openxmlformats.org/officeDocument/2006/relationships/slideLayout" Target="../slideLayouts/slideLayout47.xml"/><Relationship Id="rId48" Type="http://schemas.openxmlformats.org/officeDocument/2006/relationships/slideLayout" Target="../slideLayouts/slideLayout48.xml"/><Relationship Id="rId49" Type="http://schemas.openxmlformats.org/officeDocument/2006/relationships/slideLayout" Target="../slideLayouts/slideLayout49.xml"/><Relationship Id="rId50" Type="http://schemas.openxmlformats.org/officeDocument/2006/relationships/slideLayout" Target="../slideLayouts/slideLayout50.xml"/><Relationship Id="rId51" Type="http://schemas.openxmlformats.org/officeDocument/2006/relationships/slideLayout" Target="../slideLayouts/slideLayout51.xml"/><Relationship Id="rId52" Type="http://schemas.openxmlformats.org/officeDocument/2006/relationships/slideLayout" Target="../slideLayouts/slideLayout52.xml"/><Relationship Id="rId53" Type="http://schemas.openxmlformats.org/officeDocument/2006/relationships/slideLayout" Target="../slideLayouts/slideLayout53.xml"/><Relationship Id="rId54" Type="http://schemas.openxmlformats.org/officeDocument/2006/relationships/slideLayout" Target="../slideLayouts/slideLayout54.xml"/><Relationship Id="rId55" Type="http://schemas.openxmlformats.org/officeDocument/2006/relationships/slideLayout" Target="../slideLayouts/slideLayout55.xml"/><Relationship Id="rId5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005840" y="438150"/>
            <a:ext cx="12618720" cy="1590676"/>
          </a:xfrm>
          <a:prstGeom prst="rect">
            <a:avLst/>
          </a:prstGeom>
        </p:spPr>
        <p:txBody>
          <a:bodyPr vert="horz" lIns="91440" tIns="45720" rIns="91440" bIns="45720" rtlCol="0" anchor="ctr">
            <a:normAutofit/>
          </a:bodyPr>
          <a:lstStyle/>
          <a:p>
            <a:r>
              <a:rPr lang="es-ES" dirty="0"/>
              <a:t>Haga clic para modificar el estilo de título del patrón</a:t>
            </a:r>
            <a:endParaRPr lang="en-US" dirty="0"/>
          </a:p>
        </p:txBody>
      </p:sp>
      <p:sp>
        <p:nvSpPr>
          <p:cNvPr id="3" name="Text Placeholder 2"/>
          <p:cNvSpPr>
            <a:spLocks noGrp="1"/>
          </p:cNvSpPr>
          <p:nvPr>
            <p:ph type="body" idx="1"/>
          </p:nvPr>
        </p:nvSpPr>
        <p:spPr>
          <a:xfrm>
            <a:off x="1005840" y="2190750"/>
            <a:ext cx="12618720" cy="5221606"/>
          </a:xfrm>
          <a:prstGeom prst="rect">
            <a:avLst/>
          </a:prstGeom>
        </p:spPr>
        <p:txBody>
          <a:bodyPr vert="horz" lIns="91440" tIns="45720" rIns="91440" bIns="45720" rtlCol="0">
            <a:normAutofit/>
          </a:bodyPr>
          <a:lstStyle/>
          <a:p>
            <a:pPr lvl="0"/>
            <a:r>
              <a:rPr lang="es-ES" dirty="0"/>
              <a:t>Haga clic para modificar los estilos de texto del patrón</a:t>
            </a:r>
          </a:p>
          <a:p>
            <a:pPr lvl="1"/>
            <a:r>
              <a:rPr lang="es-ES" dirty="0"/>
              <a:t>Segundo nivel</a:t>
            </a:r>
          </a:p>
          <a:p>
            <a:pPr lvl="2"/>
            <a:r>
              <a:rPr lang="es-ES" dirty="0"/>
              <a:t>Tercer nivel</a:t>
            </a:r>
          </a:p>
          <a:p>
            <a:pPr lvl="3"/>
            <a:r>
              <a:rPr lang="es-ES" dirty="0"/>
              <a:t>Cuarto nivel</a:t>
            </a:r>
          </a:p>
          <a:p>
            <a:pPr lvl="4"/>
            <a:r>
              <a:rPr lang="es-ES" dirty="0"/>
              <a:t>Quinto nivel</a:t>
            </a:r>
            <a:endParaRPr lang="en-US" dirty="0"/>
          </a:p>
        </p:txBody>
      </p:sp>
      <p:sp>
        <p:nvSpPr>
          <p:cNvPr id="5" name="Marcador de número de diapositiva 14">
            <a:extLst>
              <a:ext uri="{FF2B5EF4-FFF2-40B4-BE49-F238E27FC236}">
                <a16:creationId xmlns:a16="http://schemas.microsoft.com/office/drawing/2014/main" id="{D156A4A0-AC07-4989-AB5C-6626DA7F8E7B}"/>
              </a:ext>
            </a:extLst>
          </p:cNvPr>
          <p:cNvSpPr>
            <a:spLocks noGrp="1"/>
          </p:cNvSpPr>
          <p:nvPr>
            <p:ph type="sldNum" sz="quarter" idx="4"/>
          </p:nvPr>
        </p:nvSpPr>
        <p:spPr>
          <a:xfrm>
            <a:off x="7000489" y="7763089"/>
            <a:ext cx="629422" cy="395242"/>
          </a:xfrm>
          <a:prstGeom prst="rect">
            <a:avLst/>
          </a:prstGeom>
          <a:noFill/>
        </p:spPr>
        <p:txBody>
          <a:bodyPr/>
          <a:lstStyle>
            <a:lvl1pPr algn="ctr">
              <a:defRPr sz="1300">
                <a:solidFill>
                  <a:srgbClr val="1E1E1E"/>
                </a:solidFill>
              </a:defRPr>
            </a:lvl1pPr>
          </a:lstStyle>
          <a:p>
            <a:fld id="{B005B2D1-880E-4846-A216-7D6770BA1332}" type="slidenum">
              <a:rPr lang="es-ES" smtClean="0"/>
              <a:pPr/>
              <a:t>‹Nº›</a:t>
            </a:fld>
            <a:endParaRPr lang="es-ES" dirty="0"/>
          </a:p>
        </p:txBody>
      </p:sp>
    </p:spTree>
    <p:extLst>
      <p:ext uri="{BB962C8B-B14F-4D97-AF65-F5344CB8AC3E}">
        <p14:creationId xmlns:p14="http://schemas.microsoft.com/office/powerpoint/2010/main" val="3717940592"/>
      </p:ext>
    </p:extLst>
  </p:cSld>
  <p:clrMap bg1="lt1" tx1="dk1" bg2="lt2" tx2="dk2" accent1="accent1" accent2="accent2" accent3="accent3" accent4="accent4" accent5="accent5" accent6="accent6" hlink="hlink" folHlink="folHlink"/>
  <p:sldLayoutIdLst>
    <p:sldLayoutId id="2147483661" r:id="rId1"/>
    <p:sldLayoutId id="2147483708" r:id="rId2"/>
    <p:sldLayoutId id="2147483713" r:id="rId3"/>
    <p:sldLayoutId id="2147483714" r:id="rId4"/>
    <p:sldLayoutId id="2147483676" r:id="rId5"/>
    <p:sldLayoutId id="2147483709" r:id="rId6"/>
    <p:sldLayoutId id="2147483715" r:id="rId7"/>
    <p:sldLayoutId id="2147483716" r:id="rId8"/>
    <p:sldLayoutId id="2147483686" r:id="rId9"/>
    <p:sldLayoutId id="2147483710" r:id="rId10"/>
    <p:sldLayoutId id="2147483687" r:id="rId11"/>
    <p:sldLayoutId id="2147483711" r:id="rId12"/>
    <p:sldLayoutId id="2147483717" r:id="rId13"/>
    <p:sldLayoutId id="2147483718" r:id="rId14"/>
    <p:sldLayoutId id="2147483662" r:id="rId15"/>
    <p:sldLayoutId id="2147483672" r:id="rId16"/>
    <p:sldLayoutId id="2147483663" r:id="rId17"/>
    <p:sldLayoutId id="2147483689" r:id="rId18"/>
    <p:sldLayoutId id="2147483690" r:id="rId19"/>
    <p:sldLayoutId id="2147483691" r:id="rId20"/>
    <p:sldLayoutId id="2147483696" r:id="rId21"/>
    <p:sldLayoutId id="2147483692" r:id="rId22"/>
    <p:sldLayoutId id="2147483693" r:id="rId23"/>
    <p:sldLayoutId id="2147483706" r:id="rId24"/>
    <p:sldLayoutId id="2147483694" r:id="rId25"/>
    <p:sldLayoutId id="2147483695" r:id="rId26"/>
    <p:sldLayoutId id="2147483697" r:id="rId27"/>
    <p:sldLayoutId id="2147483698" r:id="rId28"/>
    <p:sldLayoutId id="2147483699" r:id="rId29"/>
    <p:sldLayoutId id="2147483664" r:id="rId30"/>
    <p:sldLayoutId id="2147483700" r:id="rId31"/>
    <p:sldLayoutId id="2147483677" r:id="rId32"/>
    <p:sldLayoutId id="2147483701" r:id="rId33"/>
    <p:sldLayoutId id="2147483702" r:id="rId34"/>
    <p:sldLayoutId id="2147483703" r:id="rId35"/>
    <p:sldLayoutId id="2147483704" r:id="rId36"/>
    <p:sldLayoutId id="2147483666" r:id="rId37"/>
    <p:sldLayoutId id="2147483679" r:id="rId38"/>
    <p:sldLayoutId id="2147483667" r:id="rId39"/>
    <p:sldLayoutId id="2147483668" r:id="rId40"/>
    <p:sldLayoutId id="2147483681" r:id="rId41"/>
    <p:sldLayoutId id="2147483682" r:id="rId42"/>
    <p:sldLayoutId id="2147483683" r:id="rId43"/>
    <p:sldLayoutId id="2147483678" r:id="rId44"/>
    <p:sldLayoutId id="2147483665" r:id="rId45"/>
    <p:sldLayoutId id="2147483705" r:id="rId46"/>
    <p:sldLayoutId id="2147483669" r:id="rId47"/>
    <p:sldLayoutId id="2147483673" r:id="rId48"/>
    <p:sldLayoutId id="2147483674" r:id="rId49"/>
    <p:sldLayoutId id="2147483675" r:id="rId50"/>
    <p:sldLayoutId id="2147483684" r:id="rId51"/>
    <p:sldLayoutId id="2147483707" r:id="rId52"/>
    <p:sldLayoutId id="2147483712" r:id="rId53"/>
    <p:sldLayoutId id="2147483685" r:id="rId54"/>
    <p:sldLayoutId id="2147483670" r:id="rId55"/>
  </p:sldLayoutIdLst>
  <p:hf hdr="0" dt="0"/>
  <p:txStyles>
    <p:titleStyle>
      <a:lvl1pPr algn="l" defTabSz="1097280" rtl="0" eaLnBrk="1" latinLnBrk="0" hangingPunct="1">
        <a:lnSpc>
          <a:spcPct val="90000"/>
        </a:lnSpc>
        <a:spcBef>
          <a:spcPct val="0"/>
        </a:spcBef>
        <a:buNone/>
        <a:defRPr sz="4000" b="1" kern="1200">
          <a:solidFill>
            <a:srgbClr val="1E1E1E"/>
          </a:solidFill>
          <a:latin typeface="Century Gothic" panose="020B0502020202020204" pitchFamily="34" charset="0"/>
          <a:ea typeface="+mj-ea"/>
          <a:cs typeface="+mj-cs"/>
        </a:defRPr>
      </a:lvl1pPr>
    </p:titleStyle>
    <p:bodyStyle>
      <a:lvl1pPr marL="274320" indent="-274320" algn="l" defTabSz="1097280" rtl="0" eaLnBrk="1" latinLnBrk="0" hangingPunct="1">
        <a:lnSpc>
          <a:spcPts val="2100"/>
        </a:lnSpc>
        <a:spcBef>
          <a:spcPts val="1200"/>
        </a:spcBef>
        <a:buClr>
          <a:srgbClr val="FF3228"/>
        </a:buClr>
        <a:buFont typeface="Wingdings" panose="05000000000000000000" pitchFamily="2" charset="2"/>
        <a:buChar char="§"/>
        <a:defRPr sz="2200" kern="1200">
          <a:solidFill>
            <a:srgbClr val="1E1E1E"/>
          </a:solidFill>
          <a:latin typeface="Century Gothic" panose="020B0502020202020204" pitchFamily="34" charset="0"/>
          <a:ea typeface="+mn-ea"/>
          <a:cs typeface="+mn-cs"/>
        </a:defRPr>
      </a:lvl1pPr>
      <a:lvl2pPr marL="541338" indent="-269875" algn="l" defTabSz="1097280" rtl="0" eaLnBrk="1" latinLnBrk="0" hangingPunct="1">
        <a:lnSpc>
          <a:spcPct val="90000"/>
        </a:lnSpc>
        <a:spcBef>
          <a:spcPts val="600"/>
        </a:spcBef>
        <a:buClr>
          <a:srgbClr val="676766"/>
        </a:buClr>
        <a:buFont typeface="Wingdings" panose="05000000000000000000" pitchFamily="2" charset="2"/>
        <a:buChar char="§"/>
        <a:defRPr sz="2200" kern="1200">
          <a:solidFill>
            <a:srgbClr val="7D7878"/>
          </a:solidFill>
          <a:latin typeface="Century Gothic" panose="020B0502020202020204" pitchFamily="34" charset="0"/>
          <a:ea typeface="+mn-ea"/>
          <a:cs typeface="+mn-cs"/>
        </a:defRPr>
      </a:lvl2pPr>
      <a:lvl3pPr marL="1371600" indent="-274320" algn="l" defTabSz="1097280" rtl="0" eaLnBrk="1" latinLnBrk="0" hangingPunct="1">
        <a:lnSpc>
          <a:spcPct val="90000"/>
        </a:lnSpc>
        <a:spcBef>
          <a:spcPts val="600"/>
        </a:spcBef>
        <a:buFont typeface="Arial" panose="020B0604020202020204" pitchFamily="34" charset="0"/>
        <a:buChar char="•"/>
        <a:defRPr sz="2400" kern="1200">
          <a:solidFill>
            <a:srgbClr val="1E1E1E"/>
          </a:solidFill>
          <a:latin typeface="+mn-lt"/>
          <a:ea typeface="+mn-ea"/>
          <a:cs typeface="+mn-cs"/>
        </a:defRPr>
      </a:lvl3pPr>
      <a:lvl4pPr marL="1920240" indent="-274320" algn="l" defTabSz="1097280" rtl="0" eaLnBrk="1" latinLnBrk="0" hangingPunct="1">
        <a:lnSpc>
          <a:spcPct val="90000"/>
        </a:lnSpc>
        <a:spcBef>
          <a:spcPts val="600"/>
        </a:spcBef>
        <a:buFont typeface="Arial" panose="020B0604020202020204" pitchFamily="34" charset="0"/>
        <a:buChar char="•"/>
        <a:defRPr sz="2160" kern="1200">
          <a:solidFill>
            <a:srgbClr val="1E1E1E"/>
          </a:solidFill>
          <a:latin typeface="+mn-lt"/>
          <a:ea typeface="+mn-ea"/>
          <a:cs typeface="+mn-cs"/>
        </a:defRPr>
      </a:lvl4pPr>
      <a:lvl5pPr marL="2468880" indent="-274320" algn="l" defTabSz="1097280" rtl="0" eaLnBrk="1" latinLnBrk="0" hangingPunct="1">
        <a:lnSpc>
          <a:spcPct val="90000"/>
        </a:lnSpc>
        <a:spcBef>
          <a:spcPts val="600"/>
        </a:spcBef>
        <a:buFont typeface="Arial" panose="020B0604020202020204" pitchFamily="34" charset="0"/>
        <a:buChar char="•"/>
        <a:defRPr sz="2160" kern="1200">
          <a:solidFill>
            <a:srgbClr val="1E1E1E"/>
          </a:solidFill>
          <a:latin typeface="+mn-lt"/>
          <a:ea typeface="+mn-ea"/>
          <a:cs typeface="+mn-cs"/>
        </a:defRPr>
      </a:lvl5pPr>
      <a:lvl6pPr marL="301752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6pPr>
      <a:lvl7pPr marL="356616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7pPr>
      <a:lvl8pPr marL="411480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8pPr>
      <a:lvl9pPr marL="466344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9pPr>
    </p:bodyStyle>
    <p:otherStyle>
      <a:defPPr>
        <a:defRPr lang="en-US"/>
      </a:defPPr>
      <a:lvl1pPr marL="0" algn="l" defTabSz="1097280" rtl="0" eaLnBrk="1" latinLnBrk="0" hangingPunct="1">
        <a:defRPr sz="2160" kern="1200">
          <a:solidFill>
            <a:schemeClr val="tx1"/>
          </a:solidFill>
          <a:latin typeface="+mn-lt"/>
          <a:ea typeface="+mn-ea"/>
          <a:cs typeface="+mn-cs"/>
        </a:defRPr>
      </a:lvl1pPr>
      <a:lvl2pPr marL="548640" algn="l" defTabSz="1097280" rtl="0" eaLnBrk="1" latinLnBrk="0" hangingPunct="1">
        <a:defRPr sz="2160" kern="1200">
          <a:solidFill>
            <a:schemeClr val="tx1"/>
          </a:solidFill>
          <a:latin typeface="+mn-lt"/>
          <a:ea typeface="+mn-ea"/>
          <a:cs typeface="+mn-cs"/>
        </a:defRPr>
      </a:lvl2pPr>
      <a:lvl3pPr marL="1097280" algn="l" defTabSz="1097280" rtl="0" eaLnBrk="1" latinLnBrk="0" hangingPunct="1">
        <a:defRPr sz="2160" kern="1200">
          <a:solidFill>
            <a:schemeClr val="tx1"/>
          </a:solidFill>
          <a:latin typeface="+mn-lt"/>
          <a:ea typeface="+mn-ea"/>
          <a:cs typeface="+mn-cs"/>
        </a:defRPr>
      </a:lvl3pPr>
      <a:lvl4pPr marL="1645920" algn="l" defTabSz="1097280" rtl="0" eaLnBrk="1" latinLnBrk="0" hangingPunct="1">
        <a:defRPr sz="2160" kern="1200">
          <a:solidFill>
            <a:schemeClr val="tx1"/>
          </a:solidFill>
          <a:latin typeface="+mn-lt"/>
          <a:ea typeface="+mn-ea"/>
          <a:cs typeface="+mn-cs"/>
        </a:defRPr>
      </a:lvl4pPr>
      <a:lvl5pPr marL="2194560" algn="l" defTabSz="1097280" rtl="0" eaLnBrk="1" latinLnBrk="0" hangingPunct="1">
        <a:defRPr sz="2160" kern="1200">
          <a:solidFill>
            <a:schemeClr val="tx1"/>
          </a:solidFill>
          <a:latin typeface="+mn-lt"/>
          <a:ea typeface="+mn-ea"/>
          <a:cs typeface="+mn-cs"/>
        </a:defRPr>
      </a:lvl5pPr>
      <a:lvl6pPr marL="2743200" algn="l" defTabSz="1097280" rtl="0" eaLnBrk="1" latinLnBrk="0" hangingPunct="1">
        <a:defRPr sz="2160" kern="1200">
          <a:solidFill>
            <a:schemeClr val="tx1"/>
          </a:solidFill>
          <a:latin typeface="+mn-lt"/>
          <a:ea typeface="+mn-ea"/>
          <a:cs typeface="+mn-cs"/>
        </a:defRPr>
      </a:lvl6pPr>
      <a:lvl7pPr marL="3291840" algn="l" defTabSz="1097280" rtl="0" eaLnBrk="1" latinLnBrk="0" hangingPunct="1">
        <a:defRPr sz="2160" kern="1200">
          <a:solidFill>
            <a:schemeClr val="tx1"/>
          </a:solidFill>
          <a:latin typeface="+mn-lt"/>
          <a:ea typeface="+mn-ea"/>
          <a:cs typeface="+mn-cs"/>
        </a:defRPr>
      </a:lvl7pPr>
      <a:lvl8pPr marL="3840480" algn="l" defTabSz="1097280" rtl="0" eaLnBrk="1" latinLnBrk="0" hangingPunct="1">
        <a:defRPr sz="2160" kern="1200">
          <a:solidFill>
            <a:schemeClr val="tx1"/>
          </a:solidFill>
          <a:latin typeface="+mn-lt"/>
          <a:ea typeface="+mn-ea"/>
          <a:cs typeface="+mn-cs"/>
        </a:defRPr>
      </a:lvl8pPr>
      <a:lvl9pPr marL="4389120" algn="l" defTabSz="1097280" rtl="0" eaLnBrk="1" latinLnBrk="0" hangingPunct="1">
        <a:defRPr sz="216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571" userDrawn="1">
          <p15:clr>
            <a:srgbClr val="F26B43"/>
          </p15:clr>
        </p15:guide>
        <p15:guide id="2" pos="8645" userDrawn="1">
          <p15:clr>
            <a:srgbClr val="F26B43"/>
          </p15:clr>
        </p15:guide>
        <p15:guide id="3" orient="horz" pos="4610" userDrawn="1">
          <p15:clr>
            <a:srgbClr val="F26B43"/>
          </p15:clr>
        </p15:guide>
        <p15:guide id="4" orient="horz" pos="574"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2.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5.xml"/><Relationship Id="rId3" Type="http://schemas.openxmlformats.org/officeDocument/2006/relationships/image" Target="../media/image5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7.xml"/><Relationship Id="rId3" Type="http://schemas.openxmlformats.org/officeDocument/2006/relationships/image" Target="../media/image5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8.xml"/><Relationship Id="rId3" Type="http://schemas.openxmlformats.org/officeDocument/2006/relationships/image" Target="../media/image5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9.xml"/><Relationship Id="rId3" Type="http://schemas.openxmlformats.org/officeDocument/2006/relationships/image" Target="../media/image5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11.xml"/><Relationship Id="rId3" Type="http://schemas.openxmlformats.org/officeDocument/2006/relationships/image" Target="../media/image5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12.xml"/><Relationship Id="rId3" Type="http://schemas.openxmlformats.org/officeDocument/2006/relationships/image" Target="../media/image5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5.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7" name="Título 6">
            <a:extLst>
              <a:ext uri="{FF2B5EF4-FFF2-40B4-BE49-F238E27FC236}">
                <a16:creationId xmlns:a16="http://schemas.microsoft.com/office/drawing/2014/main" id="{12157062-1DC1-C579-FFE1-A66EE4A8FD77}"/>
              </a:ext>
            </a:extLst>
          </p:cNvPr>
          <p:cNvSpPr>
            <a:spLocks noGrp="1"/>
          </p:cNvSpPr>
          <p:nvPr>
            <p:ph type="title"/>
          </p:nvPr>
        </p:nvSpPr>
        <p:spPr/>
        <p:txBody>
          <a:bodyPr/>
          <a:lstStyle/>
          <a:p>
            <a:r>
              <a:t>StrokeLab</a:t>
            </a:r>
          </a:p>
        </p:txBody>
      </p:sp>
      <p:sp>
        <p:nvSpPr>
          <p:cNvPr id="8" name="Marcador de texto 7">
            <a:extLst>
              <a:ext uri="{FF2B5EF4-FFF2-40B4-BE49-F238E27FC236}">
                <a16:creationId xmlns:a16="http://schemas.microsoft.com/office/drawing/2014/main" id="{641B9CD1-73DE-1F44-CE12-E8D75B7353E6}"/>
              </a:ext>
            </a:extLst>
          </p:cNvPr>
          <p:cNvSpPr>
            <a:spLocks noGrp="1"/>
          </p:cNvSpPr>
          <p:nvPr>
            <p:ph type="body" sz="quarter" idx="10"/>
          </p:nvPr>
        </p:nvSpPr>
        <p:spPr/>
        <p:txBody>
          <a:bodyPr/>
          <a:lstStyle/>
          <a:p>
            <a:r>
              <a:t>Análisis biomecánico explicable de la técnica y la fatiga en natación</a:t>
            </a:r>
          </a:p>
        </p:txBody>
      </p:sp>
      <p:sp>
        <p:nvSpPr>
          <p:cNvPr id="9" name="Marcador de texto 8">
            <a:extLst>
              <a:ext uri="{FF2B5EF4-FFF2-40B4-BE49-F238E27FC236}">
                <a16:creationId xmlns:a16="http://schemas.microsoft.com/office/drawing/2014/main" id="{34858A71-8591-E31B-207B-E02D43A246F7}"/>
              </a:ext>
            </a:extLst>
          </p:cNvPr>
          <p:cNvSpPr>
            <a:spLocks noGrp="1"/>
          </p:cNvSpPr>
          <p:nvPr>
            <p:ph type="body" sz="quarter" idx="11"/>
          </p:nvPr>
        </p:nvSpPr>
        <p:spPr>
          <a:xfrm>
            <a:off x="3648456" y="5074920"/>
            <a:ext cx="3044952" cy="329184"/>
          </a:xfrm>
        </p:spPr>
        <p:txBody>
          <a:bodyPr/>
          <a:lstStyle/>
          <a:p>
            <a:r>
              <a:rPr sz="1200"/>
              <a:t>Diana Belem Cruz Montesinos</a:t>
            </a:r>
          </a:p>
        </p:txBody>
      </p:sp>
      <p:sp>
        <p:nvSpPr>
          <p:cNvPr id="10" name="Marcador de texto 9">
            <a:extLst>
              <a:ext uri="{FF2B5EF4-FFF2-40B4-BE49-F238E27FC236}">
                <a16:creationId xmlns:a16="http://schemas.microsoft.com/office/drawing/2014/main" id="{4848883B-D276-A1A7-E8AF-C0ED95F95E01}"/>
              </a:ext>
            </a:extLst>
          </p:cNvPr>
          <p:cNvSpPr>
            <a:spLocks noGrp="1"/>
          </p:cNvSpPr>
          <p:nvPr>
            <p:ph type="body" sz="quarter" idx="12"/>
          </p:nvPr>
        </p:nvSpPr>
        <p:spPr>
          <a:xfrm>
            <a:off x="3648456" y="5760720"/>
            <a:ext cx="3044952" cy="329184"/>
          </a:xfrm>
        </p:spPr>
        <p:txBody>
          <a:bodyPr/>
          <a:lstStyle/>
          <a:p>
            <a:r>
              <a:rPr sz="1000"/>
              <a:t>Máster en IA · 24/10/2026</a:t>
            </a:r>
          </a:p>
        </p:txBody>
      </p:sp>
      <p:sp>
        <p:nvSpPr>
          <p:cNvPr id="11" name="Marcador de texto 10">
            <a:extLst>
              <a:ext uri="{FF2B5EF4-FFF2-40B4-BE49-F238E27FC236}">
                <a16:creationId xmlns:a16="http://schemas.microsoft.com/office/drawing/2014/main" id="{83399107-08C9-1996-FA71-61DBB75F32AE}"/>
              </a:ext>
            </a:extLst>
          </p:cNvPr>
          <p:cNvSpPr>
            <a:spLocks noGrp="1"/>
          </p:cNvSpPr>
          <p:nvPr>
            <p:ph type="body" sz="quarter" idx="13"/>
          </p:nvPr>
        </p:nvSpPr>
        <p:spPr>
          <a:xfrm>
            <a:off x="3648456" y="5440680"/>
            <a:ext cx="3044952" cy="329184"/>
          </a:xfrm>
        </p:spPr>
        <p:txBody>
          <a:bodyPr/>
          <a:lstStyle/>
          <a:p>
            <a:r>
              <a:rPr sz="1000"/>
              <a:t>Dir.: Francisco Damian Maleno Gonzalez</a:t>
            </a:r>
          </a:p>
        </p:txBody>
      </p:sp>
    </p:spTree>
    <p:extLst>
      <p:ext uri="{BB962C8B-B14F-4D97-AF65-F5344CB8AC3E}">
        <p14:creationId xmlns:p14="http://schemas.microsoft.com/office/powerpoint/2010/main" val="899330322"/>
      </p:ext>
    </p:extLst>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600200" y="1005840"/>
            <a:ext cx="5486400" cy="1097280"/>
          </a:xfrm>
        </p:spPr>
        <p:txBody>
          <a:bodyPr/>
          <a:lstStyle/>
          <a:p>
            <a:r>
              <a:rPr sz="4400"/>
              <a:t>Índice</a:t>
            </a:r>
          </a:p>
        </p:txBody>
      </p:sp>
      <p:sp>
        <p:nvSpPr>
          <p:cNvPr id="3" name="Text Placeholder 2"/>
          <p:cNvSpPr>
            <a:spLocks noGrp="1"/>
          </p:cNvSpPr>
          <p:nvPr>
            <p:ph type="body" idx="15" sz="quarter"/>
          </p:nvPr>
        </p:nvSpPr>
        <p:spPr>
          <a:xfrm>
            <a:off x="1600200" y="2377440"/>
          </a:xfrm>
        </p:spPr>
        <p:txBody>
          <a:bodyPr/>
          <a:lstStyle/>
          <a:p>
            <a:pPr>
              <a:spcAft>
                <a:spcPts val="1400"/>
              </a:spcAft>
            </a:pPr>
            <a:r>
              <a:rPr b="1" sz="2400">
                <a:solidFill>
                  <a:srgbClr val="FF3228"/>
                </a:solidFill>
              </a:rPr>
              <a:t>01   </a:t>
            </a:r>
            <a:r>
              <a:rPr sz="2400"/>
              <a:t>El problema y el objetivo</a:t>
            </a:r>
          </a:p>
          <a:p>
            <a:pPr>
              <a:spcAft>
                <a:spcPts val="1400"/>
              </a:spcAft>
            </a:pPr>
            <a:r>
              <a:rPr b="1" sz="2400">
                <a:solidFill>
                  <a:srgbClr val="FF3228"/>
                </a:solidFill>
              </a:rPr>
              <a:t>02   </a:t>
            </a:r>
            <a:r>
              <a:rPr sz="2400"/>
              <a:t>StrokeLab: visión + datos tabulares</a:t>
            </a:r>
          </a:p>
          <a:p>
            <a:pPr>
              <a:spcAft>
                <a:spcPts val="1400"/>
              </a:spcAft>
            </a:pPr>
            <a:r>
              <a:rPr b="1" sz="2400">
                <a:solidFill>
                  <a:srgbClr val="FF3228"/>
                </a:solidFill>
              </a:rPr>
              <a:t>03   </a:t>
            </a:r>
            <a:r>
              <a:rPr sz="2400"/>
              <a:t>Validación y resultados</a:t>
            </a:r>
          </a:p>
          <a:p>
            <a:pPr>
              <a:spcAft>
                <a:spcPts val="1400"/>
              </a:spcAft>
            </a:pPr>
            <a:r>
              <a:rPr b="1" sz="2400">
                <a:solidFill>
                  <a:srgbClr val="FF3228"/>
                </a:solidFill>
              </a:rPr>
              <a:t>04   </a:t>
            </a:r>
            <a:r>
              <a:rPr sz="2400"/>
              <a:t>Demostración: 100 m libre</a:t>
            </a:r>
          </a:p>
          <a:p>
            <a:pPr>
              <a:spcAft>
                <a:spcPts val="1400"/>
              </a:spcAft>
            </a:pPr>
            <a:r>
              <a:rPr b="1" sz="2400">
                <a:solidFill>
                  <a:srgbClr val="FF3228"/>
                </a:solidFill>
              </a:rPr>
              <a:t>05   </a:t>
            </a:r>
            <a:r>
              <a:rPr sz="2400"/>
              <a:t>Conclusiones y trabajo futuro</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¿Cuándo aparece la fatiga y por qué?</a:t>
            </a:r>
          </a:p>
        </p:txBody>
      </p:sp>
      <p:sp>
        <p:nvSpPr>
          <p:cNvPr id="4" name="Text Placeholder 3"/>
          <p:cNvSpPr>
            <a:spLocks noGrp="1"/>
          </p:cNvSpPr>
          <p:nvPr>
            <p:ph type="body" idx="18" sz="quarter"/>
          </p:nvPr>
        </p:nvSpPr>
        <p:spPr>
          <a:xfrm>
            <a:ext cx="12344400" cy="0"/>
          </a:xfrm>
        </p:spPr>
        <p:txBody>
          <a:bodyPr/>
          <a:lstStyle/>
          <a:p>
            <a:r>
              <a:t>Hoy el entrenador elige entre el ojo experto y los sensores caros</a:t>
            </a:r>
          </a:p>
        </p:txBody>
      </p:sp>
      <p:sp>
        <p:nvSpPr>
          <p:cNvPr id="5" name="Rectangle 4"/>
          <p:cNvSpPr/>
          <p:nvPr/>
        </p:nvSpPr>
        <p:spPr>
          <a:xfrm>
            <a:off x="905256" y="2926080"/>
            <a:ext cx="3931920" cy="301752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79576" y="3200400"/>
            <a:ext cx="3383279" cy="548640"/>
          </a:xfrm>
          <a:prstGeom prst="rect">
            <a:avLst/>
          </a:prstGeom>
          <a:noFill/>
        </p:spPr>
        <p:txBody>
          <a:bodyPr wrap="square" anchor="t" lIns="0" rIns="0" tIns="0" bIns="0">
            <a:spAutoFit/>
          </a:bodyPr>
          <a:lstStyle/>
          <a:p>
            <a:pPr algn="l">
              <a:spcAft>
                <a:spcPts val="600"/>
              </a:spcAft>
            </a:pPr>
            <a:r>
              <a:rPr sz="3000" b="1">
                <a:solidFill>
                  <a:srgbClr val="FF3228"/>
                </a:solidFill>
              </a:rPr>
              <a:t>01</a:t>
            </a:r>
          </a:p>
        </p:txBody>
      </p:sp>
      <p:sp>
        <p:nvSpPr>
          <p:cNvPr id="7" name="TextBox 6"/>
          <p:cNvSpPr txBox="1"/>
          <p:nvPr/>
        </p:nvSpPr>
        <p:spPr>
          <a:xfrm>
            <a:off x="1179576" y="3794760"/>
            <a:ext cx="3383279" cy="731520"/>
          </a:xfrm>
          <a:prstGeom prst="rect">
            <a:avLst/>
          </a:prstGeom>
          <a:noFill/>
        </p:spPr>
        <p:txBody>
          <a:bodyPr wrap="square" anchor="t" lIns="0" rIns="0" tIns="0" bIns="0">
            <a:spAutoFit/>
          </a:bodyPr>
          <a:lstStyle/>
          <a:p>
            <a:pPr algn="l">
              <a:spcAft>
                <a:spcPts val="600"/>
              </a:spcAft>
            </a:pPr>
            <a:r>
              <a:rPr sz="1800" b="1">
                <a:solidFill>
                  <a:srgbClr val="FF3228"/>
                </a:solidFill>
              </a:rPr>
              <a:t>Observación</a:t>
            </a:r>
          </a:p>
        </p:txBody>
      </p:sp>
      <p:sp>
        <p:nvSpPr>
          <p:cNvPr id="8" name="TextBox 7"/>
          <p:cNvSpPr txBox="1"/>
          <p:nvPr/>
        </p:nvSpPr>
        <p:spPr>
          <a:xfrm>
            <a:off x="1179576" y="4480560"/>
            <a:ext cx="3383279" cy="1280159"/>
          </a:xfrm>
          <a:prstGeom prst="rect">
            <a:avLst/>
          </a:prstGeom>
          <a:noFill/>
        </p:spPr>
        <p:txBody>
          <a:bodyPr wrap="square" anchor="t" lIns="0" rIns="0" tIns="0" bIns="0">
            <a:spAutoFit/>
          </a:bodyPr>
          <a:lstStyle/>
          <a:p>
            <a:pPr algn="l">
              <a:spcAft>
                <a:spcPts val="600"/>
              </a:spcAft>
            </a:pPr>
            <a:r>
              <a:rPr sz="1400" b="0">
                <a:solidFill>
                  <a:srgbClr val="1E1E1E"/>
                </a:solidFill>
              </a:rPr>
              <a:t>Depende de la experiencia del entrenador. No cuantifica ni deja registro comparable entre sesiones.</a:t>
            </a:r>
          </a:p>
        </p:txBody>
      </p:sp>
      <p:sp>
        <p:nvSpPr>
          <p:cNvPr id="9" name="Rectangle 8"/>
          <p:cNvSpPr/>
          <p:nvPr/>
        </p:nvSpPr>
        <p:spPr>
          <a:xfrm>
            <a:off x="5120640" y="2926080"/>
            <a:ext cx="3931920" cy="301752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94959" y="3200400"/>
            <a:ext cx="3383279" cy="548640"/>
          </a:xfrm>
          <a:prstGeom prst="rect">
            <a:avLst/>
          </a:prstGeom>
          <a:noFill/>
        </p:spPr>
        <p:txBody>
          <a:bodyPr wrap="square" anchor="t" lIns="0" rIns="0" tIns="0" bIns="0">
            <a:spAutoFit/>
          </a:bodyPr>
          <a:lstStyle/>
          <a:p>
            <a:pPr algn="l">
              <a:spcAft>
                <a:spcPts val="600"/>
              </a:spcAft>
            </a:pPr>
            <a:r>
              <a:rPr sz="3000" b="1">
                <a:solidFill>
                  <a:srgbClr val="FF3228"/>
                </a:solidFill>
              </a:rPr>
              <a:t>02</a:t>
            </a:r>
          </a:p>
        </p:txBody>
      </p:sp>
      <p:sp>
        <p:nvSpPr>
          <p:cNvPr id="11" name="TextBox 10"/>
          <p:cNvSpPr txBox="1"/>
          <p:nvPr/>
        </p:nvSpPr>
        <p:spPr>
          <a:xfrm>
            <a:off x="5394959" y="3794760"/>
            <a:ext cx="3383279" cy="731520"/>
          </a:xfrm>
          <a:prstGeom prst="rect">
            <a:avLst/>
          </a:prstGeom>
          <a:noFill/>
        </p:spPr>
        <p:txBody>
          <a:bodyPr wrap="square" anchor="t" lIns="0" rIns="0" tIns="0" bIns="0">
            <a:spAutoFit/>
          </a:bodyPr>
          <a:lstStyle/>
          <a:p>
            <a:pPr algn="l">
              <a:spcAft>
                <a:spcPts val="600"/>
              </a:spcAft>
            </a:pPr>
            <a:r>
              <a:rPr sz="1800" b="1">
                <a:solidFill>
                  <a:srgbClr val="FF3228"/>
                </a:solidFill>
              </a:rPr>
              <a:t>Sistemas instrumentados</a:t>
            </a:r>
          </a:p>
        </p:txBody>
      </p:sp>
      <p:sp>
        <p:nvSpPr>
          <p:cNvPr id="12" name="TextBox 11"/>
          <p:cNvSpPr txBox="1"/>
          <p:nvPr/>
        </p:nvSpPr>
        <p:spPr>
          <a:xfrm>
            <a:off x="5394959" y="4480560"/>
            <a:ext cx="3383279" cy="1280159"/>
          </a:xfrm>
          <a:prstGeom prst="rect">
            <a:avLst/>
          </a:prstGeom>
          <a:noFill/>
        </p:spPr>
        <p:txBody>
          <a:bodyPr wrap="square" anchor="t" lIns="0" rIns="0" tIns="0" bIns="0">
            <a:spAutoFit/>
          </a:bodyPr>
          <a:lstStyle/>
          <a:p>
            <a:pPr algn="l">
              <a:spcAft>
                <a:spcPts val="600"/>
              </a:spcAft>
            </a:pPr>
            <a:r>
              <a:rPr sz="1400" b="0">
                <a:solidFill>
                  <a:srgbClr val="1E1E1E"/>
                </a:solidFill>
              </a:rPr>
              <a:t>Sensores inerciales o varias cámaras: coste elevado y montaje complejo en la piscina.</a:t>
            </a:r>
          </a:p>
        </p:txBody>
      </p:sp>
      <p:sp>
        <p:nvSpPr>
          <p:cNvPr id="13" name="Rectangle 12"/>
          <p:cNvSpPr/>
          <p:nvPr/>
        </p:nvSpPr>
        <p:spPr>
          <a:xfrm>
            <a:off x="9336024" y="2926080"/>
            <a:ext cx="3931920" cy="3017520"/>
          </a:xfrm>
          <a:prstGeom prst="rect">
            <a:avLst/>
          </a:prstGeom>
          <a:solidFill>
            <a:srgbClr val="FF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10344" y="3200400"/>
            <a:ext cx="3383279" cy="548640"/>
          </a:xfrm>
          <a:prstGeom prst="rect">
            <a:avLst/>
          </a:prstGeom>
          <a:noFill/>
        </p:spPr>
        <p:txBody>
          <a:bodyPr wrap="square" anchor="t" lIns="0" rIns="0" tIns="0" bIns="0">
            <a:spAutoFit/>
          </a:bodyPr>
          <a:lstStyle/>
          <a:p>
            <a:pPr algn="l">
              <a:spcAft>
                <a:spcPts val="600"/>
              </a:spcAft>
            </a:pPr>
            <a:r>
              <a:rPr sz="3000" b="1">
                <a:solidFill>
                  <a:srgbClr val="FFFFFF"/>
                </a:solidFill>
              </a:rPr>
              <a:t>03</a:t>
            </a:r>
          </a:p>
        </p:txBody>
      </p:sp>
      <p:sp>
        <p:nvSpPr>
          <p:cNvPr id="15" name="TextBox 14"/>
          <p:cNvSpPr txBox="1"/>
          <p:nvPr/>
        </p:nvSpPr>
        <p:spPr>
          <a:xfrm>
            <a:off x="9610344" y="3794760"/>
            <a:ext cx="3383279" cy="731520"/>
          </a:xfrm>
          <a:prstGeom prst="rect">
            <a:avLst/>
          </a:prstGeom>
          <a:noFill/>
        </p:spPr>
        <p:txBody>
          <a:bodyPr wrap="square" anchor="t" lIns="0" rIns="0" tIns="0" bIns="0">
            <a:spAutoFit/>
          </a:bodyPr>
          <a:lstStyle/>
          <a:p>
            <a:pPr algn="l">
              <a:spcAft>
                <a:spcPts val="600"/>
              </a:spcAft>
            </a:pPr>
            <a:r>
              <a:rPr sz="1800" b="1">
                <a:solidFill>
                  <a:srgbClr val="FFFFFF"/>
                </a:solidFill>
              </a:rPr>
              <a:t>StrokeLab</a:t>
            </a:r>
          </a:p>
        </p:txBody>
      </p:sp>
      <p:sp>
        <p:nvSpPr>
          <p:cNvPr id="16" name="TextBox 15"/>
          <p:cNvSpPr txBox="1"/>
          <p:nvPr/>
        </p:nvSpPr>
        <p:spPr>
          <a:xfrm>
            <a:off x="9610344" y="4480560"/>
            <a:ext cx="3383279" cy="1280159"/>
          </a:xfrm>
          <a:prstGeom prst="rect">
            <a:avLst/>
          </a:prstGeom>
          <a:noFill/>
        </p:spPr>
        <p:txBody>
          <a:bodyPr wrap="square" anchor="t" lIns="0" rIns="0" tIns="0" bIns="0">
            <a:spAutoFit/>
          </a:bodyPr>
          <a:lstStyle/>
          <a:p>
            <a:pPr algn="l">
              <a:spcAft>
                <a:spcPts val="600"/>
              </a:spcAft>
            </a:pPr>
            <a:r>
              <a:rPr sz="1400" b="0">
                <a:solidFill>
                  <a:srgbClr val="FFFFFF"/>
                </a:solidFill>
              </a:rPr>
              <a:t>Una cámara convencional y un portátil sin GPU. Mide, detecta el inicio de la fatiga y explica su causa.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Objetivo: IA explicable desde un vídeo</a:t>
            </a:r>
          </a:p>
        </p:txBody>
      </p:sp>
      <p:sp>
        <p:nvSpPr>
          <p:cNvPr id="4" name="Text Placeholder 3"/>
          <p:cNvSpPr>
            <a:spLocks noGrp="1"/>
          </p:cNvSpPr>
          <p:nvPr>
            <p:ph type="body" idx="18" sz="quarter"/>
          </p:nvPr>
        </p:nvSpPr>
        <p:spPr>
          <a:xfrm>
            <a:ext cx="12344400" cy="0"/>
          </a:xfrm>
        </p:spPr>
        <p:txBody>
          <a:bodyPr/>
          <a:lstStyle/>
          <a:p>
            <a:r>
              <a:t>Indicaciones del director y cómo se cumplen</a:t>
            </a:r>
          </a:p>
        </p:txBody>
      </p:sp>
      <p:graphicFrame>
        <p:nvGraphicFramePr>
          <p:cNvPr id="5" name="Table 4"/>
          <p:cNvGraphicFramePr>
            <a:graphicFrameLocks noGrp="1"/>
          </p:cNvGraphicFramePr>
          <p:nvPr/>
        </p:nvGraphicFramePr>
        <p:xfrm>
          <a:off x="905256" y="2880360"/>
          <a:ext cx="12801600" cy="2834640"/>
        </p:xfrm>
        <a:graphic>
          <a:graphicData uri="http://schemas.openxmlformats.org/drawingml/2006/table">
            <a:tbl>
              <a:tblPr firstRow="1" bandRow="1">
                <a:tableStyleId>{5C22544A-7EE6-4342-B048-85BDC9FD1C3A}</a:tableStyleId>
              </a:tblPr>
              <a:tblGrid>
                <a:gridCol w="4754880"/>
                <a:gridCol w="8046720"/>
              </a:tblGrid>
              <a:tr h="566928">
                <a:tc>
                  <a:txBody>
                    <a:bodyPr/>
                    <a:lstStyle/>
                    <a:p>
                      <a:r>
                        <a:rPr sz="1400" b="1">
                          <a:solidFill>
                            <a:srgbClr val="FFFFFF"/>
                          </a:solidFill>
                        </a:rPr>
                        <a:t>Indicación</a:t>
                      </a:r>
                    </a:p>
                  </a:txBody>
                  <a:tcPr marL="91440" marR="91440" marT="27432" marB="27432" anchor="ctr">
                    <a:solidFill>
                      <a:srgbClr val="FF3228"/>
                    </a:solidFill>
                  </a:tcPr>
                </a:tc>
                <a:tc>
                  <a:txBody>
                    <a:bodyPr/>
                    <a:lstStyle/>
                    <a:p>
                      <a:r>
                        <a:rPr sz="1400" b="1">
                          <a:solidFill>
                            <a:srgbClr val="FFFFFF"/>
                          </a:solidFill>
                        </a:rPr>
                        <a:t>Implementación en StrokeLab</a:t>
                      </a:r>
                    </a:p>
                  </a:txBody>
                  <a:tcPr marL="91440" marR="91440" marT="27432" marB="27432" anchor="ctr">
                    <a:solidFill>
                      <a:srgbClr val="FF3228"/>
                    </a:solidFill>
                  </a:tcPr>
                </a:tc>
              </a:tr>
              <a:tr h="566928">
                <a:tc>
                  <a:txBody>
                    <a:bodyPr/>
                    <a:lstStyle/>
                    <a:p>
                      <a:r>
                        <a:rPr sz="1400" b="0">
                          <a:solidFill>
                            <a:srgbClr val="1E1E1E"/>
                          </a:solidFill>
                        </a:rPr>
                        <a:t>La explicabilidad (SHAP) es lo más importante</a:t>
                      </a:r>
                    </a:p>
                  </a:txBody>
                  <a:tcPr marL="91440" marR="91440" marT="27432" marB="27432" anchor="ctr">
                    <a:solidFill>
                      <a:srgbClr val="FFFFFF"/>
                    </a:solidFill>
                  </a:tcPr>
                </a:tc>
                <a:tc>
                  <a:txBody>
                    <a:bodyPr/>
                    <a:lstStyle/>
                    <a:p>
                      <a:r>
                        <a:rPr sz="1400" b="0">
                          <a:solidFill>
                            <a:srgbClr val="1E1E1E"/>
                          </a:solidFill>
                        </a:rPr>
                        <a:t>Isolation Forest sobre el estado fresco del propio nadador + TreeSHAP + explicación en texto</a:t>
                      </a:r>
                    </a:p>
                  </a:txBody>
                  <a:tcPr marL="91440" marR="91440" marT="27432" marB="27432" anchor="ctr">
                    <a:solidFill>
                      <a:srgbClr val="FFFFFF"/>
                    </a:solidFill>
                  </a:tcPr>
                </a:tc>
              </a:tr>
              <a:tr h="566928">
                <a:tc>
                  <a:txBody>
                    <a:bodyPr/>
                    <a:lstStyle/>
                    <a:p>
                      <a:r>
                        <a:rPr sz="1400" b="0">
                          <a:solidFill>
                            <a:srgbClr val="1E1E1E"/>
                          </a:solidFill>
                        </a:rPr>
                        <a:t>Dos verticales de IA: visión y tabular</a:t>
                      </a:r>
                    </a:p>
                  </a:txBody>
                  <a:tcPr marL="91440" marR="91440" marT="27432" marB="27432" anchor="ctr">
                    <a:solidFill>
                      <a:srgbClr val="EEEDED"/>
                    </a:solidFill>
                  </a:tcPr>
                </a:tc>
                <a:tc>
                  <a:txBody>
                    <a:bodyPr/>
                    <a:lstStyle/>
                    <a:p>
                      <a:r>
                        <a:rPr sz="1400" b="0">
                          <a:solidFill>
                            <a:srgbClr val="1E1E1E"/>
                          </a:solidFill>
                        </a:rPr>
                        <a:t>Visión: pose 2D (YOLOv8n) y 3D (MotionBERT) · Tabular: variables por ciclo y modelo de fatiga</a:t>
                      </a:r>
                    </a:p>
                  </a:txBody>
                  <a:tcPr marL="91440" marR="91440" marT="27432" marB="27432" anchor="ctr">
                    <a:solidFill>
                      <a:srgbClr val="EEEDED"/>
                    </a:solidFill>
                  </a:tcPr>
                </a:tc>
              </a:tr>
              <a:tr h="566928">
                <a:tc>
                  <a:txBody>
                    <a:bodyPr/>
                    <a:lstStyle/>
                    <a:p>
                      <a:r>
                        <a:rPr sz="1400" b="0">
                          <a:solidFill>
                            <a:srgbClr val="1E1E1E"/>
                          </a:solidFill>
                        </a:rPr>
                        <a:t>Modos diferenciados (vídeo, tabular, audio)</a:t>
                      </a:r>
                    </a:p>
                  </a:txBody>
                  <a:tcPr marL="91440" marR="91440" marT="27432" marB="27432" anchor="ctr">
                    <a:solidFill>
                      <a:srgbClr val="FFFFFF"/>
                    </a:solidFill>
                  </a:tcPr>
                </a:tc>
                <a:tc>
                  <a:txBody>
                    <a:bodyPr/>
                    <a:lstStyle/>
                    <a:p>
                      <a:r>
                        <a:rPr sz="1400" b="0">
                          <a:solidFill>
                            <a:srgbClr val="1E1E1E"/>
                          </a:solidFill>
                        </a:rPr>
                        <a:t>Vídeo y tabular implementados; el audio queda como trabajo futuro</a:t>
                      </a:r>
                    </a:p>
                  </a:txBody>
                  <a:tcPr marL="91440" marR="91440" marT="27432" marB="27432" anchor="ctr">
                    <a:solidFill>
                      <a:srgbClr val="FFFFFF"/>
                    </a:solidFill>
                  </a:tcPr>
                </a:tc>
              </a:tr>
              <a:tr h="566928">
                <a:tc>
                  <a:txBody>
                    <a:bodyPr/>
                    <a:lstStyle/>
                    <a:p>
                      <a:r>
                        <a:rPr sz="1400" b="0">
                          <a:solidFill>
                            <a:srgbClr val="1E1E1E"/>
                          </a:solidFill>
                        </a:rPr>
                        <a:t>Optimizar YOLO (MoveNet, ViTPose)</a:t>
                      </a:r>
                    </a:p>
                  </a:txBody>
                  <a:tcPr marL="91440" marR="91440" marT="27432" marB="27432" anchor="ctr">
                    <a:solidFill>
                      <a:srgbClr val="EEEDED"/>
                    </a:solidFill>
                  </a:tcPr>
                </a:tc>
                <a:tc>
                  <a:txBody>
                    <a:bodyPr/>
                    <a:lstStyle/>
                    <a:p>
                      <a:r>
                        <a:rPr sz="1400" b="0">
                          <a:solidFill>
                            <a:srgbClr val="1E1E1E"/>
                          </a:solidFill>
                        </a:rPr>
                        <a:t>Comparativa en CPU; YOLOv8n elegido; ViTPose como trabajo futuro</a:t>
                      </a:r>
                    </a:p>
                  </a:txBody>
                  <a:tcPr marL="91440" marR="91440" marT="27432" marB="27432" anchor="ctr">
                    <a:solidFill>
                      <a:srgbClr val="EEEDED"/>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Dos verticales de IA</a:t>
            </a:r>
          </a:p>
        </p:txBody>
      </p:sp>
      <p:pic>
        <p:nvPicPr>
          <p:cNvPr id="5" name="Picture 4" descr="arquitectura.png"/>
          <p:cNvPicPr>
            <a:picLocks noChangeAspect="1"/>
          </p:cNvPicPr>
          <p:nvPr/>
        </p:nvPicPr>
        <p:blipFill>
          <a:blip r:embed="rId3"/>
          <a:stretch>
            <a:fillRect/>
          </a:stretch>
        </p:blipFill>
        <p:spPr>
          <a:xfrm>
            <a:off x="2819028" y="2057400"/>
            <a:ext cx="8992343" cy="54864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Adaptar la pose humana al agua</a:t>
            </a:r>
          </a:p>
        </p:txBody>
      </p:sp>
      <p:sp>
        <p:nvSpPr>
          <p:cNvPr id="4" name="Text Placeholder 3"/>
          <p:cNvSpPr>
            <a:spLocks noGrp="1"/>
          </p:cNvSpPr>
          <p:nvPr>
            <p:ph type="body" idx="18" sz="quarter"/>
          </p:nvPr>
        </p:nvSpPr>
        <p:spPr>
          <a:xfrm>
            <a:ext cx="12344400" cy="0"/>
          </a:xfrm>
        </p:spPr>
        <p:txBody>
          <a:bodyPr/>
          <a:lstStyle/>
          <a:p>
            <a:r>
              <a:t>La pose bajo el agua necesita tres ajustes</a:t>
            </a:r>
          </a:p>
        </p:txBody>
      </p:sp>
      <p:sp>
        <p:nvSpPr>
          <p:cNvPr id="5" name="Rectangle 4"/>
          <p:cNvSpPr/>
          <p:nvPr/>
        </p:nvSpPr>
        <p:spPr>
          <a:xfrm>
            <a:off x="905256" y="2926080"/>
            <a:ext cx="3931920" cy="301752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79576" y="3200400"/>
            <a:ext cx="3383279" cy="548640"/>
          </a:xfrm>
          <a:prstGeom prst="rect">
            <a:avLst/>
          </a:prstGeom>
          <a:noFill/>
        </p:spPr>
        <p:txBody>
          <a:bodyPr wrap="square" anchor="t" lIns="0" rIns="0" tIns="0" bIns="0">
            <a:spAutoFit/>
          </a:bodyPr>
          <a:lstStyle/>
          <a:p>
            <a:pPr algn="l">
              <a:spcAft>
                <a:spcPts val="600"/>
              </a:spcAft>
            </a:pPr>
            <a:r>
              <a:rPr sz="3000" b="1">
                <a:solidFill>
                  <a:srgbClr val="FF3228"/>
                </a:solidFill>
              </a:rPr>
              <a:t>01</a:t>
            </a:r>
          </a:p>
        </p:txBody>
      </p:sp>
      <p:sp>
        <p:nvSpPr>
          <p:cNvPr id="7" name="TextBox 6"/>
          <p:cNvSpPr txBox="1"/>
          <p:nvPr/>
        </p:nvSpPr>
        <p:spPr>
          <a:xfrm>
            <a:off x="1179576" y="3794760"/>
            <a:ext cx="3383279" cy="731520"/>
          </a:xfrm>
          <a:prstGeom prst="rect">
            <a:avLst/>
          </a:prstGeom>
          <a:noFill/>
        </p:spPr>
        <p:txBody>
          <a:bodyPr wrap="square" anchor="t" lIns="0" rIns="0" tIns="0" bIns="0">
            <a:spAutoFit/>
          </a:bodyPr>
          <a:lstStyle/>
          <a:p>
            <a:pPr algn="l">
              <a:spcAft>
                <a:spcPts val="600"/>
              </a:spcAft>
            </a:pPr>
            <a:r>
              <a:rPr sz="1800" b="1">
                <a:solidFill>
                  <a:srgbClr val="FF3228"/>
                </a:solidFill>
              </a:rPr>
              <a:t>Giro ±90°</a:t>
            </a:r>
          </a:p>
        </p:txBody>
      </p:sp>
      <p:sp>
        <p:nvSpPr>
          <p:cNvPr id="8" name="TextBox 7"/>
          <p:cNvSpPr txBox="1"/>
          <p:nvPr/>
        </p:nvSpPr>
        <p:spPr>
          <a:xfrm>
            <a:off x="1179576" y="4480560"/>
            <a:ext cx="3383279" cy="1280159"/>
          </a:xfrm>
          <a:prstGeom prst="rect">
            <a:avLst/>
          </a:prstGeom>
          <a:noFill/>
        </p:spPr>
        <p:txBody>
          <a:bodyPr wrap="square" anchor="t" lIns="0" rIns="0" tIns="0" bIns="0">
            <a:spAutoFit/>
          </a:bodyPr>
          <a:lstStyle/>
          <a:p>
            <a:pPr algn="l">
              <a:spcAft>
                <a:spcPts val="600"/>
              </a:spcAft>
            </a:pPr>
            <a:r>
              <a:rPr sz="1400" b="0">
                <a:solidFill>
                  <a:srgbClr val="1E1E1E"/>
                </a:solidFill>
              </a:rPr>
              <a:t>Se prueba el fotograma girado y se conserva la orientación que mejor detecta; las coordenadas vuelven al original.</a:t>
            </a:r>
          </a:p>
        </p:txBody>
      </p:sp>
      <p:sp>
        <p:nvSpPr>
          <p:cNvPr id="9" name="Rectangle 8"/>
          <p:cNvSpPr/>
          <p:nvPr/>
        </p:nvSpPr>
        <p:spPr>
          <a:xfrm>
            <a:off x="5120640" y="2926080"/>
            <a:ext cx="3931920" cy="301752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94959" y="3200400"/>
            <a:ext cx="3383279" cy="548640"/>
          </a:xfrm>
          <a:prstGeom prst="rect">
            <a:avLst/>
          </a:prstGeom>
          <a:noFill/>
        </p:spPr>
        <p:txBody>
          <a:bodyPr wrap="square" anchor="t" lIns="0" rIns="0" tIns="0" bIns="0">
            <a:spAutoFit/>
          </a:bodyPr>
          <a:lstStyle/>
          <a:p>
            <a:pPr algn="l">
              <a:spcAft>
                <a:spcPts val="600"/>
              </a:spcAft>
            </a:pPr>
            <a:r>
              <a:rPr sz="3000" b="1">
                <a:solidFill>
                  <a:srgbClr val="FF3228"/>
                </a:solidFill>
              </a:rPr>
              <a:t>02</a:t>
            </a:r>
          </a:p>
        </p:txBody>
      </p:sp>
      <p:sp>
        <p:nvSpPr>
          <p:cNvPr id="11" name="TextBox 10"/>
          <p:cNvSpPr txBox="1"/>
          <p:nvPr/>
        </p:nvSpPr>
        <p:spPr>
          <a:xfrm>
            <a:off x="5394959" y="3794760"/>
            <a:ext cx="3383279" cy="731520"/>
          </a:xfrm>
          <a:prstGeom prst="rect">
            <a:avLst/>
          </a:prstGeom>
          <a:noFill/>
        </p:spPr>
        <p:txBody>
          <a:bodyPr wrap="square" anchor="t" lIns="0" rIns="0" tIns="0" bIns="0">
            <a:spAutoFit/>
          </a:bodyPr>
          <a:lstStyle/>
          <a:p>
            <a:pPr algn="l">
              <a:spcAft>
                <a:spcPts val="600"/>
              </a:spcAft>
            </a:pPr>
            <a:r>
              <a:rPr sz="1800" b="1">
                <a:solidFill>
                  <a:srgbClr val="FF3228"/>
                </a:solidFill>
              </a:rPr>
              <a:t>Filtros anatómicos</a:t>
            </a:r>
          </a:p>
        </p:txBody>
      </p:sp>
      <p:sp>
        <p:nvSpPr>
          <p:cNvPr id="12" name="TextBox 11"/>
          <p:cNvSpPr txBox="1"/>
          <p:nvPr/>
        </p:nvSpPr>
        <p:spPr>
          <a:xfrm>
            <a:off x="5394959" y="4480560"/>
            <a:ext cx="3383279" cy="1280159"/>
          </a:xfrm>
          <a:prstGeom prst="rect">
            <a:avLst/>
          </a:prstGeom>
          <a:noFill/>
        </p:spPr>
        <p:txBody>
          <a:bodyPr wrap="square" anchor="t" lIns="0" rIns="0" tIns="0" bIns="0">
            <a:spAutoFit/>
          </a:bodyPr>
          <a:lstStyle/>
          <a:p>
            <a:pPr algn="l">
              <a:spcAft>
                <a:spcPts val="600"/>
              </a:spcAft>
            </a:pPr>
            <a:r>
              <a:rPr sz="1400" b="0">
                <a:solidFill>
                  <a:srgbClr val="1E1E1E"/>
                </a:solidFill>
              </a:rPr>
              <a:t>Se descartan troncos verticales en vista lateral, segmentos imposibles y codos &lt; 25°.</a:t>
            </a:r>
          </a:p>
        </p:txBody>
      </p:sp>
      <p:sp>
        <p:nvSpPr>
          <p:cNvPr id="13" name="Rectangle 12"/>
          <p:cNvSpPr/>
          <p:nvPr/>
        </p:nvSpPr>
        <p:spPr>
          <a:xfrm>
            <a:off x="9336024" y="2926080"/>
            <a:ext cx="3931920" cy="301752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10344" y="3200400"/>
            <a:ext cx="3383279" cy="548640"/>
          </a:xfrm>
          <a:prstGeom prst="rect">
            <a:avLst/>
          </a:prstGeom>
          <a:noFill/>
        </p:spPr>
        <p:txBody>
          <a:bodyPr wrap="square" anchor="t" lIns="0" rIns="0" tIns="0" bIns="0">
            <a:spAutoFit/>
          </a:bodyPr>
          <a:lstStyle/>
          <a:p>
            <a:pPr algn="l">
              <a:spcAft>
                <a:spcPts val="600"/>
              </a:spcAft>
            </a:pPr>
            <a:r>
              <a:rPr sz="3000" b="1">
                <a:solidFill>
                  <a:srgbClr val="FF3228"/>
                </a:solidFill>
              </a:rPr>
              <a:t>03</a:t>
            </a:r>
          </a:p>
        </p:txBody>
      </p:sp>
      <p:sp>
        <p:nvSpPr>
          <p:cNvPr id="15" name="TextBox 14"/>
          <p:cNvSpPr txBox="1"/>
          <p:nvPr/>
        </p:nvSpPr>
        <p:spPr>
          <a:xfrm>
            <a:off x="9610344" y="3794760"/>
            <a:ext cx="3383279" cy="731520"/>
          </a:xfrm>
          <a:prstGeom prst="rect">
            <a:avLst/>
          </a:prstGeom>
          <a:noFill/>
        </p:spPr>
        <p:txBody>
          <a:bodyPr wrap="square" anchor="t" lIns="0" rIns="0" tIns="0" bIns="0">
            <a:spAutoFit/>
          </a:bodyPr>
          <a:lstStyle/>
          <a:p>
            <a:pPr algn="l">
              <a:spcAft>
                <a:spcPts val="600"/>
              </a:spcAft>
            </a:pPr>
            <a:r>
              <a:rPr sz="1800" b="1">
                <a:solidFill>
                  <a:srgbClr val="FF3228"/>
                </a:solidFill>
              </a:rPr>
              <a:t>YOLOv8n-Pose</a:t>
            </a:r>
          </a:p>
        </p:txBody>
      </p:sp>
      <p:sp>
        <p:nvSpPr>
          <p:cNvPr id="16" name="TextBox 15"/>
          <p:cNvSpPr txBox="1"/>
          <p:nvPr/>
        </p:nvSpPr>
        <p:spPr>
          <a:xfrm>
            <a:off x="9610344" y="4480560"/>
            <a:ext cx="3383279" cy="1280159"/>
          </a:xfrm>
          <a:prstGeom prst="rect">
            <a:avLst/>
          </a:prstGeom>
          <a:noFill/>
        </p:spPr>
        <p:txBody>
          <a:bodyPr wrap="square" anchor="t" lIns="0" rIns="0" tIns="0" bIns="0">
            <a:spAutoFit/>
          </a:bodyPr>
          <a:lstStyle/>
          <a:p>
            <a:pPr algn="l">
              <a:spcAft>
                <a:spcPts val="600"/>
              </a:spcAft>
            </a:pPr>
            <a:r>
              <a:rPr sz="1400" b="0">
                <a:solidFill>
                  <a:srgbClr val="1E1E1E"/>
                </a:solidFill>
              </a:rPr>
              <a:t>15 ciclos válidos frente a 3 de MoveNet en el mismo vídeo; 6,6 FPS en la CPU del portátil.</a:t>
            </a:r>
          </a:p>
        </p:txBody>
      </p:sp>
      <p:sp>
        <p:nvSpPr>
          <p:cNvPr id="17" name="TextBox 16"/>
          <p:cNvSpPr txBox="1"/>
          <p:nvPr/>
        </p:nvSpPr>
        <p:spPr>
          <a:xfrm>
            <a:off x="905256" y="6217920"/>
            <a:ext cx="12344400" cy="320040"/>
          </a:xfrm>
          <a:prstGeom prst="rect">
            <a:avLst/>
          </a:prstGeom>
          <a:noFill/>
        </p:spPr>
        <p:txBody>
          <a:bodyPr wrap="square" anchor="t" lIns="0" rIns="0" tIns="0" bIns="0">
            <a:spAutoFit/>
          </a:bodyPr>
          <a:lstStyle/>
          <a:p>
            <a:pPr algn="l">
              <a:spcAft>
                <a:spcPts val="600"/>
              </a:spcAft>
            </a:pPr>
            <a:r>
              <a:rPr sz="1100" b="0">
                <a:solidFill>
                  <a:srgbClr val="504B4B"/>
                </a:solidFill>
              </a:rPr>
              <a:t>3D (MotionBERT): válido en codo y cadera, no en rodilla → ángulos 2D en vista lateral y 3D en vista frontal u oblicua.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Contar brazadas con la mano</a:t>
            </a:r>
          </a:p>
        </p:txBody>
      </p:sp>
      <p:sp>
        <p:nvSpPr>
          <p:cNvPr id="4" name="Text Placeholder 3"/>
          <p:cNvSpPr>
            <a:spLocks noGrp="1"/>
          </p:cNvSpPr>
          <p:nvPr>
            <p:ph type="body" idx="18" sz="quarter"/>
          </p:nvPr>
        </p:nvSpPr>
        <p:spPr>
          <a:xfrm>
            <a:ext cx="12344400" cy="0"/>
          </a:xfrm>
        </p:spPr>
        <p:txBody>
          <a:bodyPr/>
          <a:lstStyle/>
          <a:p>
            <a:r>
              <a:t>La mano más profunda respecto al eje del cuerpo marca cada brazada</a:t>
            </a:r>
          </a:p>
        </p:txBody>
      </p:sp>
      <p:pic>
        <p:nvPicPr>
          <p:cNvPr id="5" name="Picture 4" descr="aaron_brazadas.png"/>
          <p:cNvPicPr>
            <a:picLocks noChangeAspect="1"/>
          </p:cNvPicPr>
          <p:nvPr/>
        </p:nvPicPr>
        <p:blipFill>
          <a:blip r:embed="rId3"/>
          <a:stretch>
            <a:fillRect/>
          </a:stretch>
        </p:blipFill>
        <p:spPr>
          <a:xfrm>
            <a:off x="905256" y="3114446"/>
            <a:ext cx="7680960" cy="2457907"/>
          </a:xfrm>
          <a:prstGeom prst="rect">
            <a:avLst/>
          </a:prstGeom>
        </p:spPr>
      </p:pic>
      <p:graphicFrame>
        <p:nvGraphicFramePr>
          <p:cNvPr id="6" name="Table 5"/>
          <p:cNvGraphicFramePr>
            <a:graphicFrameLocks noGrp="1"/>
          </p:cNvGraphicFramePr>
          <p:nvPr/>
        </p:nvGraphicFramePr>
        <p:xfrm>
          <a:off x="8961120" y="2834640"/>
          <a:ext cx="4754880" cy="1828800"/>
        </p:xfrm>
        <a:graphic>
          <a:graphicData uri="http://schemas.openxmlformats.org/drawingml/2006/table">
            <a:tbl>
              <a:tblPr firstRow="1" bandRow="1">
                <a:tableStyleId>{5C22544A-7EE6-4342-B048-85BDC9FD1C3A}</a:tableStyleId>
              </a:tblPr>
              <a:tblGrid>
                <a:gridCol w="1920240"/>
                <a:gridCol w="868680"/>
                <a:gridCol w="1005840"/>
                <a:gridCol w="960120"/>
              </a:tblGrid>
              <a:tr h="457200">
                <a:tc>
                  <a:txBody>
                    <a:bodyPr/>
                    <a:lstStyle/>
                    <a:p>
                      <a:r>
                        <a:rPr sz="1100" b="1">
                          <a:solidFill>
                            <a:srgbClr val="FFFFFF"/>
                          </a:solidFill>
                        </a:rPr>
                        <a:t>Secuencia (P1, crol)</a:t>
                      </a:r>
                    </a:p>
                  </a:txBody>
                  <a:tcPr marL="91440" marR="91440" marT="27432" marB="27432" anchor="ctr">
                    <a:solidFill>
                      <a:srgbClr val="FF3228"/>
                    </a:solidFill>
                  </a:tcPr>
                </a:tc>
                <a:tc>
                  <a:txBody>
                    <a:bodyPr/>
                    <a:lstStyle/>
                    <a:p>
                      <a:r>
                        <a:rPr sz="1100" b="1">
                          <a:solidFill>
                            <a:srgbClr val="FFFFFF"/>
                          </a:solidFill>
                        </a:rPr>
                        <a:t>Manual</a:t>
                      </a:r>
                    </a:p>
                  </a:txBody>
                  <a:tcPr marL="91440" marR="91440" marT="27432" marB="27432" anchor="ctr">
                    <a:solidFill>
                      <a:srgbClr val="FF3228"/>
                    </a:solidFill>
                  </a:tcPr>
                </a:tc>
                <a:tc>
                  <a:txBody>
                    <a:bodyPr/>
                    <a:lstStyle/>
                    <a:p>
                      <a:r>
                        <a:rPr sz="1100" b="1">
                          <a:solidFill>
                            <a:srgbClr val="FFFFFF"/>
                          </a:solidFill>
                        </a:rPr>
                        <a:t>Sistema</a:t>
                      </a:r>
                    </a:p>
                  </a:txBody>
                  <a:tcPr marL="91440" marR="91440" marT="27432" marB="27432" anchor="ctr">
                    <a:solidFill>
                      <a:srgbClr val="FF3228"/>
                    </a:solidFill>
                  </a:tcPr>
                </a:tc>
                <a:tc>
                  <a:txBody>
                    <a:bodyPr/>
                    <a:lstStyle/>
                    <a:p>
                      <a:r>
                        <a:rPr sz="1100" b="1">
                          <a:solidFill>
                            <a:srgbClr val="FFFFFF"/>
                          </a:solidFill>
                        </a:rPr>
                        <a:t>Error</a:t>
                      </a:r>
                    </a:p>
                  </a:txBody>
                  <a:tcPr marL="91440" marR="91440" marT="27432" marB="27432" anchor="ctr">
                    <a:solidFill>
                      <a:srgbClr val="FF3228"/>
                    </a:solidFill>
                  </a:tcPr>
                </a:tc>
              </a:tr>
              <a:tr h="457200">
                <a:tc>
                  <a:txBody>
                    <a:bodyPr/>
                    <a:lstStyle/>
                    <a:p>
                      <a:r>
                        <a:rPr sz="1100" b="0">
                          <a:solidFill>
                            <a:srgbClr val="1E1E1E"/>
                          </a:solidFill>
                        </a:rPr>
                        <a:t>GX011614 · lateral</a:t>
                      </a:r>
                    </a:p>
                  </a:txBody>
                  <a:tcPr marL="91440" marR="91440" marT="27432" marB="27432" anchor="ctr">
                    <a:solidFill>
                      <a:srgbClr val="FFFFFF"/>
                    </a:solidFill>
                  </a:tcPr>
                </a:tc>
                <a:tc>
                  <a:txBody>
                    <a:bodyPr/>
                    <a:lstStyle/>
                    <a:p>
                      <a:r>
                        <a:rPr sz="1100" b="0">
                          <a:solidFill>
                            <a:srgbClr val="1E1E1E"/>
                          </a:solidFill>
                        </a:rPr>
                        <a:t>54,0</a:t>
                      </a:r>
                    </a:p>
                  </a:txBody>
                  <a:tcPr marL="91440" marR="91440" marT="27432" marB="27432" anchor="ctr">
                    <a:solidFill>
                      <a:srgbClr val="FFFFFF"/>
                    </a:solidFill>
                  </a:tcPr>
                </a:tc>
                <a:tc>
                  <a:txBody>
                    <a:bodyPr/>
                    <a:lstStyle/>
                    <a:p>
                      <a:r>
                        <a:rPr sz="1100" b="0">
                          <a:solidFill>
                            <a:srgbClr val="1E1E1E"/>
                          </a:solidFill>
                        </a:rPr>
                        <a:t>50,5</a:t>
                      </a:r>
                    </a:p>
                  </a:txBody>
                  <a:tcPr marL="91440" marR="91440" marT="27432" marB="27432" anchor="ctr">
                    <a:solidFill>
                      <a:srgbClr val="FFFFFF"/>
                    </a:solidFill>
                  </a:tcPr>
                </a:tc>
                <a:tc>
                  <a:txBody>
                    <a:bodyPr/>
                    <a:lstStyle/>
                    <a:p>
                      <a:r>
                        <a:rPr sz="1100" b="0">
                          <a:solidFill>
                            <a:srgbClr val="1E1E1E"/>
                          </a:solidFill>
                        </a:rPr>
                        <a:t>−6,5 %</a:t>
                      </a:r>
                    </a:p>
                  </a:txBody>
                  <a:tcPr marL="91440" marR="91440" marT="27432" marB="27432" anchor="ctr">
                    <a:solidFill>
                      <a:srgbClr val="FFFFFF"/>
                    </a:solidFill>
                  </a:tcPr>
                </a:tc>
              </a:tr>
              <a:tr h="457200">
                <a:tc>
                  <a:txBody>
                    <a:bodyPr/>
                    <a:lstStyle/>
                    <a:p>
                      <a:r>
                        <a:rPr sz="1100" b="0">
                          <a:solidFill>
                            <a:srgbClr val="1E1E1E"/>
                          </a:solidFill>
                        </a:rPr>
                        <a:t>IMG_7207 · frontal</a:t>
                      </a:r>
                    </a:p>
                  </a:txBody>
                  <a:tcPr marL="91440" marR="91440" marT="27432" marB="27432" anchor="ctr">
                    <a:solidFill>
                      <a:srgbClr val="EEEDED"/>
                    </a:solidFill>
                  </a:tcPr>
                </a:tc>
                <a:tc>
                  <a:txBody>
                    <a:bodyPr/>
                    <a:lstStyle/>
                    <a:p>
                      <a:r>
                        <a:rPr sz="1100" b="0">
                          <a:solidFill>
                            <a:srgbClr val="1E1E1E"/>
                          </a:solidFill>
                        </a:rPr>
                        <a:t>80,0</a:t>
                      </a:r>
                    </a:p>
                  </a:txBody>
                  <a:tcPr marL="91440" marR="91440" marT="27432" marB="27432" anchor="ctr">
                    <a:solidFill>
                      <a:srgbClr val="EEEDED"/>
                    </a:solidFill>
                  </a:tcPr>
                </a:tc>
                <a:tc>
                  <a:txBody>
                    <a:bodyPr/>
                    <a:lstStyle/>
                    <a:p>
                      <a:r>
                        <a:rPr sz="1100" b="0">
                          <a:solidFill>
                            <a:srgbClr val="1E1E1E"/>
                          </a:solidFill>
                        </a:rPr>
                        <a:t>73,9</a:t>
                      </a:r>
                    </a:p>
                  </a:txBody>
                  <a:tcPr marL="91440" marR="91440" marT="27432" marB="27432" anchor="ctr">
                    <a:solidFill>
                      <a:srgbClr val="EEEDED"/>
                    </a:solidFill>
                  </a:tcPr>
                </a:tc>
                <a:tc>
                  <a:txBody>
                    <a:bodyPr/>
                    <a:lstStyle/>
                    <a:p>
                      <a:r>
                        <a:rPr sz="1100" b="0">
                          <a:solidFill>
                            <a:srgbClr val="1E1E1E"/>
                          </a:solidFill>
                        </a:rPr>
                        <a:t>−7,6 %</a:t>
                      </a:r>
                    </a:p>
                  </a:txBody>
                  <a:tcPr marL="91440" marR="91440" marT="27432" marB="27432" anchor="ctr">
                    <a:solidFill>
                      <a:srgbClr val="EEEDED"/>
                    </a:solidFill>
                  </a:tcPr>
                </a:tc>
              </a:tr>
              <a:tr h="457200">
                <a:tc>
                  <a:txBody>
                    <a:bodyPr/>
                    <a:lstStyle/>
                    <a:p>
                      <a:r>
                        <a:rPr sz="1100" b="0">
                          <a:solidFill>
                            <a:srgbClr val="1E1E1E"/>
                          </a:solidFill>
                        </a:rPr>
                        <a:t>IMG_7215 · frontal</a:t>
                      </a:r>
                    </a:p>
                  </a:txBody>
                  <a:tcPr marL="91440" marR="91440" marT="27432" marB="27432" anchor="ctr">
                    <a:solidFill>
                      <a:srgbClr val="FFFFFF"/>
                    </a:solidFill>
                  </a:tcPr>
                </a:tc>
                <a:tc>
                  <a:txBody>
                    <a:bodyPr/>
                    <a:lstStyle/>
                    <a:p>
                      <a:r>
                        <a:rPr sz="1100" b="0">
                          <a:solidFill>
                            <a:srgbClr val="1E1E1E"/>
                          </a:solidFill>
                        </a:rPr>
                        <a:t>51,1</a:t>
                      </a:r>
                    </a:p>
                  </a:txBody>
                  <a:tcPr marL="91440" marR="91440" marT="27432" marB="27432" anchor="ctr">
                    <a:solidFill>
                      <a:srgbClr val="FFFFFF"/>
                    </a:solidFill>
                  </a:tcPr>
                </a:tc>
                <a:tc>
                  <a:txBody>
                    <a:bodyPr/>
                    <a:lstStyle/>
                    <a:p>
                      <a:r>
                        <a:rPr sz="1100" b="0">
                          <a:solidFill>
                            <a:srgbClr val="1E1E1E"/>
                          </a:solidFill>
                        </a:rPr>
                        <a:t>55,2</a:t>
                      </a:r>
                    </a:p>
                  </a:txBody>
                  <a:tcPr marL="91440" marR="91440" marT="27432" marB="27432" anchor="ctr">
                    <a:solidFill>
                      <a:srgbClr val="FFFFFF"/>
                    </a:solidFill>
                  </a:tcPr>
                </a:tc>
                <a:tc>
                  <a:txBody>
                    <a:bodyPr/>
                    <a:lstStyle/>
                    <a:p>
                      <a:r>
                        <a:rPr sz="1100" b="0">
                          <a:solidFill>
                            <a:srgbClr val="1E1E1E"/>
                          </a:solidFill>
                        </a:rPr>
                        <a:t>+8,2 %</a:t>
                      </a:r>
                    </a:p>
                  </a:txBody>
                  <a:tcPr marL="91440" marR="91440" marT="27432" marB="27432" anchor="ctr">
                    <a:solidFill>
                      <a:srgbClr val="FFFFFF"/>
                    </a:solidFill>
                  </a:tcPr>
                </a:tc>
              </a:tr>
            </a:tbl>
          </a:graphicData>
        </a:graphic>
      </p:graphicFrame>
      <p:sp>
        <p:nvSpPr>
          <p:cNvPr id="7" name="TextBox 6"/>
          <p:cNvSpPr txBox="1"/>
          <p:nvPr/>
        </p:nvSpPr>
        <p:spPr>
          <a:xfrm>
            <a:off x="8961120" y="4846320"/>
            <a:ext cx="4754880" cy="548640"/>
          </a:xfrm>
          <a:prstGeom prst="rect">
            <a:avLst/>
          </a:prstGeom>
          <a:noFill/>
        </p:spPr>
        <p:txBody>
          <a:bodyPr wrap="square" anchor="t" lIns="0" rIns="0" tIns="0" bIns="0">
            <a:spAutoFit/>
          </a:bodyPr>
          <a:lstStyle/>
          <a:p>
            <a:pPr algn="l">
              <a:spcAft>
                <a:spcPts val="600"/>
              </a:spcAft>
            </a:pPr>
            <a:r>
              <a:rPr sz="1100" b="0">
                <a:solidFill>
                  <a:srgbClr val="504B4B"/>
                </a:solidFill>
              </a:rPr>
              <a:t>Frecuencia de ciclo (ciclos/min) frente al conteo manual</a:t>
            </a:r>
          </a:p>
        </p:txBody>
      </p:sp>
      <p:sp>
        <p:nvSpPr>
          <p:cNvPr id="8" name="TextBox 7"/>
          <p:cNvSpPr txBox="1"/>
          <p:nvPr/>
        </p:nvSpPr>
        <p:spPr>
          <a:xfrm>
            <a:off x="905256" y="6126480"/>
            <a:ext cx="12344400" cy="320040"/>
          </a:xfrm>
          <a:prstGeom prst="rect">
            <a:avLst/>
          </a:prstGeom>
          <a:noFill/>
        </p:spPr>
        <p:txBody>
          <a:bodyPr wrap="square" anchor="t" lIns="0" rIns="0" tIns="0" bIns="0">
            <a:spAutoFit/>
          </a:bodyPr>
          <a:lstStyle/>
          <a:p>
            <a:pPr algn="l">
              <a:spcAft>
                <a:spcPts val="600"/>
              </a:spcAft>
            </a:pPr>
            <a:r>
              <a:rPr sz="1100" b="0">
                <a:solidFill>
                  <a:srgbClr val="504B4B"/>
                </a:solidFill>
              </a:rPr>
              <a:t>Gris: intervalo del conteo manual (segundos 30-40). Triángulos: brazadas detectadas.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Fatiga: desviación del patrón fresco</a:t>
            </a:r>
          </a:p>
        </p:txBody>
      </p:sp>
      <p:sp>
        <p:nvSpPr>
          <p:cNvPr id="4" name="Text Placeholder 3"/>
          <p:cNvSpPr>
            <a:spLocks noGrp="1"/>
          </p:cNvSpPr>
          <p:nvPr>
            <p:ph type="body" idx="18" sz="quarter"/>
          </p:nvPr>
        </p:nvSpPr>
        <p:spPr>
          <a:xfrm>
            <a:ext cx="12344400" cy="0"/>
          </a:xfrm>
        </p:spPr>
        <p:txBody>
          <a:bodyPr/>
          <a:lstStyle/>
          <a:p>
            <a:r>
              <a:t>Aprendizaje no supervisado: no hacen falta etiquetas de fatiga</a:t>
            </a:r>
          </a:p>
        </p:txBody>
      </p:sp>
      <p:sp>
        <p:nvSpPr>
          <p:cNvPr id="5" name="Rectangle 4"/>
          <p:cNvSpPr/>
          <p:nvPr/>
        </p:nvSpPr>
        <p:spPr>
          <a:xfrm>
            <a:off x="905256" y="2788920"/>
            <a:ext cx="731520" cy="731520"/>
          </a:xfrm>
          <a:prstGeom prst="rect">
            <a:avLst/>
          </a:prstGeom>
          <a:solidFill>
            <a:srgbClr val="FF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05256" y="2788920"/>
            <a:ext cx="731520" cy="731520"/>
          </a:xfrm>
          <a:prstGeom prst="rect">
            <a:avLst/>
          </a:prstGeom>
          <a:noFill/>
        </p:spPr>
        <p:txBody>
          <a:bodyPr wrap="square" anchor="ctr" lIns="0" rIns="0" tIns="0" bIns="0">
            <a:spAutoFit/>
          </a:bodyPr>
          <a:lstStyle/>
          <a:p>
            <a:pPr algn="ctr">
              <a:spcAft>
                <a:spcPts val="600"/>
              </a:spcAft>
            </a:pPr>
            <a:r>
              <a:rPr sz="2400" b="1">
                <a:solidFill>
                  <a:srgbClr val="FFFFFF"/>
                </a:solidFill>
              </a:rPr>
              <a:t>1</a:t>
            </a:r>
          </a:p>
        </p:txBody>
      </p:sp>
      <p:sp>
        <p:nvSpPr>
          <p:cNvPr id="7" name="TextBox 6"/>
          <p:cNvSpPr txBox="1"/>
          <p:nvPr/>
        </p:nvSpPr>
        <p:spPr>
          <a:xfrm>
            <a:off x="1828800" y="2788920"/>
            <a:ext cx="3931920" cy="365760"/>
          </a:xfrm>
          <a:prstGeom prst="rect">
            <a:avLst/>
          </a:prstGeom>
          <a:noFill/>
        </p:spPr>
        <p:txBody>
          <a:bodyPr wrap="square" anchor="t" lIns="0" rIns="0" tIns="0" bIns="0">
            <a:spAutoFit/>
          </a:bodyPr>
          <a:lstStyle/>
          <a:p>
            <a:pPr algn="l">
              <a:spcAft>
                <a:spcPts val="600"/>
              </a:spcAft>
            </a:pPr>
            <a:r>
              <a:rPr sz="1600" b="1">
                <a:solidFill>
                  <a:srgbClr val="1E1E1E"/>
                </a:solidFill>
              </a:rPr>
              <a:t>Fase fresca</a:t>
            </a:r>
          </a:p>
        </p:txBody>
      </p:sp>
      <p:sp>
        <p:nvSpPr>
          <p:cNvPr id="8" name="TextBox 7"/>
          <p:cNvSpPr txBox="1"/>
          <p:nvPr/>
        </p:nvSpPr>
        <p:spPr>
          <a:xfrm>
            <a:off x="1828800" y="3172968"/>
            <a:ext cx="3931920" cy="548640"/>
          </a:xfrm>
          <a:prstGeom prst="rect">
            <a:avLst/>
          </a:prstGeom>
          <a:noFill/>
        </p:spPr>
        <p:txBody>
          <a:bodyPr wrap="square" anchor="t" lIns="0" rIns="0" tIns="0" bIns="0">
            <a:spAutoFit/>
          </a:bodyPr>
          <a:lstStyle/>
          <a:p>
            <a:pPr algn="l">
              <a:spcAft>
                <a:spcPts val="600"/>
              </a:spcAft>
            </a:pPr>
            <a:r>
              <a:rPr sz="1300" b="0">
                <a:solidFill>
                  <a:srgbClr val="504B4B"/>
                </a:solidFill>
              </a:rPr>
              <a:t>Primer 30 % de ciclos del propio nadador</a:t>
            </a:r>
          </a:p>
        </p:txBody>
      </p:sp>
      <p:sp>
        <p:nvSpPr>
          <p:cNvPr id="9" name="Rectangle 8"/>
          <p:cNvSpPr/>
          <p:nvPr/>
        </p:nvSpPr>
        <p:spPr>
          <a:xfrm>
            <a:off x="905256" y="3840479"/>
            <a:ext cx="731520" cy="731520"/>
          </a:xfrm>
          <a:prstGeom prst="rect">
            <a:avLst/>
          </a:prstGeom>
          <a:solidFill>
            <a:srgbClr val="FF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05256" y="3840479"/>
            <a:ext cx="731520" cy="731520"/>
          </a:xfrm>
          <a:prstGeom prst="rect">
            <a:avLst/>
          </a:prstGeom>
          <a:noFill/>
        </p:spPr>
        <p:txBody>
          <a:bodyPr wrap="square" anchor="ctr" lIns="0" rIns="0" tIns="0" bIns="0">
            <a:spAutoFit/>
          </a:bodyPr>
          <a:lstStyle/>
          <a:p>
            <a:pPr algn="ctr">
              <a:spcAft>
                <a:spcPts val="600"/>
              </a:spcAft>
            </a:pPr>
            <a:r>
              <a:rPr sz="2400" b="1">
                <a:solidFill>
                  <a:srgbClr val="FFFFFF"/>
                </a:solidFill>
              </a:rPr>
              <a:t>2</a:t>
            </a:r>
          </a:p>
        </p:txBody>
      </p:sp>
      <p:sp>
        <p:nvSpPr>
          <p:cNvPr id="11" name="TextBox 10"/>
          <p:cNvSpPr txBox="1"/>
          <p:nvPr/>
        </p:nvSpPr>
        <p:spPr>
          <a:xfrm>
            <a:off x="1828800" y="3840479"/>
            <a:ext cx="3931920" cy="365760"/>
          </a:xfrm>
          <a:prstGeom prst="rect">
            <a:avLst/>
          </a:prstGeom>
          <a:noFill/>
        </p:spPr>
        <p:txBody>
          <a:bodyPr wrap="square" anchor="t" lIns="0" rIns="0" tIns="0" bIns="0">
            <a:spAutoFit/>
          </a:bodyPr>
          <a:lstStyle/>
          <a:p>
            <a:pPr algn="l">
              <a:spcAft>
                <a:spcPts val="600"/>
              </a:spcAft>
            </a:pPr>
            <a:r>
              <a:rPr sz="1600" b="1">
                <a:solidFill>
                  <a:srgbClr val="1E1E1E"/>
                </a:solidFill>
              </a:rPr>
              <a:t>Isolation Forest</a:t>
            </a:r>
          </a:p>
        </p:txBody>
      </p:sp>
      <p:sp>
        <p:nvSpPr>
          <p:cNvPr id="12" name="TextBox 11"/>
          <p:cNvSpPr txBox="1"/>
          <p:nvPr/>
        </p:nvSpPr>
        <p:spPr>
          <a:xfrm>
            <a:off x="1828800" y="4224527"/>
            <a:ext cx="3931920" cy="548640"/>
          </a:xfrm>
          <a:prstGeom prst="rect">
            <a:avLst/>
          </a:prstGeom>
          <a:noFill/>
        </p:spPr>
        <p:txBody>
          <a:bodyPr wrap="square" anchor="t" lIns="0" rIns="0" tIns="0" bIns="0">
            <a:spAutoFit/>
          </a:bodyPr>
          <a:lstStyle/>
          <a:p>
            <a:pPr algn="l">
              <a:spcAft>
                <a:spcPts val="600"/>
              </a:spcAft>
            </a:pPr>
            <a:r>
              <a:rPr sz="1300" b="0">
                <a:solidFill>
                  <a:srgbClr val="504B4B"/>
                </a:solidFill>
              </a:rPr>
              <a:t>Puntúa la anomalía de cada ciclo</a:t>
            </a:r>
          </a:p>
        </p:txBody>
      </p:sp>
      <p:sp>
        <p:nvSpPr>
          <p:cNvPr id="13" name="Rectangle 12"/>
          <p:cNvSpPr/>
          <p:nvPr/>
        </p:nvSpPr>
        <p:spPr>
          <a:xfrm>
            <a:off x="905256" y="4892040"/>
            <a:ext cx="731520" cy="731520"/>
          </a:xfrm>
          <a:prstGeom prst="rect">
            <a:avLst/>
          </a:prstGeom>
          <a:solidFill>
            <a:srgbClr val="FF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4892040"/>
            <a:ext cx="731520" cy="731520"/>
          </a:xfrm>
          <a:prstGeom prst="rect">
            <a:avLst/>
          </a:prstGeom>
          <a:noFill/>
        </p:spPr>
        <p:txBody>
          <a:bodyPr wrap="square" anchor="ctr" lIns="0" rIns="0" tIns="0" bIns="0">
            <a:spAutoFit/>
          </a:bodyPr>
          <a:lstStyle/>
          <a:p>
            <a:pPr algn="ctr">
              <a:spcAft>
                <a:spcPts val="600"/>
              </a:spcAft>
            </a:pPr>
            <a:r>
              <a:rPr sz="2400" b="1">
                <a:solidFill>
                  <a:srgbClr val="FFFFFF"/>
                </a:solidFill>
              </a:rPr>
              <a:t>3</a:t>
            </a:r>
          </a:p>
        </p:txBody>
      </p:sp>
      <p:sp>
        <p:nvSpPr>
          <p:cNvPr id="15" name="TextBox 14"/>
          <p:cNvSpPr txBox="1"/>
          <p:nvPr/>
        </p:nvSpPr>
        <p:spPr>
          <a:xfrm>
            <a:off x="1828800" y="4892040"/>
            <a:ext cx="3931920" cy="365760"/>
          </a:xfrm>
          <a:prstGeom prst="rect">
            <a:avLst/>
          </a:prstGeom>
          <a:noFill/>
        </p:spPr>
        <p:txBody>
          <a:bodyPr wrap="square" anchor="t" lIns="0" rIns="0" tIns="0" bIns="0">
            <a:spAutoFit/>
          </a:bodyPr>
          <a:lstStyle/>
          <a:p>
            <a:pPr algn="l">
              <a:spcAft>
                <a:spcPts val="600"/>
              </a:spcAft>
            </a:pPr>
            <a:r>
              <a:rPr sz="1600" b="1">
                <a:solidFill>
                  <a:srgbClr val="1E1E1E"/>
                </a:solidFill>
              </a:rPr>
              <a:t>Inicio de la fatiga</a:t>
            </a:r>
          </a:p>
        </p:txBody>
      </p:sp>
      <p:sp>
        <p:nvSpPr>
          <p:cNvPr id="16" name="TextBox 15"/>
          <p:cNvSpPr txBox="1"/>
          <p:nvPr/>
        </p:nvSpPr>
        <p:spPr>
          <a:xfrm>
            <a:off x="1828800" y="5276088"/>
            <a:ext cx="3931920" cy="548640"/>
          </a:xfrm>
          <a:prstGeom prst="rect">
            <a:avLst/>
          </a:prstGeom>
          <a:noFill/>
        </p:spPr>
        <p:txBody>
          <a:bodyPr wrap="square" anchor="t" lIns="0" rIns="0" tIns="0" bIns="0">
            <a:spAutoFit/>
          </a:bodyPr>
          <a:lstStyle/>
          <a:p>
            <a:pPr algn="l">
              <a:spcAft>
                <a:spcPts val="600"/>
              </a:spcAft>
            </a:pPr>
            <a:r>
              <a:rPr sz="1300" b="0">
                <a:solidFill>
                  <a:srgbClr val="504B4B"/>
                </a:solidFill>
              </a:rPr>
              <a:t>3 ciclos seguidos sobre el p95 fresco; contraste con PELT</a:t>
            </a:r>
          </a:p>
        </p:txBody>
      </p:sp>
      <p:sp>
        <p:nvSpPr>
          <p:cNvPr id="17" name="Rectangle 16"/>
          <p:cNvSpPr/>
          <p:nvPr/>
        </p:nvSpPr>
        <p:spPr>
          <a:xfrm>
            <a:off x="905256" y="5943600"/>
            <a:ext cx="731520" cy="731520"/>
          </a:xfrm>
          <a:prstGeom prst="rect">
            <a:avLst/>
          </a:prstGeom>
          <a:solidFill>
            <a:srgbClr val="FF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05256" y="5943600"/>
            <a:ext cx="731520" cy="731520"/>
          </a:xfrm>
          <a:prstGeom prst="rect">
            <a:avLst/>
          </a:prstGeom>
          <a:noFill/>
        </p:spPr>
        <p:txBody>
          <a:bodyPr wrap="square" anchor="ctr" lIns="0" rIns="0" tIns="0" bIns="0">
            <a:spAutoFit/>
          </a:bodyPr>
          <a:lstStyle/>
          <a:p>
            <a:pPr algn="ctr">
              <a:spcAft>
                <a:spcPts val="600"/>
              </a:spcAft>
            </a:pPr>
            <a:r>
              <a:rPr sz="2400" b="1">
                <a:solidFill>
                  <a:srgbClr val="FFFFFF"/>
                </a:solidFill>
              </a:rPr>
              <a:t>4</a:t>
            </a:r>
          </a:p>
        </p:txBody>
      </p:sp>
      <p:sp>
        <p:nvSpPr>
          <p:cNvPr id="19" name="TextBox 18"/>
          <p:cNvSpPr txBox="1"/>
          <p:nvPr/>
        </p:nvSpPr>
        <p:spPr>
          <a:xfrm>
            <a:off x="1828800" y="5943600"/>
            <a:ext cx="3931920" cy="365760"/>
          </a:xfrm>
          <a:prstGeom prst="rect">
            <a:avLst/>
          </a:prstGeom>
          <a:noFill/>
        </p:spPr>
        <p:txBody>
          <a:bodyPr wrap="square" anchor="t" lIns="0" rIns="0" tIns="0" bIns="0">
            <a:spAutoFit/>
          </a:bodyPr>
          <a:lstStyle/>
          <a:p>
            <a:pPr algn="l">
              <a:spcAft>
                <a:spcPts val="600"/>
              </a:spcAft>
            </a:pPr>
            <a:r>
              <a:rPr sz="1600" b="1">
                <a:solidFill>
                  <a:srgbClr val="1E1E1E"/>
                </a:solidFill>
              </a:rPr>
              <a:t>TreeSHAP</a:t>
            </a:r>
          </a:p>
        </p:txBody>
      </p:sp>
      <p:sp>
        <p:nvSpPr>
          <p:cNvPr id="20" name="TextBox 19"/>
          <p:cNvSpPr txBox="1"/>
          <p:nvPr/>
        </p:nvSpPr>
        <p:spPr>
          <a:xfrm>
            <a:off x="1828800" y="6327648"/>
            <a:ext cx="3931920" cy="548640"/>
          </a:xfrm>
          <a:prstGeom prst="rect">
            <a:avLst/>
          </a:prstGeom>
          <a:noFill/>
        </p:spPr>
        <p:txBody>
          <a:bodyPr wrap="square" anchor="t" lIns="0" rIns="0" tIns="0" bIns="0">
            <a:spAutoFit/>
          </a:bodyPr>
          <a:lstStyle/>
          <a:p>
            <a:pPr algn="l">
              <a:spcAft>
                <a:spcPts val="600"/>
              </a:spcAft>
            </a:pPr>
            <a:r>
              <a:rPr sz="1300" b="0">
                <a:solidFill>
                  <a:srgbClr val="504B4B"/>
                </a:solidFill>
              </a:rPr>
              <a:t>Qué variable empuja cada ciclo hacia la fatiga</a:t>
            </a:r>
          </a:p>
        </p:txBody>
      </p:sp>
      <p:pic>
        <p:nvPicPr>
          <p:cNvPr id="21" name="Picture 20" descr="sintetico_fatiga_timeline.png"/>
          <p:cNvPicPr>
            <a:picLocks noChangeAspect="1"/>
          </p:cNvPicPr>
          <p:nvPr/>
        </p:nvPicPr>
        <p:blipFill>
          <a:blip r:embed="rId3"/>
          <a:stretch>
            <a:fillRect/>
          </a:stretch>
        </p:blipFill>
        <p:spPr>
          <a:xfrm>
            <a:off x="6126480" y="2857500"/>
            <a:ext cx="7589520" cy="3794760"/>
          </a:xfrm>
          <a:prstGeom prst="rect">
            <a:avLst/>
          </a:prstGeom>
        </p:spPr>
      </p:pic>
      <p:sp>
        <p:nvSpPr>
          <p:cNvPr id="22" name="TextBox 21"/>
          <p:cNvSpPr txBox="1"/>
          <p:nvPr/>
        </p:nvSpPr>
        <p:spPr>
          <a:xfrm>
            <a:off x="905256" y="6903720"/>
            <a:ext cx="12344400" cy="320040"/>
          </a:xfrm>
          <a:prstGeom prst="rect">
            <a:avLst/>
          </a:prstGeom>
          <a:noFill/>
        </p:spPr>
        <p:txBody>
          <a:bodyPr wrap="square" anchor="t" lIns="0" rIns="0" tIns="0" bIns="0">
            <a:spAutoFit/>
          </a:bodyPr>
          <a:lstStyle/>
          <a:p>
            <a:pPr algn="l">
              <a:spcAft>
                <a:spcPts val="600"/>
              </a:spcAft>
            </a:pPr>
            <a:r>
              <a:rPr sz="1100" b="0">
                <a:solidFill>
                  <a:srgbClr val="504B4B"/>
                </a:solidFill>
              </a:rPr>
              <a:t>Gráfica: datos sintéticos con fatiga programada (referencia conocida), no un nadador real.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SHAP explica la fatiga</a:t>
            </a:r>
          </a:p>
        </p:txBody>
      </p:sp>
      <p:sp>
        <p:nvSpPr>
          <p:cNvPr id="4" name="Text Placeholder 3"/>
          <p:cNvSpPr>
            <a:spLocks noGrp="1"/>
          </p:cNvSpPr>
          <p:nvPr>
            <p:ph type="body" idx="18" sz="quarter"/>
          </p:nvPr>
        </p:nvSpPr>
        <p:spPr>
          <a:xfrm>
            <a:ext cx="12344400" cy="0"/>
          </a:xfrm>
        </p:spPr>
        <p:txBody>
          <a:bodyPr/>
          <a:lstStyle/>
          <a:p>
            <a:r>
              <a:t>Atribución local en el ciclo de inicio (secuencia sintética de 90 s)</a:t>
            </a:r>
          </a:p>
        </p:txBody>
      </p:sp>
      <p:pic>
        <p:nvPicPr>
          <p:cNvPr id="5" name="Picture 4" descr="sintetico_shap_waterfall_inicio.png"/>
          <p:cNvPicPr>
            <a:picLocks noChangeAspect="1"/>
          </p:cNvPicPr>
          <p:nvPr/>
        </p:nvPicPr>
        <p:blipFill>
          <a:blip r:embed="rId3"/>
          <a:stretch>
            <a:fillRect/>
          </a:stretch>
        </p:blipFill>
        <p:spPr>
          <a:xfrm>
            <a:off x="1091858" y="2651760"/>
            <a:ext cx="6027594" cy="4572000"/>
          </a:xfrm>
          <a:prstGeom prst="rect">
            <a:avLst/>
          </a:prstGeom>
        </p:spPr>
      </p:pic>
      <p:sp>
        <p:nvSpPr>
          <p:cNvPr id="6" name="Rectangle 5"/>
          <p:cNvSpPr/>
          <p:nvPr/>
        </p:nvSpPr>
        <p:spPr>
          <a:xfrm>
            <a:off x="7772400" y="2788920"/>
            <a:ext cx="5943600" cy="219456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0" y="3017520"/>
            <a:ext cx="5394960" cy="1828800"/>
          </a:xfrm>
          <a:prstGeom prst="rect">
            <a:avLst/>
          </a:prstGeom>
          <a:noFill/>
        </p:spPr>
        <p:txBody>
          <a:bodyPr wrap="square" anchor="t" lIns="0" rIns="0" tIns="0" bIns="0">
            <a:spAutoFit/>
          </a:bodyPr>
          <a:lstStyle/>
          <a:p>
            <a:pPr algn="l">
              <a:spcAft>
                <a:spcPts val="600"/>
              </a:spcAft>
            </a:pPr>
            <a:r>
              <a:rPr sz="1600" b="1">
                <a:solidFill>
                  <a:srgbClr val="FF3228"/>
                </a:solidFill>
              </a:rPr>
              <a:t>Lo que lee el entrenador</a:t>
            </a:r>
          </a:p>
          <a:p>
            <a:pPr algn="l">
              <a:spcAft>
                <a:spcPts val="600"/>
              </a:spcAft>
            </a:pPr>
            <a:r>
              <a:rPr sz="1500" b="0">
                <a:solidFill>
                  <a:srgbClr val="FFFFFF"/>
                </a:solidFill>
              </a:rPr>
              <a:t>Inicio de la fatiga en el ciclo 35 (t = 51,9 s). Causas: alcance del brazo derecho (1,78 → 1,05 troncos), asimetría de brazos (2 % → 23 %) y amplitud de patada (0,31 → 0,21 troncos).</a:t>
            </a:r>
          </a:p>
        </p:txBody>
      </p:sp>
      <p:sp>
        <p:nvSpPr>
          <p:cNvPr id="8" name="TextBox 7"/>
          <p:cNvSpPr txBox="1"/>
          <p:nvPr/>
        </p:nvSpPr>
        <p:spPr>
          <a:xfrm>
            <a:off x="7772400" y="5303520"/>
            <a:ext cx="5943600" cy="914400"/>
          </a:xfrm>
          <a:prstGeom prst="rect">
            <a:avLst/>
          </a:prstGeom>
          <a:noFill/>
        </p:spPr>
        <p:txBody>
          <a:bodyPr wrap="square" anchor="t" lIns="0" rIns="0" tIns="0" bIns="0">
            <a:spAutoFit/>
          </a:bodyPr>
          <a:lstStyle/>
          <a:p>
            <a:pPr algn="l">
              <a:spcAft>
                <a:spcPts val="600"/>
              </a:spcAft>
            </a:pPr>
            <a:r>
              <a:rPr sz="1400" b="1">
                <a:solidFill>
                  <a:srgbClr val="1E1E1E"/>
                </a:solidFill>
              </a:rPr>
              <a:t>Las variables señaladas coinciden con las alteradas en la simulación: la explicación es verificable.</a:t>
            </a:r>
          </a:p>
        </p:txBody>
      </p:sp>
      <p:sp>
        <p:nvSpPr>
          <p:cNvPr id="9" name="TextBox 8"/>
          <p:cNvSpPr txBox="1"/>
          <p:nvPr/>
        </p:nvSpPr>
        <p:spPr>
          <a:xfrm>
            <a:off x="905256" y="7269480"/>
            <a:ext cx="12344400" cy="320040"/>
          </a:xfrm>
          <a:prstGeom prst="rect">
            <a:avLst/>
          </a:prstGeom>
          <a:noFill/>
        </p:spPr>
        <p:txBody>
          <a:bodyPr wrap="square" anchor="t" lIns="0" rIns="0" tIns="0" bIns="0">
            <a:spAutoFit/>
          </a:bodyPr>
          <a:lstStyle/>
          <a:p>
            <a:pPr algn="l">
              <a:spcAft>
                <a:spcPts val="600"/>
              </a:spcAft>
            </a:pPr>
            <a:r>
              <a:rPr sz="1100" b="0">
                <a:solidFill>
                  <a:srgbClr val="504B4B"/>
                </a:solidFill>
              </a:rPr>
              <a:t>Datos sintéticos de referencia conocida (memoria, Figura 7 y apartado 4.6.2).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Resultados con nadadores reales</a:t>
            </a:r>
          </a:p>
        </p:txBody>
      </p:sp>
      <p:sp>
        <p:nvSpPr>
          <p:cNvPr id="4" name="Text Placeholder 3"/>
          <p:cNvSpPr>
            <a:spLocks noGrp="1"/>
          </p:cNvSpPr>
          <p:nvPr>
            <p:ph type="body" idx="18" sz="quarter"/>
          </p:nvPr>
        </p:nvSpPr>
        <p:spPr>
          <a:xfrm>
            <a:ext cx="12344400" cy="0"/>
          </a:xfrm>
        </p:spPr>
        <p:txBody>
          <a:bodyPr/>
          <a:lstStyle/>
          <a:p>
            <a:r>
              <a:t>17 secuencias · 4 participantes · 4 estilos</a:t>
            </a:r>
          </a:p>
        </p:txBody>
      </p:sp>
      <p:sp>
        <p:nvSpPr>
          <p:cNvPr id="5" name="Rectangle 4"/>
          <p:cNvSpPr/>
          <p:nvPr/>
        </p:nvSpPr>
        <p:spPr>
          <a:xfrm>
            <a:off x="905256" y="2788920"/>
            <a:ext cx="4023360" cy="1920240"/>
          </a:xfrm>
          <a:prstGeom prst="rect">
            <a:avLst/>
          </a:prstGeom>
          <a:solidFill>
            <a:srgbClr val="FF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79576" y="2971800"/>
            <a:ext cx="3566160" cy="777240"/>
          </a:xfrm>
          <a:prstGeom prst="rect">
            <a:avLst/>
          </a:prstGeom>
          <a:noFill/>
        </p:spPr>
        <p:txBody>
          <a:bodyPr wrap="square" anchor="t" lIns="0" rIns="0" tIns="0" bIns="0">
            <a:spAutoFit/>
          </a:bodyPr>
          <a:lstStyle/>
          <a:p>
            <a:pPr algn="l">
              <a:spcAft>
                <a:spcPts val="600"/>
              </a:spcAft>
            </a:pPr>
            <a:r>
              <a:rPr sz="3600" b="1">
                <a:solidFill>
                  <a:srgbClr val="FFFFFF"/>
                </a:solidFill>
              </a:rPr>
              <a:t>95</a:t>
            </a:r>
          </a:p>
        </p:txBody>
      </p:sp>
      <p:sp>
        <p:nvSpPr>
          <p:cNvPr id="7" name="TextBox 6"/>
          <p:cNvSpPr txBox="1"/>
          <p:nvPr/>
        </p:nvSpPr>
        <p:spPr>
          <a:xfrm>
            <a:off x="1179576" y="3794760"/>
            <a:ext cx="3566160" cy="822960"/>
          </a:xfrm>
          <a:prstGeom prst="rect">
            <a:avLst/>
          </a:prstGeom>
          <a:noFill/>
        </p:spPr>
        <p:txBody>
          <a:bodyPr wrap="square" anchor="t" lIns="0" rIns="0" tIns="0" bIns="0">
            <a:spAutoFit/>
          </a:bodyPr>
          <a:lstStyle/>
          <a:p>
            <a:pPr algn="l">
              <a:spcAft>
                <a:spcPts val="600"/>
              </a:spcAft>
            </a:pPr>
            <a:r>
              <a:rPr sz="1300" b="0">
                <a:solidFill>
                  <a:srgbClr val="FFFFFF"/>
                </a:solidFill>
              </a:rPr>
              <a:t>ciclos válidos de 6,6 min grabados (2,2 min analizables)</a:t>
            </a:r>
          </a:p>
        </p:txBody>
      </p:sp>
      <p:sp>
        <p:nvSpPr>
          <p:cNvPr id="8" name="Rectangle 7"/>
          <p:cNvSpPr/>
          <p:nvPr/>
        </p:nvSpPr>
        <p:spPr>
          <a:xfrm>
            <a:off x="5202936" y="2788920"/>
            <a:ext cx="4023360" cy="192024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77256" y="2971800"/>
            <a:ext cx="3566160" cy="777240"/>
          </a:xfrm>
          <a:prstGeom prst="rect">
            <a:avLst/>
          </a:prstGeom>
          <a:noFill/>
        </p:spPr>
        <p:txBody>
          <a:bodyPr wrap="square" anchor="t" lIns="0" rIns="0" tIns="0" bIns="0">
            <a:spAutoFit/>
          </a:bodyPr>
          <a:lstStyle/>
          <a:p>
            <a:pPr algn="l">
              <a:spcAft>
                <a:spcPts val="600"/>
              </a:spcAft>
            </a:pPr>
            <a:r>
              <a:rPr sz="3600" b="1">
                <a:solidFill>
                  <a:srgbClr val="FF3228"/>
                </a:solidFill>
              </a:rPr>
              <a:t>6,5-8,2 %</a:t>
            </a:r>
          </a:p>
        </p:txBody>
      </p:sp>
      <p:sp>
        <p:nvSpPr>
          <p:cNvPr id="10" name="TextBox 9"/>
          <p:cNvSpPr txBox="1"/>
          <p:nvPr/>
        </p:nvSpPr>
        <p:spPr>
          <a:xfrm>
            <a:off x="5477256" y="3794760"/>
            <a:ext cx="3566160" cy="822960"/>
          </a:xfrm>
          <a:prstGeom prst="rect">
            <a:avLst/>
          </a:prstGeom>
          <a:noFill/>
        </p:spPr>
        <p:txBody>
          <a:bodyPr wrap="square" anchor="t" lIns="0" rIns="0" tIns="0" bIns="0">
            <a:spAutoFit/>
          </a:bodyPr>
          <a:lstStyle/>
          <a:p>
            <a:pPr algn="l">
              <a:spcAft>
                <a:spcPts val="600"/>
              </a:spcAft>
            </a:pPr>
            <a:r>
              <a:rPr sz="1300" b="0">
                <a:solidFill>
                  <a:srgbClr val="1E1E1E"/>
                </a:solidFill>
              </a:rPr>
              <a:t>error de la frecuencia frente al conteo manual</a:t>
            </a:r>
          </a:p>
        </p:txBody>
      </p:sp>
      <p:sp>
        <p:nvSpPr>
          <p:cNvPr id="11" name="Rectangle 10"/>
          <p:cNvSpPr/>
          <p:nvPr/>
        </p:nvSpPr>
        <p:spPr>
          <a:xfrm>
            <a:off x="9500616" y="2788920"/>
            <a:ext cx="4023360" cy="192024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74936" y="2971800"/>
            <a:ext cx="3566160" cy="777240"/>
          </a:xfrm>
          <a:prstGeom prst="rect">
            <a:avLst/>
          </a:prstGeom>
          <a:noFill/>
        </p:spPr>
        <p:txBody>
          <a:bodyPr wrap="square" anchor="t" lIns="0" rIns="0" tIns="0" bIns="0">
            <a:spAutoFit/>
          </a:bodyPr>
          <a:lstStyle/>
          <a:p>
            <a:pPr algn="l">
              <a:spcAft>
                <a:spcPts val="600"/>
              </a:spcAft>
            </a:pPr>
            <a:r>
              <a:rPr sz="3600" b="1">
                <a:solidFill>
                  <a:srgbClr val="FF3228"/>
                </a:solidFill>
              </a:rPr>
              <a:t>17/17</a:t>
            </a:r>
          </a:p>
        </p:txBody>
      </p:sp>
      <p:sp>
        <p:nvSpPr>
          <p:cNvPr id="13" name="TextBox 12"/>
          <p:cNvSpPr txBox="1"/>
          <p:nvPr/>
        </p:nvSpPr>
        <p:spPr>
          <a:xfrm>
            <a:off x="9774936" y="3794760"/>
            <a:ext cx="3566160" cy="822960"/>
          </a:xfrm>
          <a:prstGeom prst="rect">
            <a:avLst/>
          </a:prstGeom>
          <a:noFill/>
        </p:spPr>
        <p:txBody>
          <a:bodyPr wrap="square" anchor="t" lIns="0" rIns="0" tIns="0" bIns="0">
            <a:spAutoFit/>
          </a:bodyPr>
          <a:lstStyle/>
          <a:p>
            <a:pPr algn="l">
              <a:spcAft>
                <a:spcPts val="600"/>
              </a:spcAft>
            </a:pPr>
            <a:r>
              <a:rPr sz="1300" b="0">
                <a:solidFill>
                  <a:srgbClr val="1E1E1E"/>
                </a:solidFill>
              </a:rPr>
              <a:t>secuencias reales con la vista de cámara bien clasificada (umbral fijado con ellas)</a:t>
            </a:r>
          </a:p>
        </p:txBody>
      </p:sp>
      <p:sp>
        <p:nvSpPr>
          <p:cNvPr id="14" name="Rectangle 13"/>
          <p:cNvSpPr/>
          <p:nvPr/>
        </p:nvSpPr>
        <p:spPr>
          <a:xfrm>
            <a:off x="905256" y="4937760"/>
            <a:ext cx="4023360" cy="192024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179576" y="5120640"/>
            <a:ext cx="3566160" cy="777240"/>
          </a:xfrm>
          <a:prstGeom prst="rect">
            <a:avLst/>
          </a:prstGeom>
          <a:noFill/>
        </p:spPr>
        <p:txBody>
          <a:bodyPr wrap="square" anchor="t" lIns="0" rIns="0" tIns="0" bIns="0">
            <a:spAutoFit/>
          </a:bodyPr>
          <a:lstStyle/>
          <a:p>
            <a:pPr algn="l">
              <a:spcAft>
                <a:spcPts val="600"/>
              </a:spcAft>
            </a:pPr>
            <a:r>
              <a:rPr sz="3600" b="1">
                <a:solidFill>
                  <a:srgbClr val="FF3228"/>
                </a:solidFill>
              </a:rPr>
              <a:t>12/13</a:t>
            </a:r>
          </a:p>
        </p:txBody>
      </p:sp>
      <p:sp>
        <p:nvSpPr>
          <p:cNvPr id="16" name="TextBox 15"/>
          <p:cNvSpPr txBox="1"/>
          <p:nvPr/>
        </p:nvSpPr>
        <p:spPr>
          <a:xfrm>
            <a:off x="1179576" y="5943600"/>
            <a:ext cx="3566160" cy="822960"/>
          </a:xfrm>
          <a:prstGeom prst="rect">
            <a:avLst/>
          </a:prstGeom>
          <a:noFill/>
        </p:spPr>
        <p:txBody>
          <a:bodyPr wrap="square" anchor="t" lIns="0" rIns="0" tIns="0" bIns="0">
            <a:spAutoFit/>
          </a:bodyPr>
          <a:lstStyle/>
          <a:p>
            <a:pPr algn="l">
              <a:spcAft>
                <a:spcPts val="600"/>
              </a:spcAft>
            </a:pPr>
            <a:r>
              <a:rPr sz="1300" b="0">
                <a:solidFill>
                  <a:srgbClr val="1E1E1E"/>
                </a:solidFill>
              </a:rPr>
              <a:t>secuencias con la familia del estilo correcta (reglas biomecánicas)</a:t>
            </a:r>
          </a:p>
        </p:txBody>
      </p:sp>
      <p:sp>
        <p:nvSpPr>
          <p:cNvPr id="17" name="Rectangle 16"/>
          <p:cNvSpPr/>
          <p:nvPr/>
        </p:nvSpPr>
        <p:spPr>
          <a:xfrm>
            <a:off x="5202936" y="4937760"/>
            <a:ext cx="4023360" cy="192024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77256" y="5120640"/>
            <a:ext cx="3566160" cy="777240"/>
          </a:xfrm>
          <a:prstGeom prst="rect">
            <a:avLst/>
          </a:prstGeom>
          <a:noFill/>
        </p:spPr>
        <p:txBody>
          <a:bodyPr wrap="square" anchor="t" lIns="0" rIns="0" tIns="0" bIns="0">
            <a:spAutoFit/>
          </a:bodyPr>
          <a:lstStyle/>
          <a:p>
            <a:pPr algn="l">
              <a:spcAft>
                <a:spcPts val="600"/>
              </a:spcAft>
            </a:pPr>
            <a:r>
              <a:rPr sz="3600" b="1">
                <a:solidFill>
                  <a:srgbClr val="FF3228"/>
                </a:solidFill>
              </a:rPr>
              <a:t>0</a:t>
            </a:r>
          </a:p>
        </p:txBody>
      </p:sp>
      <p:sp>
        <p:nvSpPr>
          <p:cNvPr id="19" name="TextBox 18"/>
          <p:cNvSpPr txBox="1"/>
          <p:nvPr/>
        </p:nvSpPr>
        <p:spPr>
          <a:xfrm>
            <a:off x="5477256" y="5943600"/>
            <a:ext cx="3566160" cy="822960"/>
          </a:xfrm>
          <a:prstGeom prst="rect">
            <a:avLst/>
          </a:prstGeom>
          <a:noFill/>
        </p:spPr>
        <p:txBody>
          <a:bodyPr wrap="square" anchor="t" lIns="0" rIns="0" tIns="0" bIns="0">
            <a:spAutoFit/>
          </a:bodyPr>
          <a:lstStyle/>
          <a:p>
            <a:pPr algn="l">
              <a:spcAft>
                <a:spcPts val="600"/>
              </a:spcAft>
            </a:pPr>
            <a:r>
              <a:rPr sz="1300" b="0">
                <a:solidFill>
                  <a:srgbClr val="1E1E1E"/>
                </a:solidFill>
              </a:rPr>
              <a:t>falsas alarmas de fatiga en 3 sesiones de pasadas cortas</a:t>
            </a:r>
          </a:p>
        </p:txBody>
      </p:sp>
      <p:sp>
        <p:nvSpPr>
          <p:cNvPr id="20" name="Rectangle 19"/>
          <p:cNvSpPr/>
          <p:nvPr/>
        </p:nvSpPr>
        <p:spPr>
          <a:xfrm>
            <a:off x="9500616" y="4937760"/>
            <a:ext cx="4023360" cy="192024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774936" y="5120640"/>
            <a:ext cx="3566160" cy="777240"/>
          </a:xfrm>
          <a:prstGeom prst="rect">
            <a:avLst/>
          </a:prstGeom>
          <a:noFill/>
        </p:spPr>
        <p:txBody>
          <a:bodyPr wrap="square" anchor="t" lIns="0" rIns="0" tIns="0" bIns="0">
            <a:spAutoFit/>
          </a:bodyPr>
          <a:lstStyle/>
          <a:p>
            <a:pPr algn="l">
              <a:spcAft>
                <a:spcPts val="600"/>
              </a:spcAft>
            </a:pPr>
            <a:r>
              <a:rPr sz="3600" b="1">
                <a:solidFill>
                  <a:srgbClr val="FF3228"/>
                </a:solidFill>
              </a:rPr>
              <a:t>34 %</a:t>
            </a:r>
          </a:p>
        </p:txBody>
      </p:sp>
      <p:sp>
        <p:nvSpPr>
          <p:cNvPr id="22" name="TextBox 21"/>
          <p:cNvSpPr txBox="1"/>
          <p:nvPr/>
        </p:nvSpPr>
        <p:spPr>
          <a:xfrm>
            <a:off x="9774936" y="5943600"/>
            <a:ext cx="3566160" cy="822960"/>
          </a:xfrm>
          <a:prstGeom prst="rect">
            <a:avLst/>
          </a:prstGeom>
          <a:noFill/>
        </p:spPr>
        <p:txBody>
          <a:bodyPr wrap="square" anchor="t" lIns="0" rIns="0" tIns="0" bIns="0">
            <a:spAutoFit/>
          </a:bodyPr>
          <a:lstStyle/>
          <a:p>
            <a:pPr algn="l">
              <a:spcAft>
                <a:spcPts val="600"/>
              </a:spcAft>
            </a:pPr>
            <a:r>
              <a:rPr sz="1300" b="0">
                <a:solidFill>
                  <a:srgbClr val="1E1E1E"/>
                </a:solidFill>
              </a:rPr>
              <a:t>del tiempo grabado con el nadador analizable: la detección es el cuello de botella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Validación con referencia conocida</a:t>
            </a:r>
          </a:p>
        </p:txBody>
      </p:sp>
      <p:sp>
        <p:nvSpPr>
          <p:cNvPr id="4" name="Text Placeholder 3"/>
          <p:cNvSpPr>
            <a:spLocks noGrp="1"/>
          </p:cNvSpPr>
          <p:nvPr>
            <p:ph type="body" idx="18" sz="quarter"/>
          </p:nvPr>
        </p:nvSpPr>
        <p:spPr>
          <a:xfrm>
            <a:ext cx="12344400" cy="0"/>
          </a:xfrm>
        </p:spPr>
        <p:txBody>
          <a:bodyPr/>
          <a:lstStyle/>
          <a:p>
            <a:r>
              <a:t>Datos sintéticos: se sabe exactamente cuándo empieza la fatiga</a:t>
            </a:r>
          </a:p>
        </p:txBody>
      </p:sp>
      <p:sp>
        <p:nvSpPr>
          <p:cNvPr id="5" name="TextBox 4"/>
          <p:cNvSpPr txBox="1"/>
          <p:nvPr/>
        </p:nvSpPr>
        <p:spPr>
          <a:xfrm>
            <a:off x="905256" y="2926080"/>
            <a:ext cx="2194560" cy="777240"/>
          </a:xfrm>
          <a:prstGeom prst="rect">
            <a:avLst/>
          </a:prstGeom>
          <a:noFill/>
        </p:spPr>
        <p:txBody>
          <a:bodyPr wrap="square" anchor="t" lIns="0" rIns="0" tIns="0" bIns="0">
            <a:spAutoFit/>
          </a:bodyPr>
          <a:lstStyle/>
          <a:p>
            <a:pPr algn="l">
              <a:spcAft>
                <a:spcPts val="600"/>
              </a:spcAft>
            </a:pPr>
            <a:r>
              <a:rPr sz="3400" b="1">
                <a:solidFill>
                  <a:srgbClr val="FF3228"/>
                </a:solidFill>
              </a:rPr>
              <a:t>4,7 %</a:t>
            </a:r>
          </a:p>
        </p:txBody>
      </p:sp>
      <p:sp>
        <p:nvSpPr>
          <p:cNvPr id="6" name="TextBox 5"/>
          <p:cNvSpPr txBox="1"/>
          <p:nvPr/>
        </p:nvSpPr>
        <p:spPr>
          <a:xfrm>
            <a:off x="905256" y="3749040"/>
            <a:ext cx="2194560" cy="822960"/>
          </a:xfrm>
          <a:prstGeom prst="rect">
            <a:avLst/>
          </a:prstGeom>
          <a:noFill/>
        </p:spPr>
        <p:txBody>
          <a:bodyPr wrap="square" anchor="t" lIns="0" rIns="0" tIns="0" bIns="0">
            <a:spAutoFit/>
          </a:bodyPr>
          <a:lstStyle/>
          <a:p>
            <a:pPr algn="l">
              <a:spcAft>
                <a:spcPts val="600"/>
              </a:spcAft>
            </a:pPr>
            <a:r>
              <a:rPr sz="1300" b="0">
                <a:solidFill>
                  <a:srgbClr val="1E1E1E"/>
                </a:solidFill>
              </a:rPr>
              <a:t>error mediano en la frecuencia de ciclo</a:t>
            </a:r>
          </a:p>
        </p:txBody>
      </p:sp>
      <p:sp>
        <p:nvSpPr>
          <p:cNvPr id="7" name="TextBox 6"/>
          <p:cNvSpPr txBox="1"/>
          <p:nvPr/>
        </p:nvSpPr>
        <p:spPr>
          <a:xfrm>
            <a:off x="3282696" y="2926080"/>
            <a:ext cx="2194560" cy="777240"/>
          </a:xfrm>
          <a:prstGeom prst="rect">
            <a:avLst/>
          </a:prstGeom>
          <a:noFill/>
        </p:spPr>
        <p:txBody>
          <a:bodyPr wrap="square" anchor="t" lIns="0" rIns="0" tIns="0" bIns="0">
            <a:spAutoFit/>
          </a:bodyPr>
          <a:lstStyle/>
          <a:p>
            <a:pPr algn="l">
              <a:spcAft>
                <a:spcPts val="600"/>
              </a:spcAft>
            </a:pPr>
            <a:r>
              <a:rPr sz="3400" b="1">
                <a:solidFill>
                  <a:srgbClr val="FF3228"/>
                </a:solidFill>
              </a:rPr>
              <a:t>1,3 %</a:t>
            </a:r>
          </a:p>
        </p:txBody>
      </p:sp>
      <p:sp>
        <p:nvSpPr>
          <p:cNvPr id="8" name="TextBox 7"/>
          <p:cNvSpPr txBox="1"/>
          <p:nvPr/>
        </p:nvSpPr>
        <p:spPr>
          <a:xfrm>
            <a:off x="3282696" y="3749040"/>
            <a:ext cx="2194560" cy="822960"/>
          </a:xfrm>
          <a:prstGeom prst="rect">
            <a:avLst/>
          </a:prstGeom>
          <a:noFill/>
        </p:spPr>
        <p:txBody>
          <a:bodyPr wrap="square" anchor="t" lIns="0" rIns="0" tIns="0" bIns="0">
            <a:spAutoFit/>
          </a:bodyPr>
          <a:lstStyle/>
          <a:p>
            <a:pPr algn="l">
              <a:spcAft>
                <a:spcPts val="600"/>
              </a:spcAft>
            </a:pPr>
            <a:r>
              <a:rPr sz="1300" b="0">
                <a:solidFill>
                  <a:srgbClr val="1E1E1E"/>
                </a:solidFill>
              </a:rPr>
              <a:t>error mediano en la velocidad</a:t>
            </a:r>
          </a:p>
        </p:txBody>
      </p:sp>
      <p:sp>
        <p:nvSpPr>
          <p:cNvPr id="9" name="TextBox 8"/>
          <p:cNvSpPr txBox="1"/>
          <p:nvPr/>
        </p:nvSpPr>
        <p:spPr>
          <a:xfrm>
            <a:off x="5660136" y="2926080"/>
            <a:ext cx="2194560" cy="777240"/>
          </a:xfrm>
          <a:prstGeom prst="rect">
            <a:avLst/>
          </a:prstGeom>
          <a:noFill/>
        </p:spPr>
        <p:txBody>
          <a:bodyPr wrap="square" anchor="t" lIns="0" rIns="0" tIns="0" bIns="0">
            <a:spAutoFit/>
          </a:bodyPr>
          <a:lstStyle/>
          <a:p>
            <a:pPr algn="l">
              <a:spcAft>
                <a:spcPts val="600"/>
              </a:spcAft>
            </a:pPr>
            <a:r>
              <a:rPr sz="3400" b="1">
                <a:solidFill>
                  <a:srgbClr val="FF3228"/>
                </a:solidFill>
              </a:rPr>
              <a:t>4,3 %</a:t>
            </a:r>
          </a:p>
        </p:txBody>
      </p:sp>
      <p:sp>
        <p:nvSpPr>
          <p:cNvPr id="10" name="TextBox 9"/>
          <p:cNvSpPr txBox="1"/>
          <p:nvPr/>
        </p:nvSpPr>
        <p:spPr>
          <a:xfrm>
            <a:off x="5660136" y="3749040"/>
            <a:ext cx="2194560" cy="822960"/>
          </a:xfrm>
          <a:prstGeom prst="rect">
            <a:avLst/>
          </a:prstGeom>
          <a:noFill/>
        </p:spPr>
        <p:txBody>
          <a:bodyPr wrap="square" anchor="t" lIns="0" rIns="0" tIns="0" bIns="0">
            <a:spAutoFit/>
          </a:bodyPr>
          <a:lstStyle/>
          <a:p>
            <a:pPr algn="l">
              <a:spcAft>
                <a:spcPts val="600"/>
              </a:spcAft>
            </a:pPr>
            <a:r>
              <a:rPr sz="1300" b="0">
                <a:solidFill>
                  <a:srgbClr val="1E1E1E"/>
                </a:solidFill>
              </a:rPr>
              <a:t>error mediano en la distancia por ciclo</a:t>
            </a:r>
          </a:p>
        </p:txBody>
      </p:sp>
      <p:sp>
        <p:nvSpPr>
          <p:cNvPr id="11" name="Rectangle 10"/>
          <p:cNvSpPr/>
          <p:nvPr/>
        </p:nvSpPr>
        <p:spPr>
          <a:xfrm>
            <a:off x="905256" y="4846320"/>
            <a:ext cx="6766560" cy="2011680"/>
          </a:xfrm>
          <a:prstGeom prst="rect">
            <a:avLst/>
          </a:prstGeom>
          <a:solidFill>
            <a:srgbClr val="FF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88720" y="5029200"/>
            <a:ext cx="3017520" cy="1737360"/>
          </a:xfrm>
          <a:prstGeom prst="rect">
            <a:avLst/>
          </a:prstGeom>
          <a:noFill/>
        </p:spPr>
        <p:txBody>
          <a:bodyPr wrap="square" anchor="t" lIns="0" rIns="0" tIns="0" bIns="0">
            <a:spAutoFit/>
          </a:bodyPr>
          <a:lstStyle/>
          <a:p>
            <a:pPr algn="l">
              <a:spcAft>
                <a:spcPts val="600"/>
              </a:spcAft>
            </a:pPr>
            <a:r>
              <a:rPr sz="4000" b="1">
                <a:solidFill>
                  <a:srgbClr val="FFFFFF"/>
                </a:solidFill>
              </a:rPr>
              <a:t>100 %</a:t>
            </a:r>
          </a:p>
          <a:p>
            <a:pPr algn="l">
              <a:spcAft>
                <a:spcPts val="600"/>
              </a:spcAft>
            </a:pPr>
            <a:r>
              <a:rPr sz="1300" b="0">
                <a:solidFill>
                  <a:srgbClr val="FFFFFF"/>
                </a:solidFill>
              </a:rPr>
              <a:t>detección de la fatiga · 10 % de falsas alarmas</a:t>
            </a:r>
          </a:p>
        </p:txBody>
      </p:sp>
      <p:sp>
        <p:nvSpPr>
          <p:cNvPr id="13" name="TextBox 12"/>
          <p:cNvSpPr txBox="1"/>
          <p:nvPr/>
        </p:nvSpPr>
        <p:spPr>
          <a:xfrm>
            <a:off x="4389120" y="5029200"/>
            <a:ext cx="3108960" cy="1737360"/>
          </a:xfrm>
          <a:prstGeom prst="rect">
            <a:avLst/>
          </a:prstGeom>
          <a:noFill/>
        </p:spPr>
        <p:txBody>
          <a:bodyPr wrap="square" anchor="t" lIns="0" rIns="0" tIns="0" bIns="0">
            <a:spAutoFit/>
          </a:bodyPr>
          <a:lstStyle/>
          <a:p>
            <a:pPr algn="l">
              <a:spcAft>
                <a:spcPts val="600"/>
              </a:spcAft>
            </a:pPr>
            <a:r>
              <a:rPr sz="4000" b="1">
                <a:solidFill>
                  <a:srgbClr val="FFFFFF"/>
                </a:solidFill>
              </a:rPr>
              <a:t>10/10</a:t>
            </a:r>
          </a:p>
          <a:p>
            <a:pPr algn="l">
              <a:spcAft>
                <a:spcPts val="600"/>
              </a:spcAft>
            </a:pPr>
            <a:r>
              <a:rPr sz="1300" b="0">
                <a:solidFill>
                  <a:srgbClr val="FFFFFF"/>
                </a:solidFill>
              </a:rPr>
              <a:t>en tiempo real, sin falsas alarmas</a:t>
            </a:r>
          </a:p>
        </p:txBody>
      </p:sp>
      <p:pic>
        <p:nvPicPr>
          <p:cNvPr id="14" name="Picture 13" descr="caso_verdad_vs_sistema.png"/>
          <p:cNvPicPr>
            <a:picLocks noChangeAspect="1"/>
          </p:cNvPicPr>
          <p:nvPr/>
        </p:nvPicPr>
        <p:blipFill>
          <a:blip r:embed="rId3"/>
          <a:stretch>
            <a:fillRect/>
          </a:stretch>
        </p:blipFill>
        <p:spPr>
          <a:xfrm>
            <a:off x="8138160" y="2848356"/>
            <a:ext cx="5577840" cy="3904487"/>
          </a:xfrm>
          <a:prstGeom prst="rect">
            <a:avLst/>
          </a:prstGeom>
        </p:spPr>
      </p:pic>
      <p:sp>
        <p:nvSpPr>
          <p:cNvPr id="15" name="TextBox 14"/>
          <p:cNvSpPr txBox="1"/>
          <p:nvPr/>
        </p:nvSpPr>
        <p:spPr>
          <a:xfrm>
            <a:off x="905256" y="7086600"/>
            <a:ext cx="12344400" cy="320040"/>
          </a:xfrm>
          <a:prstGeom prst="rect">
            <a:avLst/>
          </a:prstGeom>
          <a:noFill/>
        </p:spPr>
        <p:txBody>
          <a:bodyPr wrap="square" anchor="t" lIns="0" rIns="0" tIns="0" bIns="0">
            <a:spAutoFit/>
          </a:bodyPr>
          <a:lstStyle/>
          <a:p>
            <a:pPr algn="l">
              <a:spcAft>
                <a:spcPts val="600"/>
              </a:spcAft>
            </a:pPr>
            <a:r>
              <a:rPr sz="1100" b="0">
                <a:solidFill>
                  <a:srgbClr val="504B4B"/>
                </a:solidFill>
              </a:rPr>
              <a:t>Datos sintéticos (generador con referencia conocida), presentados como tales.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Del análisis al entrenador</a:t>
            </a:r>
          </a:p>
        </p:txBody>
      </p:sp>
      <p:sp>
        <p:nvSpPr>
          <p:cNvPr id="4" name="Text Placeholder 3"/>
          <p:cNvSpPr>
            <a:spLocks noGrp="1"/>
          </p:cNvSpPr>
          <p:nvPr>
            <p:ph type="body" idx="18" sz="quarter"/>
          </p:nvPr>
        </p:nvSpPr>
        <p:spPr>
          <a:xfrm>
            <a:ext cx="12344400" cy="0"/>
          </a:xfrm>
        </p:spPr>
        <p:txBody>
          <a:bodyPr/>
          <a:lstStyle/>
          <a:p>
            <a:r>
              <a:t>Vídeo anotado y modo en tiempo real</a:t>
            </a:r>
          </a:p>
        </p:txBody>
      </p:sp>
      <p:pic>
        <p:nvPicPr>
          <p:cNvPr id="5" name="Picture 4" descr="panel_video.png"/>
          <p:cNvPicPr>
            <a:picLocks noChangeAspect="1"/>
          </p:cNvPicPr>
          <p:nvPr/>
        </p:nvPicPr>
        <p:blipFill>
          <a:blip r:embed="rId3"/>
          <a:stretch>
            <a:fillRect/>
          </a:stretch>
        </p:blipFill>
        <p:spPr>
          <a:xfrm>
            <a:off x="905256" y="2697480"/>
            <a:ext cx="7315200" cy="4114800"/>
          </a:xfrm>
          <a:prstGeom prst="rect">
            <a:avLst/>
          </a:prstGeom>
        </p:spPr>
      </p:pic>
      <p:sp>
        <p:nvSpPr>
          <p:cNvPr id="6" name="TextBox 5"/>
          <p:cNvSpPr txBox="1"/>
          <p:nvPr/>
        </p:nvSpPr>
        <p:spPr>
          <a:xfrm>
            <a:off x="8686800" y="2743200"/>
            <a:ext cx="5029200" cy="365760"/>
          </a:xfrm>
          <a:prstGeom prst="rect">
            <a:avLst/>
          </a:prstGeom>
          <a:noFill/>
        </p:spPr>
        <p:txBody>
          <a:bodyPr wrap="square" anchor="t" lIns="0" rIns="0" tIns="0" bIns="0">
            <a:spAutoFit/>
          </a:bodyPr>
          <a:lstStyle/>
          <a:p>
            <a:pPr algn="l">
              <a:spcAft>
                <a:spcPts val="600"/>
              </a:spcAft>
            </a:pPr>
            <a:r>
              <a:rPr sz="1600" b="1">
                <a:solidFill>
                  <a:srgbClr val="FF3228"/>
                </a:solidFill>
              </a:rPr>
              <a:t>Estado por ciclo</a:t>
            </a:r>
          </a:p>
        </p:txBody>
      </p:sp>
      <p:sp>
        <p:nvSpPr>
          <p:cNvPr id="7" name="TextBox 6"/>
          <p:cNvSpPr txBox="1"/>
          <p:nvPr/>
        </p:nvSpPr>
        <p:spPr>
          <a:xfrm>
            <a:off x="8686800" y="3127248"/>
            <a:ext cx="5029200" cy="548640"/>
          </a:xfrm>
          <a:prstGeom prst="rect">
            <a:avLst/>
          </a:prstGeom>
          <a:noFill/>
        </p:spPr>
        <p:txBody>
          <a:bodyPr wrap="square" anchor="t" lIns="0" rIns="0" tIns="0" bIns="0">
            <a:spAutoFit/>
          </a:bodyPr>
          <a:lstStyle/>
          <a:p>
            <a:pPr algn="l">
              <a:spcAft>
                <a:spcPts val="600"/>
              </a:spcAft>
            </a:pPr>
            <a:r>
              <a:rPr sz="1300" b="0">
                <a:solidFill>
                  <a:srgbClr val="1E1E1E"/>
                </a:solidFill>
              </a:rPr>
              <a:t>FRESCO / FATIGA, ciclo y frecuencia sobre el vídeo</a:t>
            </a:r>
          </a:p>
        </p:txBody>
      </p:sp>
      <p:sp>
        <p:nvSpPr>
          <p:cNvPr id="8" name="TextBox 7"/>
          <p:cNvSpPr txBox="1"/>
          <p:nvPr/>
        </p:nvSpPr>
        <p:spPr>
          <a:xfrm>
            <a:off x="8686800" y="3767328"/>
            <a:ext cx="5029200" cy="365760"/>
          </a:xfrm>
          <a:prstGeom prst="rect">
            <a:avLst/>
          </a:prstGeom>
          <a:noFill/>
        </p:spPr>
        <p:txBody>
          <a:bodyPr wrap="square" anchor="t" lIns="0" rIns="0" tIns="0" bIns="0">
            <a:spAutoFit/>
          </a:bodyPr>
          <a:lstStyle/>
          <a:p>
            <a:pPr algn="l">
              <a:spcAft>
                <a:spcPts val="600"/>
              </a:spcAft>
            </a:pPr>
            <a:r>
              <a:rPr sz="1600" b="1">
                <a:solidFill>
                  <a:srgbClr val="FF3228"/>
                </a:solidFill>
              </a:rPr>
              <a:t>Barra de anomalía</a:t>
            </a:r>
          </a:p>
        </p:txBody>
      </p:sp>
      <p:sp>
        <p:nvSpPr>
          <p:cNvPr id="9" name="TextBox 8"/>
          <p:cNvSpPr txBox="1"/>
          <p:nvPr/>
        </p:nvSpPr>
        <p:spPr>
          <a:xfrm>
            <a:off x="8686800" y="4151376"/>
            <a:ext cx="5029200" cy="548640"/>
          </a:xfrm>
          <a:prstGeom prst="rect">
            <a:avLst/>
          </a:prstGeom>
          <a:noFill/>
        </p:spPr>
        <p:txBody>
          <a:bodyPr wrap="square" anchor="t" lIns="0" rIns="0" tIns="0" bIns="0">
            <a:spAutoFit/>
          </a:bodyPr>
          <a:lstStyle/>
          <a:p>
            <a:pPr algn="l">
              <a:spcAft>
                <a:spcPts val="600"/>
              </a:spcAft>
            </a:pPr>
            <a:r>
              <a:rPr sz="1300" b="0">
                <a:solidFill>
                  <a:srgbClr val="1E1E1E"/>
                </a:solidFill>
              </a:rPr>
              <a:t>Puntuación de cada ciclo, umbral e inicio de la fatiga</a:t>
            </a:r>
          </a:p>
        </p:txBody>
      </p:sp>
      <p:sp>
        <p:nvSpPr>
          <p:cNvPr id="10" name="TextBox 9"/>
          <p:cNvSpPr txBox="1"/>
          <p:nvPr/>
        </p:nvSpPr>
        <p:spPr>
          <a:xfrm>
            <a:off x="8686800" y="4791456"/>
            <a:ext cx="5029200" cy="365760"/>
          </a:xfrm>
          <a:prstGeom prst="rect">
            <a:avLst/>
          </a:prstGeom>
          <a:noFill/>
        </p:spPr>
        <p:txBody>
          <a:bodyPr wrap="square" anchor="t" lIns="0" rIns="0" tIns="0" bIns="0">
            <a:spAutoFit/>
          </a:bodyPr>
          <a:lstStyle/>
          <a:p>
            <a:pPr algn="l">
              <a:spcAft>
                <a:spcPts val="600"/>
              </a:spcAft>
            </a:pPr>
            <a:r>
              <a:rPr sz="1600" b="1">
                <a:solidFill>
                  <a:srgbClr val="FF3228"/>
                </a:solidFill>
              </a:rPr>
              <a:t>Tiempo real</a:t>
            </a:r>
          </a:p>
        </p:txBody>
      </p:sp>
      <p:sp>
        <p:nvSpPr>
          <p:cNvPr id="11" name="TextBox 10"/>
          <p:cNvSpPr txBox="1"/>
          <p:nvPr/>
        </p:nvSpPr>
        <p:spPr>
          <a:xfrm>
            <a:off x="8686800" y="5175504"/>
            <a:ext cx="5029200" cy="548640"/>
          </a:xfrm>
          <a:prstGeom prst="rect">
            <a:avLst/>
          </a:prstGeom>
          <a:noFill/>
        </p:spPr>
        <p:txBody>
          <a:bodyPr wrap="square" anchor="t" lIns="0" rIns="0" tIns="0" bIns="0">
            <a:spAutoFit/>
          </a:bodyPr>
          <a:lstStyle/>
          <a:p>
            <a:pPr algn="l">
              <a:spcAft>
                <a:spcPts val="600"/>
              </a:spcAft>
            </a:pPr>
            <a:r>
              <a:rPr sz="1300" b="0">
                <a:solidFill>
                  <a:srgbClr val="1E1E1E"/>
                </a:solidFill>
              </a:rPr>
              <a:t>Calibra con los 10 primeros ciclos y explica con SHAP en directo</a:t>
            </a:r>
          </a:p>
        </p:txBody>
      </p:sp>
      <p:sp>
        <p:nvSpPr>
          <p:cNvPr id="12" name="TextBox 11"/>
          <p:cNvSpPr txBox="1"/>
          <p:nvPr/>
        </p:nvSpPr>
        <p:spPr>
          <a:xfrm>
            <a:off x="8686800" y="5815584"/>
            <a:ext cx="5029200" cy="365760"/>
          </a:xfrm>
          <a:prstGeom prst="rect">
            <a:avLst/>
          </a:prstGeom>
          <a:noFill/>
        </p:spPr>
        <p:txBody>
          <a:bodyPr wrap="square" anchor="t" lIns="0" rIns="0" tIns="0" bIns="0">
            <a:spAutoFit/>
          </a:bodyPr>
          <a:lstStyle/>
          <a:p>
            <a:pPr algn="l">
              <a:spcAft>
                <a:spcPts val="600"/>
              </a:spcAft>
            </a:pPr>
            <a:r>
              <a:rPr sz="1600" b="1">
                <a:solidFill>
                  <a:srgbClr val="FF3228"/>
                </a:solidFill>
              </a:rPr>
              <a:t>Automático</a:t>
            </a:r>
          </a:p>
        </p:txBody>
      </p:sp>
      <p:sp>
        <p:nvSpPr>
          <p:cNvPr id="13" name="TextBox 12"/>
          <p:cNvSpPr txBox="1"/>
          <p:nvPr/>
        </p:nvSpPr>
        <p:spPr>
          <a:xfrm>
            <a:off x="8686800" y="6199632"/>
            <a:ext cx="5029200" cy="548640"/>
          </a:xfrm>
          <a:prstGeom prst="rect">
            <a:avLst/>
          </a:prstGeom>
          <a:noFill/>
        </p:spPr>
        <p:txBody>
          <a:bodyPr wrap="square" anchor="t" lIns="0" rIns="0" tIns="0" bIns="0">
            <a:spAutoFit/>
          </a:bodyPr>
          <a:lstStyle/>
          <a:p>
            <a:pPr algn="l">
              <a:spcAft>
                <a:spcPts val="600"/>
              </a:spcAft>
            </a:pPr>
            <a:r>
              <a:rPr sz="1300" b="0">
                <a:solidFill>
                  <a:srgbClr val="1E1E1E"/>
                </a:solidFill>
              </a:rPr>
              <a:t>Vista de cámara, familia del estilo y lotes de vídeos</a:t>
            </a:r>
          </a:p>
        </p:txBody>
      </p:sp>
      <p:sp>
        <p:nvSpPr>
          <p:cNvPr id="14" name="TextBox 13"/>
          <p:cNvSpPr txBox="1"/>
          <p:nvPr/>
        </p:nvSpPr>
        <p:spPr>
          <a:xfrm>
            <a:off x="905256" y="6903720"/>
            <a:ext cx="12344400" cy="320040"/>
          </a:xfrm>
          <a:prstGeom prst="rect">
            <a:avLst/>
          </a:prstGeom>
          <a:noFill/>
        </p:spPr>
        <p:txBody>
          <a:bodyPr wrap="square" anchor="t" lIns="0" rIns="0" tIns="0" bIns="0">
            <a:spAutoFit/>
          </a:bodyPr>
          <a:lstStyle/>
          <a:p>
            <a:pPr algn="l">
              <a:spcAft>
                <a:spcPts val="600"/>
              </a:spcAft>
            </a:pPr>
            <a:r>
              <a:rPr sz="1100" b="0">
                <a:solidFill>
                  <a:srgbClr val="504B4B"/>
                </a:solidFill>
              </a:rPr>
              <a:t>Captura del vídeo anotado sobre datos sintéticos.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Demostración: 100 m libre</a:t>
            </a:r>
          </a:p>
        </p:txBody>
      </p:sp>
      <p:sp>
        <p:nvSpPr>
          <p:cNvPr id="4" name="Text Placeholder 3"/>
          <p:cNvSpPr>
            <a:spLocks noGrp="1"/>
          </p:cNvSpPr>
          <p:nvPr>
            <p:ph type="body" idx="18" sz="quarter"/>
          </p:nvPr>
        </p:nvSpPr>
        <p:spPr>
          <a:xfrm>
            <a:ext cx="12344400" cy="0"/>
          </a:xfrm>
        </p:spPr>
        <p:txBody>
          <a:bodyPr/>
          <a:lstStyle/>
          <a:p>
            <a:r>
              <a:t>Dos grabaciones nuevas analizadas con StrokeLab (GoPro, 60 fps)</a:t>
            </a:r>
          </a:p>
        </p:txBody>
      </p:sp>
      <p:sp>
        <p:nvSpPr>
          <p:cNvPr id="5" name="Rectangle 4"/>
          <p:cNvSpPr/>
          <p:nvPr/>
        </p:nvSpPr>
        <p:spPr>
          <a:xfrm>
            <a:off x="905256" y="2743200"/>
            <a:ext cx="6309360" cy="2103120"/>
          </a:xfrm>
          <a:prstGeom prst="rect">
            <a:avLst/>
          </a:prstGeom>
          <a:solidFill>
            <a:srgbClr val="EEEDED"/>
          </a:solidFill>
          <a:ln w="12700">
            <a:solidFill>
              <a:srgbClr val="B4B4B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05256" y="2743200"/>
            <a:ext cx="6309360" cy="2103120"/>
          </a:xfrm>
          <a:prstGeom prst="rect">
            <a:avLst/>
          </a:prstGeom>
          <a:noFill/>
        </p:spPr>
        <p:txBody>
          <a:bodyPr wrap="square" anchor="ctr" lIns="0" rIns="0" tIns="0" bIns="0">
            <a:spAutoFit/>
          </a:bodyPr>
          <a:lstStyle/>
          <a:p>
            <a:pPr algn="ctr">
              <a:spcAft>
                <a:spcPts val="600"/>
              </a:spcAft>
            </a:pPr>
            <a:r>
              <a:rPr sz="1300" b="0">
                <a:solidFill>
                  <a:srgbClr val="504B4B"/>
                </a:solidFill>
              </a:rPr>
              <a:t>Insertar aquí el vídeo anotado</a:t>
            </a:r>
          </a:p>
          <a:p>
            <a:pPr algn="ctr">
              <a:spcAft>
                <a:spcPts val="600"/>
              </a:spcAft>
            </a:pPr>
            <a:r>
              <a:rPr sz="1100" b="0">
                <a:solidFill>
                  <a:srgbClr val="504B4B"/>
                </a:solidFill>
              </a:rPr>
              <a:t>Insertar → Vídeo → Este dispositivo</a:t>
            </a:r>
          </a:p>
        </p:txBody>
      </p:sp>
      <p:sp>
        <p:nvSpPr>
          <p:cNvPr id="7" name="TextBox 6"/>
          <p:cNvSpPr txBox="1"/>
          <p:nvPr/>
        </p:nvSpPr>
        <p:spPr>
          <a:xfrm>
            <a:off x="905256" y="4983480"/>
            <a:ext cx="6309360" cy="411480"/>
          </a:xfrm>
          <a:prstGeom prst="rect">
            <a:avLst/>
          </a:prstGeom>
          <a:noFill/>
        </p:spPr>
        <p:txBody>
          <a:bodyPr wrap="square" anchor="t" lIns="0" rIns="0" tIns="0" bIns="0">
            <a:spAutoFit/>
          </a:bodyPr>
          <a:lstStyle/>
          <a:p>
            <a:pPr algn="l">
              <a:spcAft>
                <a:spcPts val="600"/>
              </a:spcAft>
            </a:pPr>
            <a:r>
              <a:rPr sz="1800" b="1">
                <a:solidFill>
                  <a:srgbClr val="FF3228"/>
                </a:solidFill>
              </a:rPr>
              <a:t>100 suave</a:t>
            </a:r>
          </a:p>
        </p:txBody>
      </p:sp>
      <p:sp>
        <p:nvSpPr>
          <p:cNvPr id="8" name="TextBox 7"/>
          <p:cNvSpPr txBox="1"/>
          <p:nvPr/>
        </p:nvSpPr>
        <p:spPr>
          <a:xfrm>
            <a:off x="905256" y="5440680"/>
            <a:ext cx="6309360" cy="1371600"/>
          </a:xfrm>
          <a:prstGeom prst="rect">
            <a:avLst/>
          </a:prstGeom>
          <a:noFill/>
        </p:spPr>
        <p:txBody>
          <a:bodyPr wrap="square" anchor="t" lIns="0" rIns="0" tIns="0" bIns="0">
            <a:spAutoFit/>
          </a:bodyPr>
          <a:lstStyle/>
          <a:p>
            <a:pPr algn="l">
              <a:spcAft>
                <a:spcPts val="400"/>
              </a:spcAft>
            </a:pPr>
            <a:r>
              <a:rPr sz="1300" b="0">
                <a:solidFill>
                  <a:srgbClr val="1E1E1E"/>
                </a:solidFill>
              </a:rPr>
              <a:t>•  Vista lateral y estilo crol detectados automáticamente</a:t>
            </a:r>
          </a:p>
          <a:p>
            <a:pPr algn="l">
              <a:spcAft>
                <a:spcPts val="400"/>
              </a:spcAft>
            </a:pPr>
            <a:r>
              <a:rPr sz="1300" b="0">
                <a:solidFill>
                  <a:srgbClr val="1E1E1E"/>
                </a:solidFill>
              </a:rPr>
              <a:t>•  20 ciclos válidos · 42,5 s analizables de 86 s</a:t>
            </a:r>
          </a:p>
          <a:p>
            <a:pPr algn="l">
              <a:spcAft>
                <a:spcPts val="400"/>
              </a:spcAft>
            </a:pPr>
            <a:r>
              <a:rPr sz="1300" b="0">
                <a:solidFill>
                  <a:srgbClr val="1E1E1E"/>
                </a:solidFill>
              </a:rPr>
              <a:t>•  56 ciclos/min de media</a:t>
            </a:r>
          </a:p>
          <a:p>
            <a:pPr algn="l">
              <a:spcAft>
                <a:spcPts val="400"/>
              </a:spcAft>
            </a:pPr>
            <a:r>
              <a:rPr sz="1300" b="0">
                <a:solidFill>
                  <a:srgbClr val="1E1E1E"/>
                </a:solidFill>
              </a:rPr>
              <a:t>•  Sin fatiga sostenida</a:t>
            </a:r>
          </a:p>
        </p:txBody>
      </p:sp>
      <p:sp>
        <p:nvSpPr>
          <p:cNvPr id="9" name="Rectangle 8"/>
          <p:cNvSpPr/>
          <p:nvPr/>
        </p:nvSpPr>
        <p:spPr>
          <a:xfrm>
            <a:off x="7406640" y="2743200"/>
            <a:ext cx="6309360" cy="2103120"/>
          </a:xfrm>
          <a:prstGeom prst="rect">
            <a:avLst/>
          </a:prstGeom>
          <a:solidFill>
            <a:srgbClr val="EEEDED"/>
          </a:solidFill>
          <a:ln w="12700">
            <a:solidFill>
              <a:srgbClr val="B4B4B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06640" y="2743200"/>
            <a:ext cx="6309360" cy="2103120"/>
          </a:xfrm>
          <a:prstGeom prst="rect">
            <a:avLst/>
          </a:prstGeom>
          <a:noFill/>
        </p:spPr>
        <p:txBody>
          <a:bodyPr wrap="square" anchor="ctr" lIns="0" rIns="0" tIns="0" bIns="0">
            <a:spAutoFit/>
          </a:bodyPr>
          <a:lstStyle/>
          <a:p>
            <a:pPr algn="ctr">
              <a:spcAft>
                <a:spcPts val="600"/>
              </a:spcAft>
            </a:pPr>
            <a:r>
              <a:rPr sz="1300" b="0">
                <a:solidFill>
                  <a:srgbClr val="504B4B"/>
                </a:solidFill>
              </a:rPr>
              <a:t>Insertar aquí el vídeo anotado</a:t>
            </a:r>
          </a:p>
          <a:p>
            <a:pPr algn="ctr">
              <a:spcAft>
                <a:spcPts val="600"/>
              </a:spcAft>
            </a:pPr>
            <a:r>
              <a:rPr sz="1100" b="0">
                <a:solidFill>
                  <a:srgbClr val="504B4B"/>
                </a:solidFill>
              </a:rPr>
              <a:t>Insertar → Vídeo → Este dispositivo</a:t>
            </a:r>
          </a:p>
        </p:txBody>
      </p:sp>
      <p:sp>
        <p:nvSpPr>
          <p:cNvPr id="11" name="TextBox 10"/>
          <p:cNvSpPr txBox="1"/>
          <p:nvPr/>
        </p:nvSpPr>
        <p:spPr>
          <a:xfrm>
            <a:off x="7406640" y="4983480"/>
            <a:ext cx="6309360" cy="411480"/>
          </a:xfrm>
          <a:prstGeom prst="rect">
            <a:avLst/>
          </a:prstGeom>
          <a:noFill/>
        </p:spPr>
        <p:txBody>
          <a:bodyPr wrap="square" anchor="t" lIns="0" rIns="0" tIns="0" bIns="0">
            <a:spAutoFit/>
          </a:bodyPr>
          <a:lstStyle/>
          <a:p>
            <a:pPr algn="l">
              <a:spcAft>
                <a:spcPts val="600"/>
              </a:spcAft>
            </a:pPr>
            <a:r>
              <a:rPr sz="1800" b="1">
                <a:solidFill>
                  <a:srgbClr val="FF3228"/>
                </a:solidFill>
              </a:rPr>
              <a:t>100 rápido</a:t>
            </a:r>
          </a:p>
        </p:txBody>
      </p:sp>
      <p:sp>
        <p:nvSpPr>
          <p:cNvPr id="12" name="TextBox 11"/>
          <p:cNvSpPr txBox="1"/>
          <p:nvPr/>
        </p:nvSpPr>
        <p:spPr>
          <a:xfrm>
            <a:off x="7406640" y="5440680"/>
            <a:ext cx="6309360" cy="1371600"/>
          </a:xfrm>
          <a:prstGeom prst="rect">
            <a:avLst/>
          </a:prstGeom>
          <a:noFill/>
        </p:spPr>
        <p:txBody>
          <a:bodyPr wrap="square" anchor="t" lIns="0" rIns="0" tIns="0" bIns="0">
            <a:spAutoFit/>
          </a:bodyPr>
          <a:lstStyle/>
          <a:p>
            <a:pPr algn="l">
              <a:spcAft>
                <a:spcPts val="400"/>
              </a:spcAft>
            </a:pPr>
            <a:r>
              <a:rPr sz="1300" b="0">
                <a:solidFill>
                  <a:srgbClr val="1E1E1E"/>
                </a:solidFill>
              </a:rPr>
              <a:t>•  Vista frontal u oblicua: indicada manualmente (en lateral, solo 2 ciclos)</a:t>
            </a:r>
          </a:p>
          <a:p>
            <a:pPr algn="l">
              <a:spcAft>
                <a:spcPts val="400"/>
              </a:spcAft>
            </a:pPr>
            <a:r>
              <a:rPr sz="1300" b="0">
                <a:solidFill>
                  <a:srgbClr val="1E1E1E"/>
                </a:solidFill>
              </a:rPr>
              <a:t>•  39 ciclos válidos · 76 s analizables de 106 s</a:t>
            </a:r>
          </a:p>
          <a:p>
            <a:pPr algn="l">
              <a:spcAft>
                <a:spcPts val="400"/>
              </a:spcAft>
            </a:pPr>
            <a:r>
              <a:rPr sz="1300" b="0">
                <a:solidFill>
                  <a:srgbClr val="1E1E1E"/>
                </a:solidFill>
              </a:rPr>
              <a:t>•  54 ciclos/min de media</a:t>
            </a:r>
          </a:p>
          <a:p>
            <a:pPr algn="l">
              <a:spcAft>
                <a:spcPts val="400"/>
              </a:spcAft>
            </a:pPr>
            <a:r>
              <a:rPr sz="1300" b="0">
                <a:solidFill>
                  <a:srgbClr val="1E1E1E"/>
                </a:solidFill>
              </a:rPr>
              <a:t>•  Sin fatiga sostenida</a:t>
            </a:r>
          </a:p>
        </p:txBody>
      </p:sp>
      <p:sp>
        <p:nvSpPr>
          <p:cNvPr id="13" name="TextBox 12"/>
          <p:cNvSpPr txBox="1"/>
          <p:nvPr/>
        </p:nvSpPr>
        <p:spPr>
          <a:xfrm>
            <a:off x="905256" y="6949440"/>
            <a:ext cx="12344400" cy="320040"/>
          </a:xfrm>
          <a:prstGeom prst="rect">
            <a:avLst/>
          </a:prstGeom>
          <a:noFill/>
        </p:spPr>
        <p:txBody>
          <a:bodyPr wrap="square" anchor="t" lIns="0" rIns="0" tIns="0" bIns="0">
            <a:spAutoFit/>
          </a:bodyPr>
          <a:lstStyle/>
          <a:p>
            <a:pPr algn="l">
              <a:spcAft>
                <a:spcPts val="600"/>
              </a:spcAft>
            </a:pPr>
            <a:r>
              <a:rPr sz="1100" b="0">
                <a:solidFill>
                  <a:srgbClr val="504B4B"/>
                </a:solidFill>
              </a:rPr>
              <a:t>Grabaciones posteriores a la entrega, solo como demostración; frecuencia sin validar con conteo manual.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Limitaciones y trabajo futuro</a:t>
            </a:r>
          </a:p>
        </p:txBody>
      </p:sp>
      <p:sp>
        <p:nvSpPr>
          <p:cNvPr id="4" name="Text Placeholder 3"/>
          <p:cNvSpPr>
            <a:spLocks noGrp="1"/>
          </p:cNvSpPr>
          <p:nvPr>
            <p:ph type="body" idx="18" sz="quarter"/>
          </p:nvPr>
        </p:nvSpPr>
        <p:spPr>
          <a:xfrm>
            <a:ext cx="12344400" cy="0"/>
          </a:xfrm>
        </p:spPr>
        <p:txBody>
          <a:bodyPr/>
          <a:lstStyle/>
          <a:p>
            <a:r>
              <a:t>La debilidad está en los datos, no en la arquitectura</a:t>
            </a:r>
          </a:p>
        </p:txBody>
      </p:sp>
      <p:sp>
        <p:nvSpPr>
          <p:cNvPr id="5" name="Rectangle 4"/>
          <p:cNvSpPr/>
          <p:nvPr/>
        </p:nvSpPr>
        <p:spPr>
          <a:xfrm>
            <a:off x="905256" y="2788920"/>
            <a:ext cx="6400800" cy="411480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25295" y="3017520"/>
            <a:ext cx="5760720" cy="457200"/>
          </a:xfrm>
          <a:prstGeom prst="rect">
            <a:avLst/>
          </a:prstGeom>
          <a:noFill/>
        </p:spPr>
        <p:txBody>
          <a:bodyPr wrap="square" anchor="t" lIns="0" rIns="0" tIns="0" bIns="0">
            <a:spAutoFit/>
          </a:bodyPr>
          <a:lstStyle/>
          <a:p>
            <a:pPr algn="l">
              <a:spcAft>
                <a:spcPts val="600"/>
              </a:spcAft>
            </a:pPr>
            <a:r>
              <a:rPr sz="2000" b="1">
                <a:solidFill>
                  <a:srgbClr val="FF3228"/>
                </a:solidFill>
              </a:rPr>
              <a:t>Limitaciones</a:t>
            </a:r>
          </a:p>
        </p:txBody>
      </p:sp>
      <p:sp>
        <p:nvSpPr>
          <p:cNvPr id="7" name="TextBox 6"/>
          <p:cNvSpPr txBox="1"/>
          <p:nvPr/>
        </p:nvSpPr>
        <p:spPr>
          <a:xfrm>
            <a:off x="1225295" y="3611880"/>
            <a:ext cx="5760720" cy="3200400"/>
          </a:xfrm>
          <a:prstGeom prst="rect">
            <a:avLst/>
          </a:prstGeom>
          <a:noFill/>
        </p:spPr>
        <p:txBody>
          <a:bodyPr wrap="square" anchor="t" lIns="0" rIns="0" tIns="0" bIns="0">
            <a:spAutoFit/>
          </a:bodyPr>
          <a:lstStyle/>
          <a:p>
            <a:pPr algn="l">
              <a:spcAft>
                <a:spcPts val="1000"/>
              </a:spcAft>
            </a:pPr>
            <a:r>
              <a:rPr sz="1400" b="0">
                <a:solidFill>
                  <a:srgbClr val="1E1E1E"/>
                </a:solidFill>
              </a:rPr>
              <a:t>•  Pocos datos reales y sin referencia fisiológica de la fatiga</a:t>
            </a:r>
          </a:p>
          <a:p>
            <a:pPr algn="l">
              <a:spcAft>
                <a:spcPts val="1000"/>
              </a:spcAft>
            </a:pPr>
            <a:r>
              <a:rPr sz="1400" b="0">
                <a:solidFill>
                  <a:srgbClr val="1E1E1E"/>
                </a:solidFill>
              </a:rPr>
              <a:t>•  Detección parcial: nadador analizable el 34 % del tiempo</a:t>
            </a:r>
          </a:p>
          <a:p>
            <a:pPr algn="l">
              <a:spcAft>
                <a:spcPts val="1000"/>
              </a:spcAft>
            </a:pPr>
            <a:r>
              <a:rPr sz="1400" b="0">
                <a:solidFill>
                  <a:srgbClr val="1E1E1E"/>
                </a:solidFill>
              </a:rPr>
              <a:t>•  Vista lateral: brazos y piernas de cada lado poco distinguibles</a:t>
            </a:r>
          </a:p>
          <a:p>
            <a:pPr algn="l">
              <a:spcAft>
                <a:spcPts val="1000"/>
              </a:spcAft>
            </a:pPr>
            <a:r>
              <a:rPr sz="1400" b="0">
                <a:solidFill>
                  <a:srgbClr val="1E1E1E"/>
                </a:solidFill>
              </a:rPr>
              <a:t>•  Una sola cámara: ángulos 2D proyectados; 3D poco fiable en piernas</a:t>
            </a:r>
          </a:p>
          <a:p>
            <a:pPr algn="l">
              <a:spcAft>
                <a:spcPts val="1000"/>
              </a:spcAft>
            </a:pPr>
            <a:r>
              <a:rPr sz="1400" b="0">
                <a:solidFill>
                  <a:srgbClr val="1E1E1E"/>
                </a:solidFill>
              </a:rPr>
              <a:t>•  Umbrales de vista y estilo fijados con los mismos vídeos</a:t>
            </a:r>
          </a:p>
        </p:txBody>
      </p:sp>
      <p:sp>
        <p:nvSpPr>
          <p:cNvPr id="8" name="Rectangle 7"/>
          <p:cNvSpPr/>
          <p:nvPr/>
        </p:nvSpPr>
        <p:spPr>
          <a:xfrm>
            <a:off x="7315200" y="2788920"/>
            <a:ext cx="6400800" cy="4114800"/>
          </a:xfrm>
          <a:prstGeom prst="rect">
            <a:avLst/>
          </a:prstGeom>
          <a:solidFill>
            <a:srgbClr val="FF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35240" y="3017520"/>
            <a:ext cx="5760720" cy="457200"/>
          </a:xfrm>
          <a:prstGeom prst="rect">
            <a:avLst/>
          </a:prstGeom>
          <a:noFill/>
        </p:spPr>
        <p:txBody>
          <a:bodyPr wrap="square" anchor="t" lIns="0" rIns="0" tIns="0" bIns="0">
            <a:spAutoFit/>
          </a:bodyPr>
          <a:lstStyle/>
          <a:p>
            <a:pPr algn="l">
              <a:spcAft>
                <a:spcPts val="600"/>
              </a:spcAft>
            </a:pPr>
            <a:r>
              <a:rPr sz="2000" b="1">
                <a:solidFill>
                  <a:srgbClr val="FFFFFF"/>
                </a:solidFill>
              </a:rPr>
              <a:t>Trabajo futuro</a:t>
            </a:r>
          </a:p>
        </p:txBody>
      </p:sp>
      <p:sp>
        <p:nvSpPr>
          <p:cNvPr id="10" name="TextBox 9"/>
          <p:cNvSpPr txBox="1"/>
          <p:nvPr/>
        </p:nvSpPr>
        <p:spPr>
          <a:xfrm>
            <a:off x="7635240" y="3611880"/>
            <a:ext cx="5760720" cy="3200400"/>
          </a:xfrm>
          <a:prstGeom prst="rect">
            <a:avLst/>
          </a:prstGeom>
          <a:noFill/>
        </p:spPr>
        <p:txBody>
          <a:bodyPr wrap="square" anchor="t" lIns="0" rIns="0" tIns="0" bIns="0">
            <a:spAutoFit/>
          </a:bodyPr>
          <a:lstStyle/>
          <a:p>
            <a:pPr algn="l">
              <a:spcAft>
                <a:spcPts val="1000"/>
              </a:spcAft>
            </a:pPr>
            <a:r>
              <a:rPr sz="1400" b="0">
                <a:solidFill>
                  <a:srgbClr val="FFFFFF"/>
                </a:solidFill>
              </a:rPr>
              <a:t>•  Series largas de nado continuo con lactato, esfuerzo percibido y valoración experta</a:t>
            </a:r>
          </a:p>
          <a:p>
            <a:pPr algn="l">
              <a:spcAft>
                <a:spcPts val="1000"/>
              </a:spcAft>
            </a:pPr>
            <a:r>
              <a:rPr sz="1400" b="0">
                <a:solidFill>
                  <a:srgbClr val="FFFFFF"/>
                </a:solidFill>
              </a:rPr>
              <a:t>•  Anotar fotogramas propios: OKS, PCK y mAP con datos propios</a:t>
            </a:r>
          </a:p>
          <a:p>
            <a:pPr algn="l">
              <a:spcAft>
                <a:spcPts val="1000"/>
              </a:spcAft>
            </a:pPr>
            <a:r>
              <a:rPr sz="1400" b="0">
                <a:solidFill>
                  <a:srgbClr val="FFFFFF"/>
                </a:solidFill>
              </a:rPr>
              <a:t>•  Ajuste fino de la pose con SwimXYZ y fotogramas propios; ViTPose con GPU</a:t>
            </a:r>
          </a:p>
          <a:p>
            <a:pPr algn="l">
              <a:spcAft>
                <a:spcPts val="1000"/>
              </a:spcAft>
            </a:pPr>
            <a:r>
              <a:rPr sz="1400" b="0">
                <a:solidFill>
                  <a:srgbClr val="FFFFFF"/>
                </a:solidFill>
              </a:rPr>
              <a:t>•  Modo audio, sensores inerciales e interfaz para el entrenador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Conclusiones</a:t>
            </a:r>
          </a:p>
        </p:txBody>
      </p:sp>
      <p:sp>
        <p:nvSpPr>
          <p:cNvPr id="4" name="Text Placeholder 3"/>
          <p:cNvSpPr>
            <a:spLocks noGrp="1"/>
          </p:cNvSpPr>
          <p:nvPr>
            <p:ph type="body" idx="18" sz="quarter"/>
          </p:nvPr>
        </p:nvSpPr>
        <p:spPr>
          <a:xfrm>
            <a:ext cx="12344400" cy="0"/>
          </a:xfrm>
        </p:spPr>
        <p:txBody>
          <a:bodyPr/>
          <a:lstStyle/>
          <a:p>
            <a:r>
              <a:t>7 objetivos cumplidos y 2 parciales</a:t>
            </a:r>
          </a:p>
        </p:txBody>
      </p:sp>
      <p:sp>
        <p:nvSpPr>
          <p:cNvPr id="5" name="Rectangle 4"/>
          <p:cNvSpPr/>
          <p:nvPr/>
        </p:nvSpPr>
        <p:spPr>
          <a:xfrm>
            <a:off x="905256" y="2788920"/>
            <a:ext cx="2697480" cy="1143000"/>
          </a:xfrm>
          <a:prstGeom prst="rect">
            <a:avLst/>
          </a:prstGeom>
          <a:solidFill>
            <a:srgbClr val="FF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8136" y="2926079"/>
            <a:ext cx="2377440" cy="365760"/>
          </a:xfrm>
          <a:prstGeom prst="rect">
            <a:avLst/>
          </a:prstGeom>
          <a:noFill/>
        </p:spPr>
        <p:txBody>
          <a:bodyPr wrap="square" anchor="t" lIns="0" rIns="0" tIns="0" bIns="0">
            <a:spAutoFit/>
          </a:bodyPr>
          <a:lstStyle/>
          <a:p>
            <a:pPr algn="l">
              <a:spcAft>
                <a:spcPts val="600"/>
              </a:spcAft>
            </a:pPr>
            <a:r>
              <a:rPr sz="1200" b="1">
                <a:solidFill>
                  <a:srgbClr val="FFFFFF"/>
                </a:solidFill>
              </a:rPr>
              <a:t>OE1 · Cumplido</a:t>
            </a:r>
          </a:p>
        </p:txBody>
      </p:sp>
      <p:sp>
        <p:nvSpPr>
          <p:cNvPr id="7" name="TextBox 6"/>
          <p:cNvSpPr txBox="1"/>
          <p:nvPr/>
        </p:nvSpPr>
        <p:spPr>
          <a:xfrm>
            <a:off x="1088136" y="3291839"/>
            <a:ext cx="2377440" cy="548640"/>
          </a:xfrm>
          <a:prstGeom prst="rect">
            <a:avLst/>
          </a:prstGeom>
          <a:noFill/>
        </p:spPr>
        <p:txBody>
          <a:bodyPr wrap="square" anchor="t" lIns="0" rIns="0" tIns="0" bIns="0">
            <a:spAutoFit/>
          </a:bodyPr>
          <a:lstStyle/>
          <a:p>
            <a:pPr algn="l">
              <a:spcAft>
                <a:spcPts val="600"/>
              </a:spcAft>
            </a:pPr>
            <a:r>
              <a:rPr sz="1300" b="0">
                <a:solidFill>
                  <a:srgbClr val="FFFFFF"/>
                </a:solidFill>
              </a:rPr>
              <a:t>Selección del modelo de pose</a:t>
            </a:r>
          </a:p>
        </p:txBody>
      </p:sp>
      <p:sp>
        <p:nvSpPr>
          <p:cNvPr id="8" name="Rectangle 7"/>
          <p:cNvSpPr/>
          <p:nvPr/>
        </p:nvSpPr>
        <p:spPr>
          <a:xfrm>
            <a:off x="3785615" y="2788920"/>
            <a:ext cx="2697480" cy="1143000"/>
          </a:xfrm>
          <a:prstGeom prst="rect">
            <a:avLst/>
          </a:prstGeom>
          <a:solidFill>
            <a:srgbClr val="FF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968496" y="2926079"/>
            <a:ext cx="2377440" cy="365760"/>
          </a:xfrm>
          <a:prstGeom prst="rect">
            <a:avLst/>
          </a:prstGeom>
          <a:noFill/>
        </p:spPr>
        <p:txBody>
          <a:bodyPr wrap="square" anchor="t" lIns="0" rIns="0" tIns="0" bIns="0">
            <a:spAutoFit/>
          </a:bodyPr>
          <a:lstStyle/>
          <a:p>
            <a:pPr algn="l">
              <a:spcAft>
                <a:spcPts val="600"/>
              </a:spcAft>
            </a:pPr>
            <a:r>
              <a:rPr sz="1200" b="1">
                <a:solidFill>
                  <a:srgbClr val="FFFFFF"/>
                </a:solidFill>
              </a:rPr>
              <a:t>OE2 · Cumplido*</a:t>
            </a:r>
          </a:p>
        </p:txBody>
      </p:sp>
      <p:sp>
        <p:nvSpPr>
          <p:cNvPr id="10" name="TextBox 9"/>
          <p:cNvSpPr txBox="1"/>
          <p:nvPr/>
        </p:nvSpPr>
        <p:spPr>
          <a:xfrm>
            <a:off x="3968496" y="3291839"/>
            <a:ext cx="2377440" cy="548640"/>
          </a:xfrm>
          <a:prstGeom prst="rect">
            <a:avLst/>
          </a:prstGeom>
          <a:noFill/>
        </p:spPr>
        <p:txBody>
          <a:bodyPr wrap="square" anchor="t" lIns="0" rIns="0" tIns="0" bIns="0">
            <a:spAutoFit/>
          </a:bodyPr>
          <a:lstStyle/>
          <a:p>
            <a:pPr algn="l">
              <a:spcAft>
                <a:spcPts val="600"/>
              </a:spcAft>
            </a:pPr>
            <a:r>
              <a:rPr sz="1300" b="0">
                <a:solidFill>
                  <a:srgbClr val="FFFFFF"/>
                </a:solidFill>
              </a:rPr>
              <a:t>Elevación a 3D</a:t>
            </a:r>
          </a:p>
        </p:txBody>
      </p:sp>
      <p:sp>
        <p:nvSpPr>
          <p:cNvPr id="11" name="Rectangle 10"/>
          <p:cNvSpPr/>
          <p:nvPr/>
        </p:nvSpPr>
        <p:spPr>
          <a:xfrm>
            <a:off x="6665976" y="2788920"/>
            <a:ext cx="2697480" cy="1143000"/>
          </a:xfrm>
          <a:prstGeom prst="rect">
            <a:avLst/>
          </a:prstGeom>
          <a:solidFill>
            <a:srgbClr val="FF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48856" y="2926079"/>
            <a:ext cx="2377440" cy="365760"/>
          </a:xfrm>
          <a:prstGeom prst="rect">
            <a:avLst/>
          </a:prstGeom>
          <a:noFill/>
        </p:spPr>
        <p:txBody>
          <a:bodyPr wrap="square" anchor="t" lIns="0" rIns="0" tIns="0" bIns="0">
            <a:spAutoFit/>
          </a:bodyPr>
          <a:lstStyle/>
          <a:p>
            <a:pPr algn="l">
              <a:spcAft>
                <a:spcPts val="600"/>
              </a:spcAft>
            </a:pPr>
            <a:r>
              <a:rPr sz="1200" b="1">
                <a:solidFill>
                  <a:srgbClr val="FFFFFF"/>
                </a:solidFill>
              </a:rPr>
              <a:t>OE3 · Cumplido</a:t>
            </a:r>
          </a:p>
        </p:txBody>
      </p:sp>
      <p:sp>
        <p:nvSpPr>
          <p:cNvPr id="13" name="TextBox 12"/>
          <p:cNvSpPr txBox="1"/>
          <p:nvPr/>
        </p:nvSpPr>
        <p:spPr>
          <a:xfrm>
            <a:off x="6848856" y="3291839"/>
            <a:ext cx="2377440" cy="548640"/>
          </a:xfrm>
          <a:prstGeom prst="rect">
            <a:avLst/>
          </a:prstGeom>
          <a:noFill/>
        </p:spPr>
        <p:txBody>
          <a:bodyPr wrap="square" anchor="t" lIns="0" rIns="0" tIns="0" bIns="0">
            <a:spAutoFit/>
          </a:bodyPr>
          <a:lstStyle/>
          <a:p>
            <a:pPr algn="l">
              <a:spcAft>
                <a:spcPts val="600"/>
              </a:spcAft>
            </a:pPr>
            <a:r>
              <a:rPr sz="1300" b="0">
                <a:solidFill>
                  <a:srgbClr val="FFFFFF"/>
                </a:solidFill>
              </a:rPr>
              <a:t>Ciclos de brazada</a:t>
            </a:r>
          </a:p>
        </p:txBody>
      </p:sp>
      <p:sp>
        <p:nvSpPr>
          <p:cNvPr id="14" name="Rectangle 13"/>
          <p:cNvSpPr/>
          <p:nvPr/>
        </p:nvSpPr>
        <p:spPr>
          <a:xfrm>
            <a:off x="905256" y="4114800"/>
            <a:ext cx="2697480" cy="1143000"/>
          </a:xfrm>
          <a:prstGeom prst="rect">
            <a:avLst/>
          </a:prstGeom>
          <a:solidFill>
            <a:srgbClr val="FF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88136" y="4251960"/>
            <a:ext cx="2377440" cy="365760"/>
          </a:xfrm>
          <a:prstGeom prst="rect">
            <a:avLst/>
          </a:prstGeom>
          <a:noFill/>
        </p:spPr>
        <p:txBody>
          <a:bodyPr wrap="square" anchor="t" lIns="0" rIns="0" tIns="0" bIns="0">
            <a:spAutoFit/>
          </a:bodyPr>
          <a:lstStyle/>
          <a:p>
            <a:pPr algn="l">
              <a:spcAft>
                <a:spcPts val="600"/>
              </a:spcAft>
            </a:pPr>
            <a:r>
              <a:rPr sz="1200" b="1">
                <a:solidFill>
                  <a:srgbClr val="FFFFFF"/>
                </a:solidFill>
              </a:rPr>
              <a:t>OE4 · Cumplido</a:t>
            </a:r>
          </a:p>
        </p:txBody>
      </p:sp>
      <p:sp>
        <p:nvSpPr>
          <p:cNvPr id="16" name="TextBox 15"/>
          <p:cNvSpPr txBox="1"/>
          <p:nvPr/>
        </p:nvSpPr>
        <p:spPr>
          <a:xfrm>
            <a:off x="1088136" y="4617720"/>
            <a:ext cx="2377440" cy="548640"/>
          </a:xfrm>
          <a:prstGeom prst="rect">
            <a:avLst/>
          </a:prstGeom>
          <a:noFill/>
        </p:spPr>
        <p:txBody>
          <a:bodyPr wrap="square" anchor="t" lIns="0" rIns="0" tIns="0" bIns="0">
            <a:spAutoFit/>
          </a:bodyPr>
          <a:lstStyle/>
          <a:p>
            <a:pPr algn="l">
              <a:spcAft>
                <a:spcPts val="600"/>
              </a:spcAft>
            </a:pPr>
            <a:r>
              <a:rPr sz="1300" b="0">
                <a:solidFill>
                  <a:srgbClr val="FFFFFF"/>
                </a:solidFill>
              </a:rPr>
              <a:t>Variables por ciclo</a:t>
            </a:r>
          </a:p>
        </p:txBody>
      </p:sp>
      <p:sp>
        <p:nvSpPr>
          <p:cNvPr id="17" name="Rectangle 16"/>
          <p:cNvSpPr/>
          <p:nvPr/>
        </p:nvSpPr>
        <p:spPr>
          <a:xfrm>
            <a:off x="3785615" y="4114800"/>
            <a:ext cx="2697480" cy="11430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968496" y="4251960"/>
            <a:ext cx="2377440" cy="365760"/>
          </a:xfrm>
          <a:prstGeom prst="rect">
            <a:avLst/>
          </a:prstGeom>
          <a:noFill/>
        </p:spPr>
        <p:txBody>
          <a:bodyPr wrap="square" anchor="t" lIns="0" rIns="0" tIns="0" bIns="0">
            <a:spAutoFit/>
          </a:bodyPr>
          <a:lstStyle/>
          <a:p>
            <a:pPr algn="l">
              <a:spcAft>
                <a:spcPts val="600"/>
              </a:spcAft>
            </a:pPr>
            <a:r>
              <a:rPr sz="1200" b="1">
                <a:solidFill>
                  <a:srgbClr val="FFFFFF"/>
                </a:solidFill>
              </a:rPr>
              <a:t>OE5 · Parcial</a:t>
            </a:r>
          </a:p>
        </p:txBody>
      </p:sp>
      <p:sp>
        <p:nvSpPr>
          <p:cNvPr id="19" name="TextBox 18"/>
          <p:cNvSpPr txBox="1"/>
          <p:nvPr/>
        </p:nvSpPr>
        <p:spPr>
          <a:xfrm>
            <a:off x="3968496" y="4617720"/>
            <a:ext cx="2377440" cy="548640"/>
          </a:xfrm>
          <a:prstGeom prst="rect">
            <a:avLst/>
          </a:prstGeom>
          <a:noFill/>
        </p:spPr>
        <p:txBody>
          <a:bodyPr wrap="square" anchor="t" lIns="0" rIns="0" tIns="0" bIns="0">
            <a:spAutoFit/>
          </a:bodyPr>
          <a:lstStyle/>
          <a:p>
            <a:pPr algn="l">
              <a:spcAft>
                <a:spcPts val="600"/>
              </a:spcAft>
            </a:pPr>
            <a:r>
              <a:rPr sz="1300" b="0">
                <a:solidFill>
                  <a:srgbClr val="FFFFFF"/>
                </a:solidFill>
              </a:rPr>
              <a:t>Inicio de la fatiga</a:t>
            </a:r>
          </a:p>
        </p:txBody>
      </p:sp>
      <p:sp>
        <p:nvSpPr>
          <p:cNvPr id="20" name="Rectangle 19"/>
          <p:cNvSpPr/>
          <p:nvPr/>
        </p:nvSpPr>
        <p:spPr>
          <a:xfrm>
            <a:off x="6665976" y="4114800"/>
            <a:ext cx="2697480" cy="1143000"/>
          </a:xfrm>
          <a:prstGeom prst="rect">
            <a:avLst/>
          </a:prstGeom>
          <a:solidFill>
            <a:srgbClr val="FF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48856" y="4251960"/>
            <a:ext cx="2377440" cy="365760"/>
          </a:xfrm>
          <a:prstGeom prst="rect">
            <a:avLst/>
          </a:prstGeom>
          <a:noFill/>
        </p:spPr>
        <p:txBody>
          <a:bodyPr wrap="square" anchor="t" lIns="0" rIns="0" tIns="0" bIns="0">
            <a:spAutoFit/>
          </a:bodyPr>
          <a:lstStyle/>
          <a:p>
            <a:pPr algn="l">
              <a:spcAft>
                <a:spcPts val="600"/>
              </a:spcAft>
            </a:pPr>
            <a:r>
              <a:rPr sz="1200" b="1">
                <a:solidFill>
                  <a:srgbClr val="FFFFFF"/>
                </a:solidFill>
              </a:rPr>
              <a:t>OE6 · Cumplido</a:t>
            </a:r>
          </a:p>
        </p:txBody>
      </p:sp>
      <p:sp>
        <p:nvSpPr>
          <p:cNvPr id="22" name="TextBox 21"/>
          <p:cNvSpPr txBox="1"/>
          <p:nvPr/>
        </p:nvSpPr>
        <p:spPr>
          <a:xfrm>
            <a:off x="6848856" y="4617720"/>
            <a:ext cx="2377440" cy="548640"/>
          </a:xfrm>
          <a:prstGeom prst="rect">
            <a:avLst/>
          </a:prstGeom>
          <a:noFill/>
        </p:spPr>
        <p:txBody>
          <a:bodyPr wrap="square" anchor="t" lIns="0" rIns="0" tIns="0" bIns="0">
            <a:spAutoFit/>
          </a:bodyPr>
          <a:lstStyle/>
          <a:p>
            <a:pPr algn="l">
              <a:spcAft>
                <a:spcPts val="600"/>
              </a:spcAft>
            </a:pPr>
            <a:r>
              <a:rPr sz="1300" b="0">
                <a:solidFill>
                  <a:srgbClr val="FFFFFF"/>
                </a:solidFill>
              </a:rPr>
              <a:t>Atribución con SHAP</a:t>
            </a:r>
          </a:p>
        </p:txBody>
      </p:sp>
      <p:sp>
        <p:nvSpPr>
          <p:cNvPr id="23" name="Rectangle 22"/>
          <p:cNvSpPr/>
          <p:nvPr/>
        </p:nvSpPr>
        <p:spPr>
          <a:xfrm>
            <a:off x="905256" y="5440679"/>
            <a:ext cx="2697480" cy="11430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88136" y="5577840"/>
            <a:ext cx="2377440" cy="365760"/>
          </a:xfrm>
          <a:prstGeom prst="rect">
            <a:avLst/>
          </a:prstGeom>
          <a:noFill/>
        </p:spPr>
        <p:txBody>
          <a:bodyPr wrap="square" anchor="t" lIns="0" rIns="0" tIns="0" bIns="0">
            <a:spAutoFit/>
          </a:bodyPr>
          <a:lstStyle/>
          <a:p>
            <a:pPr algn="l">
              <a:spcAft>
                <a:spcPts val="600"/>
              </a:spcAft>
            </a:pPr>
            <a:r>
              <a:rPr sz="1200" b="1">
                <a:solidFill>
                  <a:srgbClr val="FFFFFF"/>
                </a:solidFill>
              </a:rPr>
              <a:t>OE7 · Parcial</a:t>
            </a:r>
          </a:p>
        </p:txBody>
      </p:sp>
      <p:sp>
        <p:nvSpPr>
          <p:cNvPr id="25" name="TextBox 24"/>
          <p:cNvSpPr txBox="1"/>
          <p:nvPr/>
        </p:nvSpPr>
        <p:spPr>
          <a:xfrm>
            <a:off x="1088136" y="5943599"/>
            <a:ext cx="2377440" cy="548640"/>
          </a:xfrm>
          <a:prstGeom prst="rect">
            <a:avLst/>
          </a:prstGeom>
          <a:noFill/>
        </p:spPr>
        <p:txBody>
          <a:bodyPr wrap="square" anchor="t" lIns="0" rIns="0" tIns="0" bIns="0">
            <a:spAutoFit/>
          </a:bodyPr>
          <a:lstStyle/>
          <a:p>
            <a:pPr algn="l">
              <a:spcAft>
                <a:spcPts val="600"/>
              </a:spcAft>
            </a:pPr>
            <a:r>
              <a:rPr sz="1300" b="0">
                <a:solidFill>
                  <a:srgbClr val="FFFFFF"/>
                </a:solidFill>
              </a:rPr>
              <a:t>Clasificación del estilo</a:t>
            </a:r>
          </a:p>
        </p:txBody>
      </p:sp>
      <p:sp>
        <p:nvSpPr>
          <p:cNvPr id="26" name="Rectangle 25"/>
          <p:cNvSpPr/>
          <p:nvPr/>
        </p:nvSpPr>
        <p:spPr>
          <a:xfrm>
            <a:off x="3785615" y="5440679"/>
            <a:ext cx="2697480" cy="1143000"/>
          </a:xfrm>
          <a:prstGeom prst="rect">
            <a:avLst/>
          </a:prstGeom>
          <a:solidFill>
            <a:srgbClr val="FF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968496" y="5577840"/>
            <a:ext cx="2377440" cy="365760"/>
          </a:xfrm>
          <a:prstGeom prst="rect">
            <a:avLst/>
          </a:prstGeom>
          <a:noFill/>
        </p:spPr>
        <p:txBody>
          <a:bodyPr wrap="square" anchor="t" lIns="0" rIns="0" tIns="0" bIns="0">
            <a:spAutoFit/>
          </a:bodyPr>
          <a:lstStyle/>
          <a:p>
            <a:pPr algn="l">
              <a:spcAft>
                <a:spcPts val="600"/>
              </a:spcAft>
            </a:pPr>
            <a:r>
              <a:rPr sz="1200" b="1">
                <a:solidFill>
                  <a:srgbClr val="FFFFFF"/>
                </a:solidFill>
              </a:rPr>
              <a:t>OE8 · Cumplido</a:t>
            </a:r>
          </a:p>
        </p:txBody>
      </p:sp>
      <p:sp>
        <p:nvSpPr>
          <p:cNvPr id="28" name="TextBox 27"/>
          <p:cNvSpPr txBox="1"/>
          <p:nvPr/>
        </p:nvSpPr>
        <p:spPr>
          <a:xfrm>
            <a:off x="3968496" y="5943599"/>
            <a:ext cx="2377440" cy="548640"/>
          </a:xfrm>
          <a:prstGeom prst="rect">
            <a:avLst/>
          </a:prstGeom>
          <a:noFill/>
        </p:spPr>
        <p:txBody>
          <a:bodyPr wrap="square" anchor="t" lIns="0" rIns="0" tIns="0" bIns="0">
            <a:spAutoFit/>
          </a:bodyPr>
          <a:lstStyle/>
          <a:p>
            <a:pPr algn="l">
              <a:spcAft>
                <a:spcPts val="600"/>
              </a:spcAft>
            </a:pPr>
            <a:r>
              <a:rPr sz="1300" b="0">
                <a:solidFill>
                  <a:srgbClr val="FFFFFF"/>
                </a:solidFill>
              </a:rPr>
              <a:t>Vídeo anotado y tiempo real</a:t>
            </a:r>
          </a:p>
        </p:txBody>
      </p:sp>
      <p:sp>
        <p:nvSpPr>
          <p:cNvPr id="29" name="Rectangle 28"/>
          <p:cNvSpPr/>
          <p:nvPr/>
        </p:nvSpPr>
        <p:spPr>
          <a:xfrm>
            <a:off x="6665976" y="5440679"/>
            <a:ext cx="2697480" cy="1143000"/>
          </a:xfrm>
          <a:prstGeom prst="rect">
            <a:avLst/>
          </a:prstGeom>
          <a:solidFill>
            <a:srgbClr val="FF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848856" y="5577840"/>
            <a:ext cx="2377440" cy="365760"/>
          </a:xfrm>
          <a:prstGeom prst="rect">
            <a:avLst/>
          </a:prstGeom>
          <a:noFill/>
        </p:spPr>
        <p:txBody>
          <a:bodyPr wrap="square" anchor="t" lIns="0" rIns="0" tIns="0" bIns="0">
            <a:spAutoFit/>
          </a:bodyPr>
          <a:lstStyle/>
          <a:p>
            <a:pPr algn="l">
              <a:spcAft>
                <a:spcPts val="600"/>
              </a:spcAft>
            </a:pPr>
            <a:r>
              <a:rPr sz="1200" b="1">
                <a:solidFill>
                  <a:srgbClr val="FFFFFF"/>
                </a:solidFill>
              </a:rPr>
              <a:t>OE9 · Cumplido</a:t>
            </a:r>
          </a:p>
        </p:txBody>
      </p:sp>
      <p:sp>
        <p:nvSpPr>
          <p:cNvPr id="31" name="TextBox 30"/>
          <p:cNvSpPr txBox="1"/>
          <p:nvPr/>
        </p:nvSpPr>
        <p:spPr>
          <a:xfrm>
            <a:off x="6848856" y="5943599"/>
            <a:ext cx="2377440" cy="548640"/>
          </a:xfrm>
          <a:prstGeom prst="rect">
            <a:avLst/>
          </a:prstGeom>
          <a:noFill/>
        </p:spPr>
        <p:txBody>
          <a:bodyPr wrap="square" anchor="t" lIns="0" rIns="0" tIns="0" bIns="0">
            <a:spAutoFit/>
          </a:bodyPr>
          <a:lstStyle/>
          <a:p>
            <a:pPr algn="l">
              <a:spcAft>
                <a:spcPts val="600"/>
              </a:spcAft>
            </a:pPr>
            <a:r>
              <a:rPr sz="1300" b="0">
                <a:solidFill>
                  <a:srgbClr val="FFFFFF"/>
                </a:solidFill>
              </a:rPr>
              <a:t>Evaluación con datos sintéticos</a:t>
            </a:r>
          </a:p>
        </p:txBody>
      </p:sp>
      <p:sp>
        <p:nvSpPr>
          <p:cNvPr id="32" name="TextBox 31"/>
          <p:cNvSpPr txBox="1"/>
          <p:nvPr/>
        </p:nvSpPr>
        <p:spPr>
          <a:xfrm>
            <a:off x="9784080" y="2788920"/>
            <a:ext cx="3931920" cy="3840480"/>
          </a:xfrm>
          <a:prstGeom prst="rect">
            <a:avLst/>
          </a:prstGeom>
          <a:noFill/>
        </p:spPr>
        <p:txBody>
          <a:bodyPr wrap="square" anchor="t" lIns="0" rIns="0" tIns="0" bIns="0">
            <a:spAutoFit/>
          </a:bodyPr>
          <a:lstStyle/>
          <a:p>
            <a:pPr algn="l">
              <a:spcAft>
                <a:spcPts val="1400"/>
              </a:spcAft>
            </a:pPr>
            <a:r>
              <a:rPr sz="2000" b="1">
                <a:solidFill>
                  <a:srgbClr val="FF3228"/>
                </a:solidFill>
              </a:rPr>
              <a:t>La calidad de los datos pesa más que el modelo.</a:t>
            </a:r>
          </a:p>
          <a:p>
            <a:pPr algn="l">
              <a:spcAft>
                <a:spcPts val="600"/>
              </a:spcAft>
            </a:pPr>
            <a:r>
              <a:rPr sz="1400" b="0">
                <a:solidFill>
                  <a:srgbClr val="1E1E1E"/>
                </a:solidFill>
              </a:rPr>
              <a:t>Cada resultado se contrastó con una referencia: conteo manual o datos sintéticos con la verdad conocida.</a:t>
            </a:r>
          </a:p>
        </p:txBody>
      </p:sp>
      <p:sp>
        <p:nvSpPr>
          <p:cNvPr id="33" name="TextBox 32"/>
          <p:cNvSpPr txBox="1"/>
          <p:nvPr/>
        </p:nvSpPr>
        <p:spPr>
          <a:xfrm>
            <a:off x="905256" y="6903720"/>
            <a:ext cx="12344400" cy="320040"/>
          </a:xfrm>
          <a:prstGeom prst="rect">
            <a:avLst/>
          </a:prstGeom>
          <a:noFill/>
        </p:spPr>
        <p:txBody>
          <a:bodyPr wrap="square" anchor="t" lIns="0" rIns="0" tIns="0" bIns="0">
            <a:spAutoFit/>
          </a:bodyPr>
          <a:lstStyle/>
          <a:p>
            <a:pPr algn="l">
              <a:spcAft>
                <a:spcPts val="600"/>
              </a:spcAft>
            </a:pPr>
            <a:r>
              <a:rPr sz="1100" b="0">
                <a:solidFill>
                  <a:srgbClr val="504B4B"/>
                </a:solidFill>
              </a:rPr>
              <a:t>* Cumplido con limitaciones (3D válido en codo y cadera, no en rodilla).</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Gracias</a:t>
            </a:r>
          </a:p>
        </p:txBody>
      </p:sp>
      <p:sp>
        <p:nvSpPr>
          <p:cNvPr id="3" name="Text Placeholder 2"/>
          <p:cNvSpPr>
            <a:spLocks noGrp="1"/>
          </p:cNvSpPr>
          <p:nvPr>
            <p:ph type="body" idx="16" sz="quarter"/>
          </p:nvPr>
        </p:nvSpPr>
        <p:spPr/>
        <p:txBody>
          <a:bodyPr/>
          <a:lstStyle/>
          <a:p>
            <a:r>
              <a:t>¿Preguntas?</a:t>
            </a:r>
          </a:p>
        </p:txBody>
      </p:sp>
      <p:sp>
        <p:nvSpPr>
          <p:cNvPr id="4" name="Text Placeholder 3"/>
          <p:cNvSpPr>
            <a:spLocks noGrp="1"/>
          </p:cNvSpPr>
          <p:nvPr>
            <p:ph type="body" idx="22" sz="quarter"/>
          </p:nvPr>
        </p:nvSpPr>
        <p:spPr/>
        <p:txBody>
          <a:bodyPr/>
          <a:lstStyle/>
          <a:p>
            <a:r>
              <a:t>StrokeLab · TFM Máster en IA</a:t>
            </a:r>
          </a:p>
        </p:txBody>
      </p:sp>
      <p:sp>
        <p:nvSpPr>
          <p:cNvPr id="5" name="Text Placeholder 4"/>
          <p:cNvSpPr>
            <a:spLocks noGrp="1"/>
          </p:cNvSpPr>
          <p:nvPr>
            <p:ph type="body" idx="15" sz="quarter"/>
          </p:nvPr>
        </p:nvSpPr>
        <p:spPr/>
        <p:txBody>
          <a:bodyPr/>
          <a:lstStyle/>
          <a:p>
            <a:r>
              <a:t>Diana Cruz</a:t>
            </a:r>
          </a:p>
        </p:txBody>
      </p:sp>
      <p:sp>
        <p:nvSpPr>
          <p:cNvPr id="6" name="Text Placeholder 5"/>
          <p:cNvSpPr>
            <a:spLocks noGrp="1"/>
          </p:cNvSpPr>
          <p:nvPr>
            <p:ph type="body" idx="23" sz="quarter"/>
          </p:nvPr>
        </p:nvSpPr>
        <p:spPr/>
        <p:txBody>
          <a:bodyPr/>
          <a:lstStyle/>
          <a:p>
            <a:r>
              <a:t>Universidad Europea</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Anexos</a:t>
            </a:r>
          </a:p>
        </p:txBody>
      </p:sp>
      <p:sp>
        <p:nvSpPr>
          <p:cNvPr id="4" name="Text Placeholder 3"/>
          <p:cNvSpPr>
            <a:spLocks noGrp="1"/>
          </p:cNvSpPr>
          <p:nvPr>
            <p:ph type="body" idx="18" sz="quarter"/>
          </p:nvPr>
        </p:nvSpPr>
        <p:spPr/>
        <p:txBody>
          <a:bodyPr/>
          <a:lstStyle/>
          <a:p>
            <a:r>
              <a:t>Material de apoyo para las preguntas del tribunal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A1 · Modelos de pose en CPU</a:t>
            </a:r>
          </a:p>
        </p:txBody>
      </p:sp>
      <p:sp>
        <p:nvSpPr>
          <p:cNvPr id="4" name="Text Placeholder 3"/>
          <p:cNvSpPr>
            <a:spLocks noGrp="1"/>
          </p:cNvSpPr>
          <p:nvPr>
            <p:ph type="body" idx="18" sz="quarter"/>
          </p:nvPr>
        </p:nvSpPr>
        <p:spPr>
          <a:xfrm>
            <a:ext cx="12344400" cy="0"/>
          </a:xfrm>
        </p:spPr>
        <p:txBody>
          <a:bodyPr/>
          <a:lstStyle/>
          <a:p>
            <a:r>
              <a:t>Secuencia GX011614 (5120 × 2880 px), portátil de 4 hilos</a:t>
            </a:r>
          </a:p>
        </p:txBody>
      </p:sp>
      <p:graphicFrame>
        <p:nvGraphicFramePr>
          <p:cNvPr id="5" name="Table 4"/>
          <p:cNvGraphicFramePr>
            <a:graphicFrameLocks noGrp="1"/>
          </p:cNvGraphicFramePr>
          <p:nvPr/>
        </p:nvGraphicFramePr>
        <p:xfrm>
          <a:off x="905256" y="2880360"/>
          <a:ext cx="12801600" cy="2743200"/>
        </p:xfrm>
        <a:graphic>
          <a:graphicData uri="http://schemas.openxmlformats.org/drawingml/2006/table">
            <a:tbl>
              <a:tblPr firstRow="1" bandRow="1">
                <a:tableStyleId>{5C22544A-7EE6-4342-B048-85BDC9FD1C3A}</a:tableStyleId>
              </a:tblPr>
              <a:tblGrid>
                <a:gridCol w="4206240"/>
                <a:gridCol w="2103120"/>
                <a:gridCol w="2103120"/>
                <a:gridCol w="2194560"/>
                <a:gridCol w="2194560"/>
              </a:tblGrid>
              <a:tr h="548640">
                <a:tc>
                  <a:txBody>
                    <a:bodyPr/>
                    <a:lstStyle/>
                    <a:p>
                      <a:r>
                        <a:rPr sz="1400" b="1">
                          <a:solidFill>
                            <a:srgbClr val="FFFFFF"/>
                          </a:solidFill>
                        </a:rPr>
                        <a:t>Modelo</a:t>
                      </a:r>
                    </a:p>
                  </a:txBody>
                  <a:tcPr marL="91440" marR="91440" marT="27432" marB="27432" anchor="ctr">
                    <a:solidFill>
                      <a:srgbClr val="FF3228"/>
                    </a:solidFill>
                  </a:tcPr>
                </a:tc>
                <a:tc>
                  <a:txBody>
                    <a:bodyPr/>
                    <a:lstStyle/>
                    <a:p>
                      <a:r>
                        <a:rPr sz="1400" b="1">
                          <a:solidFill>
                            <a:srgbClr val="FFFFFF"/>
                          </a:solidFill>
                        </a:rPr>
                        <a:t>Parámetros (M)</a:t>
                      </a:r>
                    </a:p>
                  </a:txBody>
                  <a:tcPr marL="91440" marR="91440" marT="27432" marB="27432" anchor="ctr">
                    <a:solidFill>
                      <a:srgbClr val="FF3228"/>
                    </a:solidFill>
                  </a:tcPr>
                </a:tc>
                <a:tc>
                  <a:txBody>
                    <a:bodyPr/>
                    <a:lstStyle/>
                    <a:p>
                      <a:r>
                        <a:rPr sz="1400" b="1">
                          <a:solidFill>
                            <a:srgbClr val="FFFFFF"/>
                          </a:solidFill>
                        </a:rPr>
                        <a:t>FPS en CPU</a:t>
                      </a:r>
                    </a:p>
                  </a:txBody>
                  <a:tcPr marL="91440" marR="91440" marT="27432" marB="27432" anchor="ctr">
                    <a:solidFill>
                      <a:srgbClr val="FF3228"/>
                    </a:solidFill>
                  </a:tcPr>
                </a:tc>
                <a:tc>
                  <a:txBody>
                    <a:bodyPr/>
                    <a:lstStyle/>
                    <a:p>
                      <a:r>
                        <a:rPr sz="1400" b="1">
                          <a:solidFill>
                            <a:srgbClr val="FFFFFF"/>
                          </a:solidFill>
                        </a:rPr>
                        <a:t>Detección (%)</a:t>
                      </a:r>
                    </a:p>
                  </a:txBody>
                  <a:tcPr marL="91440" marR="91440" marT="27432" marB="27432" anchor="ctr">
                    <a:solidFill>
                      <a:srgbClr val="FF3228"/>
                    </a:solidFill>
                  </a:tcPr>
                </a:tc>
                <a:tc>
                  <a:txBody>
                    <a:bodyPr/>
                    <a:lstStyle/>
                    <a:p>
                      <a:r>
                        <a:rPr sz="1400" b="1">
                          <a:solidFill>
                            <a:srgbClr val="FFFFFF"/>
                          </a:solidFill>
                        </a:rPr>
                        <a:t>Confianza</a:t>
                      </a:r>
                    </a:p>
                  </a:txBody>
                  <a:tcPr marL="91440" marR="91440" marT="27432" marB="27432" anchor="ctr">
                    <a:solidFill>
                      <a:srgbClr val="FF3228"/>
                    </a:solidFill>
                  </a:tcPr>
                </a:tc>
              </a:tr>
              <a:tr h="548640">
                <a:tc>
                  <a:txBody>
                    <a:bodyPr/>
                    <a:lstStyle/>
                    <a:p>
                      <a:r>
                        <a:rPr sz="1400" b="1">
                          <a:solidFill>
                            <a:srgbClr val="1E1E1E"/>
                          </a:solidFill>
                        </a:rPr>
                        <a:t>YOLOv8n-Pose (elegido)</a:t>
                      </a:r>
                    </a:p>
                  </a:txBody>
                  <a:tcPr marL="91440" marR="91440" marT="27432" marB="27432" anchor="ctr">
                    <a:solidFill>
                      <a:srgbClr val="FFAFAA"/>
                    </a:solidFill>
                  </a:tcPr>
                </a:tc>
                <a:tc>
                  <a:txBody>
                    <a:bodyPr/>
                    <a:lstStyle/>
                    <a:p>
                      <a:r>
                        <a:rPr sz="1400" b="1">
                          <a:solidFill>
                            <a:srgbClr val="1E1E1E"/>
                          </a:solidFill>
                        </a:rPr>
                        <a:t>3,3</a:t>
                      </a:r>
                    </a:p>
                  </a:txBody>
                  <a:tcPr marL="91440" marR="91440" marT="27432" marB="27432" anchor="ctr">
                    <a:solidFill>
                      <a:srgbClr val="FFAFAA"/>
                    </a:solidFill>
                  </a:tcPr>
                </a:tc>
                <a:tc>
                  <a:txBody>
                    <a:bodyPr/>
                    <a:lstStyle/>
                    <a:p>
                      <a:r>
                        <a:rPr sz="1400" b="1">
                          <a:solidFill>
                            <a:srgbClr val="1E1E1E"/>
                          </a:solidFill>
                        </a:rPr>
                        <a:t>6,6</a:t>
                      </a:r>
                    </a:p>
                  </a:txBody>
                  <a:tcPr marL="91440" marR="91440" marT="27432" marB="27432" anchor="ctr">
                    <a:solidFill>
                      <a:srgbClr val="FFAFAA"/>
                    </a:solidFill>
                  </a:tcPr>
                </a:tc>
                <a:tc>
                  <a:txBody>
                    <a:bodyPr/>
                    <a:lstStyle/>
                    <a:p>
                      <a:r>
                        <a:rPr sz="1400" b="1">
                          <a:solidFill>
                            <a:srgbClr val="1E1E1E"/>
                          </a:solidFill>
                        </a:rPr>
                        <a:t>35,6</a:t>
                      </a:r>
                    </a:p>
                  </a:txBody>
                  <a:tcPr marL="91440" marR="91440" marT="27432" marB="27432" anchor="ctr">
                    <a:solidFill>
                      <a:srgbClr val="FFAFAA"/>
                    </a:solidFill>
                  </a:tcPr>
                </a:tc>
                <a:tc>
                  <a:txBody>
                    <a:bodyPr/>
                    <a:lstStyle/>
                    <a:p>
                      <a:r>
                        <a:rPr sz="1400" b="1">
                          <a:solidFill>
                            <a:srgbClr val="1E1E1E"/>
                          </a:solidFill>
                        </a:rPr>
                        <a:t>0,76</a:t>
                      </a:r>
                    </a:p>
                  </a:txBody>
                  <a:tcPr marL="91440" marR="91440" marT="27432" marB="27432" anchor="ctr">
                    <a:solidFill>
                      <a:srgbClr val="FFAFAA"/>
                    </a:solidFill>
                  </a:tcPr>
                </a:tc>
              </a:tr>
              <a:tr h="548640">
                <a:tc>
                  <a:txBody>
                    <a:bodyPr/>
                    <a:lstStyle/>
                    <a:p>
                      <a:r>
                        <a:rPr sz="1400" b="0">
                          <a:solidFill>
                            <a:srgbClr val="1E1E1E"/>
                          </a:solidFill>
                        </a:rPr>
                        <a:t>YOLO11n-Pose</a:t>
                      </a:r>
                    </a:p>
                  </a:txBody>
                  <a:tcPr marL="91440" marR="91440" marT="27432" marB="27432" anchor="ctr">
                    <a:solidFill>
                      <a:srgbClr val="EEEDED"/>
                    </a:solidFill>
                  </a:tcPr>
                </a:tc>
                <a:tc>
                  <a:txBody>
                    <a:bodyPr/>
                    <a:lstStyle/>
                    <a:p>
                      <a:r>
                        <a:rPr sz="1400" b="0">
                          <a:solidFill>
                            <a:srgbClr val="1E1E1E"/>
                          </a:solidFill>
                        </a:rPr>
                        <a:t>2,9</a:t>
                      </a:r>
                    </a:p>
                  </a:txBody>
                  <a:tcPr marL="91440" marR="91440" marT="27432" marB="27432" anchor="ctr">
                    <a:solidFill>
                      <a:srgbClr val="EEEDED"/>
                    </a:solidFill>
                  </a:tcPr>
                </a:tc>
                <a:tc>
                  <a:txBody>
                    <a:bodyPr/>
                    <a:lstStyle/>
                    <a:p>
                      <a:r>
                        <a:rPr sz="1400" b="0">
                          <a:solidFill>
                            <a:srgbClr val="1E1E1E"/>
                          </a:solidFill>
                        </a:rPr>
                        <a:t>6,2</a:t>
                      </a:r>
                    </a:p>
                  </a:txBody>
                  <a:tcPr marL="91440" marR="91440" marT="27432" marB="27432" anchor="ctr">
                    <a:solidFill>
                      <a:srgbClr val="EEEDED"/>
                    </a:solidFill>
                  </a:tcPr>
                </a:tc>
                <a:tc>
                  <a:txBody>
                    <a:bodyPr/>
                    <a:lstStyle/>
                    <a:p>
                      <a:r>
                        <a:rPr sz="1400" b="0">
                          <a:solidFill>
                            <a:srgbClr val="1E1E1E"/>
                          </a:solidFill>
                        </a:rPr>
                        <a:t>37,6</a:t>
                      </a:r>
                    </a:p>
                  </a:txBody>
                  <a:tcPr marL="91440" marR="91440" marT="27432" marB="27432" anchor="ctr">
                    <a:solidFill>
                      <a:srgbClr val="EEEDED"/>
                    </a:solidFill>
                  </a:tcPr>
                </a:tc>
                <a:tc>
                  <a:txBody>
                    <a:bodyPr/>
                    <a:lstStyle/>
                    <a:p>
                      <a:r>
                        <a:rPr sz="1400" b="0">
                          <a:solidFill>
                            <a:srgbClr val="1E1E1E"/>
                          </a:solidFill>
                        </a:rPr>
                        <a:t>0,78</a:t>
                      </a:r>
                    </a:p>
                  </a:txBody>
                  <a:tcPr marL="91440" marR="91440" marT="27432" marB="27432" anchor="ctr">
                    <a:solidFill>
                      <a:srgbClr val="EEEDED"/>
                    </a:solidFill>
                  </a:tcPr>
                </a:tc>
              </a:tr>
              <a:tr h="548640">
                <a:tc>
                  <a:txBody>
                    <a:bodyPr/>
                    <a:lstStyle/>
                    <a:p>
                      <a:r>
                        <a:rPr sz="1400" b="0">
                          <a:solidFill>
                            <a:srgbClr val="1E1E1E"/>
                          </a:solidFill>
                        </a:rPr>
                        <a:t>YOLOv8s-Pose</a:t>
                      </a:r>
                    </a:p>
                  </a:txBody>
                  <a:tcPr marL="91440" marR="91440" marT="27432" marB="27432" anchor="ctr">
                    <a:solidFill>
                      <a:srgbClr val="FFFFFF"/>
                    </a:solidFill>
                  </a:tcPr>
                </a:tc>
                <a:tc>
                  <a:txBody>
                    <a:bodyPr/>
                    <a:lstStyle/>
                    <a:p>
                      <a:r>
                        <a:rPr sz="1400" b="0">
                          <a:solidFill>
                            <a:srgbClr val="1E1E1E"/>
                          </a:solidFill>
                        </a:rPr>
                        <a:t>11,6</a:t>
                      </a:r>
                    </a:p>
                  </a:txBody>
                  <a:tcPr marL="91440" marR="91440" marT="27432" marB="27432" anchor="ctr">
                    <a:solidFill>
                      <a:srgbClr val="FFFFFF"/>
                    </a:solidFill>
                  </a:tcPr>
                </a:tc>
                <a:tc>
                  <a:txBody>
                    <a:bodyPr/>
                    <a:lstStyle/>
                    <a:p>
                      <a:r>
                        <a:rPr sz="1400" b="0">
                          <a:solidFill>
                            <a:srgbClr val="1E1E1E"/>
                          </a:solidFill>
                        </a:rPr>
                        <a:t>3,3</a:t>
                      </a:r>
                    </a:p>
                  </a:txBody>
                  <a:tcPr marL="91440" marR="91440" marT="27432" marB="27432" anchor="ctr">
                    <a:solidFill>
                      <a:srgbClr val="FFFFFF"/>
                    </a:solidFill>
                  </a:tcPr>
                </a:tc>
                <a:tc>
                  <a:txBody>
                    <a:bodyPr/>
                    <a:lstStyle/>
                    <a:p>
                      <a:r>
                        <a:rPr sz="1400" b="0">
                          <a:solidFill>
                            <a:srgbClr val="1E1E1E"/>
                          </a:solidFill>
                        </a:rPr>
                        <a:t>35,6</a:t>
                      </a:r>
                    </a:p>
                  </a:txBody>
                  <a:tcPr marL="91440" marR="91440" marT="27432" marB="27432" anchor="ctr">
                    <a:solidFill>
                      <a:srgbClr val="FFFFFF"/>
                    </a:solidFill>
                  </a:tcPr>
                </a:tc>
                <a:tc>
                  <a:txBody>
                    <a:bodyPr/>
                    <a:lstStyle/>
                    <a:p>
                      <a:r>
                        <a:rPr sz="1400" b="0">
                          <a:solidFill>
                            <a:srgbClr val="1E1E1E"/>
                          </a:solidFill>
                        </a:rPr>
                        <a:t>0,74</a:t>
                      </a:r>
                    </a:p>
                  </a:txBody>
                  <a:tcPr marL="91440" marR="91440" marT="27432" marB="27432" anchor="ctr">
                    <a:solidFill>
                      <a:srgbClr val="FFFFFF"/>
                    </a:solidFill>
                  </a:tcPr>
                </a:tc>
              </a:tr>
              <a:tr h="548640">
                <a:tc>
                  <a:txBody>
                    <a:bodyPr/>
                    <a:lstStyle/>
                    <a:p>
                      <a:r>
                        <a:rPr sz="1400" b="0">
                          <a:solidFill>
                            <a:srgbClr val="1E1E1E"/>
                          </a:solidFill>
                        </a:rPr>
                        <a:t>MoveNet Lightning</a:t>
                      </a:r>
                    </a:p>
                  </a:txBody>
                  <a:tcPr marL="91440" marR="91440" marT="27432" marB="27432" anchor="ctr">
                    <a:solidFill>
                      <a:srgbClr val="EEEDED"/>
                    </a:solidFill>
                  </a:tcPr>
                </a:tc>
                <a:tc>
                  <a:txBody>
                    <a:bodyPr/>
                    <a:lstStyle/>
                    <a:p>
                      <a:r>
                        <a:rPr sz="1400" b="0">
                          <a:solidFill>
                            <a:srgbClr val="1E1E1E"/>
                          </a:solidFill>
                        </a:rPr>
                        <a:t>—</a:t>
                      </a:r>
                    </a:p>
                  </a:txBody>
                  <a:tcPr marL="91440" marR="91440" marT="27432" marB="27432" anchor="ctr">
                    <a:solidFill>
                      <a:srgbClr val="EEEDED"/>
                    </a:solidFill>
                  </a:tcPr>
                </a:tc>
                <a:tc>
                  <a:txBody>
                    <a:bodyPr/>
                    <a:lstStyle/>
                    <a:p>
                      <a:r>
                        <a:rPr sz="1400" b="0">
                          <a:solidFill>
                            <a:srgbClr val="1E1E1E"/>
                          </a:solidFill>
                        </a:rPr>
                        <a:t>No medido</a:t>
                      </a:r>
                    </a:p>
                  </a:txBody>
                  <a:tcPr marL="91440" marR="91440" marT="27432" marB="27432" anchor="ctr">
                    <a:solidFill>
                      <a:srgbClr val="EEEDED"/>
                    </a:solidFill>
                  </a:tcPr>
                </a:tc>
                <a:tc>
                  <a:txBody>
                    <a:bodyPr/>
                    <a:lstStyle/>
                    <a:p>
                      <a:r>
                        <a:rPr sz="1400" b="0">
                          <a:solidFill>
                            <a:srgbClr val="1E1E1E"/>
                          </a:solidFill>
                        </a:rPr>
                        <a:t>35-48 (GPU)</a:t>
                      </a:r>
                    </a:p>
                  </a:txBody>
                  <a:tcPr marL="91440" marR="91440" marT="27432" marB="27432" anchor="ctr">
                    <a:solidFill>
                      <a:srgbClr val="EEEDED"/>
                    </a:solidFill>
                  </a:tcPr>
                </a:tc>
                <a:tc>
                  <a:txBody>
                    <a:bodyPr/>
                    <a:lstStyle/>
                    <a:p>
                      <a:r>
                        <a:rPr sz="1400" b="0">
                          <a:solidFill>
                            <a:srgbClr val="1E1E1E"/>
                          </a:solidFill>
                        </a:rPr>
                        <a:t>0,34-0,37 (GPU)</a:t>
                      </a:r>
                    </a:p>
                  </a:txBody>
                  <a:tcPr marL="91440" marR="91440" marT="27432" marB="27432" anchor="ctr">
                    <a:solidFill>
                      <a:srgbClr val="EEEDED"/>
                    </a:solidFill>
                  </a:tcPr>
                </a:tc>
              </a:tr>
            </a:tbl>
          </a:graphicData>
        </a:graphic>
      </p:graphicFrame>
      <p:sp>
        <p:nvSpPr>
          <p:cNvPr id="6" name="TextBox 5"/>
          <p:cNvSpPr txBox="1"/>
          <p:nvPr/>
        </p:nvSpPr>
        <p:spPr>
          <a:xfrm>
            <a:off x="905256" y="6035040"/>
            <a:ext cx="12344400" cy="320040"/>
          </a:xfrm>
          <a:prstGeom prst="rect">
            <a:avLst/>
          </a:prstGeom>
          <a:noFill/>
        </p:spPr>
        <p:txBody>
          <a:bodyPr wrap="square" anchor="t" lIns="0" rIns="0" tIns="0" bIns="0">
            <a:spAutoFit/>
          </a:bodyPr>
          <a:lstStyle/>
          <a:p>
            <a:pPr algn="l">
              <a:spcAft>
                <a:spcPts val="600"/>
              </a:spcAft>
            </a:pPr>
            <a:r>
              <a:rPr sz="1100" b="0">
                <a:solidFill>
                  <a:srgbClr val="504B4B"/>
                </a:solidFill>
              </a:rPr>
              <a:t>La detección ronda el 36 % porque el nadador solo está en el encuadre parte del vídeo. En el mismo vídeo: 15 ciclos válidos con YOLO frente a 3 con MoveNet.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A2 · Fatiga en las sesiones reales</a:t>
            </a:r>
          </a:p>
        </p:txBody>
      </p:sp>
      <p:sp>
        <p:nvSpPr>
          <p:cNvPr id="4" name="Text Placeholder 3"/>
          <p:cNvSpPr>
            <a:spLocks noGrp="1"/>
          </p:cNvSpPr>
          <p:nvPr>
            <p:ph type="body" idx="18" sz="quarter"/>
          </p:nvPr>
        </p:nvSpPr>
        <p:spPr>
          <a:xfrm>
            <a:ext cx="12344400" cy="0"/>
          </a:xfrm>
        </p:spPr>
        <p:txBody>
          <a:bodyPr/>
          <a:lstStyle/>
          <a:p>
            <a:r>
              <a:t>Sesiones de pasadas cortas del mismo participante, estilo y cámara</a:t>
            </a:r>
          </a:p>
        </p:txBody>
      </p:sp>
      <p:graphicFrame>
        <p:nvGraphicFramePr>
          <p:cNvPr id="5" name="Table 4"/>
          <p:cNvGraphicFramePr>
            <a:graphicFrameLocks noGrp="1"/>
          </p:cNvGraphicFramePr>
          <p:nvPr/>
        </p:nvGraphicFramePr>
        <p:xfrm>
          <a:off x="905256" y="2880360"/>
          <a:ext cx="12801600" cy="3182112"/>
        </p:xfrm>
        <a:graphic>
          <a:graphicData uri="http://schemas.openxmlformats.org/drawingml/2006/table">
            <a:tbl>
              <a:tblPr firstRow="1" bandRow="1">
                <a:tableStyleId>{5C22544A-7EE6-4342-B048-85BDC9FD1C3A}</a:tableStyleId>
              </a:tblPr>
              <a:tblGrid>
                <a:gridCol w="4572000"/>
                <a:gridCol w="2194560"/>
                <a:gridCol w="1828800"/>
                <a:gridCol w="4206240"/>
              </a:tblGrid>
              <a:tr h="530352">
                <a:tc>
                  <a:txBody>
                    <a:bodyPr/>
                    <a:lstStyle/>
                    <a:p>
                      <a:r>
                        <a:rPr sz="1400" b="1">
                          <a:solidFill>
                            <a:srgbClr val="FFFFFF"/>
                          </a:solidFill>
                        </a:rPr>
                        <a:t>Sesión</a:t>
                      </a:r>
                    </a:p>
                  </a:txBody>
                  <a:tcPr marL="91440" marR="91440" marT="27432" marB="27432" anchor="ctr">
                    <a:solidFill>
                      <a:srgbClr val="FF3228"/>
                    </a:solidFill>
                  </a:tcPr>
                </a:tc>
                <a:tc>
                  <a:txBody>
                    <a:bodyPr/>
                    <a:lstStyle/>
                    <a:p>
                      <a:r>
                        <a:rPr sz="1400" b="1">
                          <a:solidFill>
                            <a:srgbClr val="FFFFFF"/>
                          </a:solidFill>
                        </a:rPr>
                        <a:t>Secuencias</a:t>
                      </a:r>
                    </a:p>
                  </a:txBody>
                  <a:tcPr marL="91440" marR="91440" marT="27432" marB="27432" anchor="ctr">
                    <a:solidFill>
                      <a:srgbClr val="FF3228"/>
                    </a:solidFill>
                  </a:tcPr>
                </a:tc>
                <a:tc>
                  <a:txBody>
                    <a:bodyPr/>
                    <a:lstStyle/>
                    <a:p>
                      <a:r>
                        <a:rPr sz="1400" b="1">
                          <a:solidFill>
                            <a:srgbClr val="FFFFFF"/>
                          </a:solidFill>
                        </a:rPr>
                        <a:t>Ciclos</a:t>
                      </a:r>
                    </a:p>
                  </a:txBody>
                  <a:tcPr marL="91440" marR="91440" marT="27432" marB="27432" anchor="ctr">
                    <a:solidFill>
                      <a:srgbClr val="FF3228"/>
                    </a:solidFill>
                  </a:tcPr>
                </a:tc>
                <a:tc>
                  <a:txBody>
                    <a:bodyPr/>
                    <a:lstStyle/>
                    <a:p>
                      <a:r>
                        <a:rPr sz="1400" b="1">
                          <a:solidFill>
                            <a:srgbClr val="FFFFFF"/>
                          </a:solidFill>
                        </a:rPr>
                        <a:t>Resultado</a:t>
                      </a:r>
                    </a:p>
                  </a:txBody>
                  <a:tcPr marL="91440" marR="91440" marT="27432" marB="27432" anchor="ctr">
                    <a:solidFill>
                      <a:srgbClr val="FF3228"/>
                    </a:solidFill>
                  </a:tcPr>
                </a:tc>
              </a:tr>
              <a:tr h="530352">
                <a:tc>
                  <a:txBody>
                    <a:bodyPr/>
                    <a:lstStyle/>
                    <a:p>
                      <a:r>
                        <a:rPr sz="1400" b="0">
                          <a:solidFill>
                            <a:srgbClr val="1E1E1E"/>
                          </a:solidFill>
                        </a:rPr>
                        <a:t>P1 · crol · GoPro</a:t>
                      </a:r>
                    </a:p>
                  </a:txBody>
                  <a:tcPr marL="91440" marR="91440" marT="27432" marB="27432" anchor="ctr">
                    <a:solidFill>
                      <a:srgbClr val="FFFFFF"/>
                    </a:solidFill>
                  </a:tcPr>
                </a:tc>
                <a:tc>
                  <a:txBody>
                    <a:bodyPr/>
                    <a:lstStyle/>
                    <a:p>
                      <a:r>
                        <a:rPr sz="1400" b="0">
                          <a:solidFill>
                            <a:srgbClr val="1E1E1E"/>
                          </a:solidFill>
                        </a:rPr>
                        <a:t>3</a:t>
                      </a:r>
                    </a:p>
                  </a:txBody>
                  <a:tcPr marL="91440" marR="91440" marT="27432" marB="27432" anchor="ctr">
                    <a:solidFill>
                      <a:srgbClr val="FFFFFF"/>
                    </a:solidFill>
                  </a:tcPr>
                </a:tc>
                <a:tc>
                  <a:txBody>
                    <a:bodyPr/>
                    <a:lstStyle/>
                    <a:p>
                      <a:r>
                        <a:rPr sz="1400" b="0">
                          <a:solidFill>
                            <a:srgbClr val="1E1E1E"/>
                          </a:solidFill>
                        </a:rPr>
                        <a:t>10</a:t>
                      </a:r>
                    </a:p>
                  </a:txBody>
                  <a:tcPr marL="91440" marR="91440" marT="27432" marB="27432" anchor="ctr">
                    <a:solidFill>
                      <a:srgbClr val="FFFFFF"/>
                    </a:solidFill>
                  </a:tcPr>
                </a:tc>
                <a:tc>
                  <a:txBody>
                    <a:bodyPr/>
                    <a:lstStyle/>
                    <a:p>
                      <a:r>
                        <a:rPr sz="1400" b="0">
                          <a:solidFill>
                            <a:srgbClr val="1E1E1E"/>
                          </a:solidFill>
                        </a:rPr>
                        <a:t>Sin fatiga sostenida</a:t>
                      </a:r>
                    </a:p>
                  </a:txBody>
                  <a:tcPr marL="91440" marR="91440" marT="27432" marB="27432" anchor="ctr">
                    <a:solidFill>
                      <a:srgbClr val="FFFFFF"/>
                    </a:solidFill>
                  </a:tcPr>
                </a:tc>
              </a:tr>
              <a:tr h="530352">
                <a:tc>
                  <a:txBody>
                    <a:bodyPr/>
                    <a:lstStyle/>
                    <a:p>
                      <a:r>
                        <a:rPr sz="1400" b="0">
                          <a:solidFill>
                            <a:srgbClr val="1E1E1E"/>
                          </a:solidFill>
                        </a:rPr>
                        <a:t>P1 · crol · móvil</a:t>
                      </a:r>
                    </a:p>
                  </a:txBody>
                  <a:tcPr marL="91440" marR="91440" marT="27432" marB="27432" anchor="ctr">
                    <a:solidFill>
                      <a:srgbClr val="EEEDED"/>
                    </a:solidFill>
                  </a:tcPr>
                </a:tc>
                <a:tc>
                  <a:txBody>
                    <a:bodyPr/>
                    <a:lstStyle/>
                    <a:p>
                      <a:r>
                        <a:rPr sz="1400" b="0">
                          <a:solidFill>
                            <a:srgbClr val="1E1E1E"/>
                          </a:solidFill>
                        </a:rPr>
                        <a:t>2</a:t>
                      </a:r>
                    </a:p>
                  </a:txBody>
                  <a:tcPr marL="91440" marR="91440" marT="27432" marB="27432" anchor="ctr">
                    <a:solidFill>
                      <a:srgbClr val="EEEDED"/>
                    </a:solidFill>
                  </a:tcPr>
                </a:tc>
                <a:tc>
                  <a:txBody>
                    <a:bodyPr/>
                    <a:lstStyle/>
                    <a:p>
                      <a:r>
                        <a:rPr sz="1400" b="0">
                          <a:solidFill>
                            <a:srgbClr val="1E1E1E"/>
                          </a:solidFill>
                        </a:rPr>
                        <a:t>7</a:t>
                      </a:r>
                    </a:p>
                  </a:txBody>
                  <a:tcPr marL="91440" marR="91440" marT="27432" marB="27432" anchor="ctr">
                    <a:solidFill>
                      <a:srgbClr val="EEEDED"/>
                    </a:solidFill>
                  </a:tcPr>
                </a:tc>
                <a:tc>
                  <a:txBody>
                    <a:bodyPr/>
                    <a:lstStyle/>
                    <a:p>
                      <a:r>
                        <a:rPr sz="1400" b="0">
                          <a:solidFill>
                            <a:srgbClr val="1E1E1E"/>
                          </a:solidFill>
                        </a:rPr>
                        <a:t>Insuficiente (&lt; 8 ciclos)</a:t>
                      </a:r>
                    </a:p>
                  </a:txBody>
                  <a:tcPr marL="91440" marR="91440" marT="27432" marB="27432" anchor="ctr">
                    <a:solidFill>
                      <a:srgbClr val="EEEDED"/>
                    </a:solidFill>
                  </a:tcPr>
                </a:tc>
              </a:tr>
              <a:tr h="530352">
                <a:tc>
                  <a:txBody>
                    <a:bodyPr/>
                    <a:lstStyle/>
                    <a:p>
                      <a:r>
                        <a:rPr sz="1400" b="0">
                          <a:solidFill>
                            <a:srgbClr val="1E1E1E"/>
                          </a:solidFill>
                        </a:rPr>
                        <a:t>P4 · braza · GoPro</a:t>
                      </a:r>
                    </a:p>
                  </a:txBody>
                  <a:tcPr marL="91440" marR="91440" marT="27432" marB="27432" anchor="ctr">
                    <a:solidFill>
                      <a:srgbClr val="FFFFFF"/>
                    </a:solidFill>
                  </a:tcPr>
                </a:tc>
                <a:tc>
                  <a:txBody>
                    <a:bodyPr/>
                    <a:lstStyle/>
                    <a:p>
                      <a:r>
                        <a:rPr sz="1400" b="0">
                          <a:solidFill>
                            <a:srgbClr val="1E1E1E"/>
                          </a:solidFill>
                        </a:rPr>
                        <a:t>2</a:t>
                      </a:r>
                    </a:p>
                  </a:txBody>
                  <a:tcPr marL="91440" marR="91440" marT="27432" marB="27432" anchor="ctr">
                    <a:solidFill>
                      <a:srgbClr val="FFFFFF"/>
                    </a:solidFill>
                  </a:tcPr>
                </a:tc>
                <a:tc>
                  <a:txBody>
                    <a:bodyPr/>
                    <a:lstStyle/>
                    <a:p>
                      <a:r>
                        <a:rPr sz="1400" b="0">
                          <a:solidFill>
                            <a:srgbClr val="1E1E1E"/>
                          </a:solidFill>
                        </a:rPr>
                        <a:t>27</a:t>
                      </a:r>
                    </a:p>
                  </a:txBody>
                  <a:tcPr marL="91440" marR="91440" marT="27432" marB="27432" anchor="ctr">
                    <a:solidFill>
                      <a:srgbClr val="FFFFFF"/>
                    </a:solidFill>
                  </a:tcPr>
                </a:tc>
                <a:tc>
                  <a:txBody>
                    <a:bodyPr/>
                    <a:lstStyle/>
                    <a:p>
                      <a:r>
                        <a:rPr sz="1400" b="0">
                          <a:solidFill>
                            <a:srgbClr val="1E1E1E"/>
                          </a:solidFill>
                        </a:rPr>
                        <a:t>Sin fatiga sostenida</a:t>
                      </a:r>
                    </a:p>
                  </a:txBody>
                  <a:tcPr marL="91440" marR="91440" marT="27432" marB="27432" anchor="ctr">
                    <a:solidFill>
                      <a:srgbClr val="FFFFFF"/>
                    </a:solidFill>
                  </a:tcPr>
                </a:tc>
              </a:tr>
              <a:tr h="530352">
                <a:tc>
                  <a:txBody>
                    <a:bodyPr/>
                    <a:lstStyle/>
                    <a:p>
                      <a:r>
                        <a:rPr sz="1400" b="0">
                          <a:solidFill>
                            <a:srgbClr val="1E1E1E"/>
                          </a:solidFill>
                        </a:rPr>
                        <a:t>P4 · braza · móvil</a:t>
                      </a:r>
                    </a:p>
                  </a:txBody>
                  <a:tcPr marL="91440" marR="91440" marT="27432" marB="27432" anchor="ctr">
                    <a:solidFill>
                      <a:srgbClr val="EEEDED"/>
                    </a:solidFill>
                  </a:tcPr>
                </a:tc>
                <a:tc>
                  <a:txBody>
                    <a:bodyPr/>
                    <a:lstStyle/>
                    <a:p>
                      <a:r>
                        <a:rPr sz="1400" b="0">
                          <a:solidFill>
                            <a:srgbClr val="1E1E1E"/>
                          </a:solidFill>
                        </a:rPr>
                        <a:t>2</a:t>
                      </a:r>
                    </a:p>
                  </a:txBody>
                  <a:tcPr marL="91440" marR="91440" marT="27432" marB="27432" anchor="ctr">
                    <a:solidFill>
                      <a:srgbClr val="EEEDED"/>
                    </a:solidFill>
                  </a:tcPr>
                </a:tc>
                <a:tc>
                  <a:txBody>
                    <a:bodyPr/>
                    <a:lstStyle/>
                    <a:p>
                      <a:r>
                        <a:rPr sz="1400" b="0">
                          <a:solidFill>
                            <a:srgbClr val="1E1E1E"/>
                          </a:solidFill>
                        </a:rPr>
                        <a:t>4</a:t>
                      </a:r>
                    </a:p>
                  </a:txBody>
                  <a:tcPr marL="91440" marR="91440" marT="27432" marB="27432" anchor="ctr">
                    <a:solidFill>
                      <a:srgbClr val="EEEDED"/>
                    </a:solidFill>
                  </a:tcPr>
                </a:tc>
                <a:tc>
                  <a:txBody>
                    <a:bodyPr/>
                    <a:lstStyle/>
                    <a:p>
                      <a:r>
                        <a:rPr sz="1400" b="0">
                          <a:solidFill>
                            <a:srgbClr val="1E1E1E"/>
                          </a:solidFill>
                        </a:rPr>
                        <a:t>Insuficiente (&lt; 8 ciclos)</a:t>
                      </a:r>
                    </a:p>
                  </a:txBody>
                  <a:tcPr marL="91440" marR="91440" marT="27432" marB="27432" anchor="ctr">
                    <a:solidFill>
                      <a:srgbClr val="EEEDED"/>
                    </a:solidFill>
                  </a:tcPr>
                </a:tc>
              </a:tr>
              <a:tr h="530352">
                <a:tc>
                  <a:txBody>
                    <a:bodyPr/>
                    <a:lstStyle/>
                    <a:p>
                      <a:r>
                        <a:rPr sz="1400" b="0">
                          <a:solidFill>
                            <a:srgbClr val="1E1E1E"/>
                          </a:solidFill>
                        </a:rPr>
                        <a:t>P3 · mariposa · GoPro</a:t>
                      </a:r>
                    </a:p>
                  </a:txBody>
                  <a:tcPr marL="91440" marR="91440" marT="27432" marB="27432" anchor="ctr">
                    <a:solidFill>
                      <a:srgbClr val="FFFFFF"/>
                    </a:solidFill>
                  </a:tcPr>
                </a:tc>
                <a:tc>
                  <a:txBody>
                    <a:bodyPr/>
                    <a:lstStyle/>
                    <a:p>
                      <a:r>
                        <a:rPr sz="1400" b="0">
                          <a:solidFill>
                            <a:srgbClr val="1E1E1E"/>
                          </a:solidFill>
                        </a:rPr>
                        <a:t>2</a:t>
                      </a:r>
                    </a:p>
                  </a:txBody>
                  <a:tcPr marL="91440" marR="91440" marT="27432" marB="27432" anchor="ctr">
                    <a:solidFill>
                      <a:srgbClr val="FFFFFF"/>
                    </a:solidFill>
                  </a:tcPr>
                </a:tc>
                <a:tc>
                  <a:txBody>
                    <a:bodyPr/>
                    <a:lstStyle/>
                    <a:p>
                      <a:r>
                        <a:rPr sz="1400" b="0">
                          <a:solidFill>
                            <a:srgbClr val="1E1E1E"/>
                          </a:solidFill>
                        </a:rPr>
                        <a:t>26</a:t>
                      </a:r>
                    </a:p>
                  </a:txBody>
                  <a:tcPr marL="91440" marR="91440" marT="27432" marB="27432" anchor="ctr">
                    <a:solidFill>
                      <a:srgbClr val="FFFFFF"/>
                    </a:solidFill>
                  </a:tcPr>
                </a:tc>
                <a:tc>
                  <a:txBody>
                    <a:bodyPr/>
                    <a:lstStyle/>
                    <a:p>
                      <a:r>
                        <a:rPr sz="1400" b="0">
                          <a:solidFill>
                            <a:srgbClr val="1E1E1E"/>
                          </a:solidFill>
                        </a:rPr>
                        <a:t>Sin fatiga sostenida</a:t>
                      </a:r>
                    </a:p>
                  </a:txBody>
                  <a:tcPr marL="91440" marR="91440" marT="27432" marB="27432" anchor="ctr">
                    <a:solidFill>
                      <a:srgbClr val="FFFFFF"/>
                    </a:solidFill>
                  </a:tcPr>
                </a:tc>
              </a:tr>
            </a:tbl>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A3 · Caso sintético completo (Tabla 7)</a:t>
            </a:r>
          </a:p>
        </p:txBody>
      </p:sp>
      <p:sp>
        <p:nvSpPr>
          <p:cNvPr id="4" name="Text Placeholder 3"/>
          <p:cNvSpPr>
            <a:spLocks noGrp="1"/>
          </p:cNvSpPr>
          <p:nvPr>
            <p:ph type="body" idx="18" sz="quarter"/>
          </p:nvPr>
        </p:nvSpPr>
        <p:spPr>
          <a:xfrm>
            <a:ext cx="12344400" cy="0"/>
          </a:xfrm>
        </p:spPr>
        <p:txBody>
          <a:bodyPr/>
          <a:lstStyle/>
          <a:p>
            <a:r>
              <a:t>Secuencia de 120 s con fatiga programada entre t = 59 s y t = 81 s</a:t>
            </a:r>
          </a:p>
        </p:txBody>
      </p:sp>
      <p:graphicFrame>
        <p:nvGraphicFramePr>
          <p:cNvPr id="5" name="Table 4"/>
          <p:cNvGraphicFramePr>
            <a:graphicFrameLocks noGrp="1"/>
          </p:cNvGraphicFramePr>
          <p:nvPr/>
        </p:nvGraphicFramePr>
        <p:xfrm>
          <a:off x="905256" y="2834640"/>
          <a:ext cx="12801600" cy="3712464"/>
        </p:xfrm>
        <a:graphic>
          <a:graphicData uri="http://schemas.openxmlformats.org/drawingml/2006/table">
            <a:tbl>
              <a:tblPr firstRow="1" bandRow="1">
                <a:tableStyleId>{5C22544A-7EE6-4342-B048-85BDC9FD1C3A}</a:tableStyleId>
              </a:tblPr>
              <a:tblGrid>
                <a:gridCol w="4206240"/>
                <a:gridCol w="4297680"/>
                <a:gridCol w="4297680"/>
              </a:tblGrid>
              <a:tr h="530352">
                <a:tc>
                  <a:txBody>
                    <a:bodyPr/>
                    <a:lstStyle/>
                    <a:p>
                      <a:r>
                        <a:rPr sz="1300" b="1">
                          <a:solidFill>
                            <a:srgbClr val="FFFFFF"/>
                          </a:solidFill>
                        </a:rPr>
                        <a:t>Medida</a:t>
                      </a:r>
                    </a:p>
                  </a:txBody>
                  <a:tcPr marL="91440" marR="91440" marT="27432" marB="27432" anchor="ctr">
                    <a:solidFill>
                      <a:srgbClr val="FF3228"/>
                    </a:solidFill>
                  </a:tcPr>
                </a:tc>
                <a:tc>
                  <a:txBody>
                    <a:bodyPr/>
                    <a:lstStyle/>
                    <a:p>
                      <a:r>
                        <a:rPr sz="1300" b="1">
                          <a:solidFill>
                            <a:srgbClr val="FFFFFF"/>
                          </a:solidFill>
                        </a:rPr>
                        <a:t>Vista lateral</a:t>
                      </a:r>
                    </a:p>
                  </a:txBody>
                  <a:tcPr marL="91440" marR="91440" marT="27432" marB="27432" anchor="ctr">
                    <a:solidFill>
                      <a:srgbClr val="FF3228"/>
                    </a:solidFill>
                  </a:tcPr>
                </a:tc>
                <a:tc>
                  <a:txBody>
                    <a:bodyPr/>
                    <a:lstStyle/>
                    <a:p>
                      <a:r>
                        <a:rPr sz="1300" b="1">
                          <a:solidFill>
                            <a:srgbClr val="FFFFFF"/>
                          </a:solidFill>
                        </a:rPr>
                        <a:t>Vista frontal</a:t>
                      </a:r>
                    </a:p>
                  </a:txBody>
                  <a:tcPr marL="91440" marR="91440" marT="27432" marB="27432" anchor="ctr">
                    <a:solidFill>
                      <a:srgbClr val="FF3228"/>
                    </a:solidFill>
                  </a:tcPr>
                </a:tc>
              </a:tr>
              <a:tr h="530352">
                <a:tc>
                  <a:txBody>
                    <a:bodyPr/>
                    <a:lstStyle/>
                    <a:p>
                      <a:r>
                        <a:rPr sz="1300" b="0">
                          <a:solidFill>
                            <a:srgbClr val="1E1E1E"/>
                          </a:solidFill>
                        </a:rPr>
                        <a:t>Ciclos analizados</a:t>
                      </a:r>
                    </a:p>
                  </a:txBody>
                  <a:tcPr marL="91440" marR="91440" marT="27432" marB="27432" anchor="ctr">
                    <a:solidFill>
                      <a:srgbClr val="FFFFFF"/>
                    </a:solidFill>
                  </a:tcPr>
                </a:tc>
                <a:tc>
                  <a:txBody>
                    <a:bodyPr/>
                    <a:lstStyle/>
                    <a:p>
                      <a:r>
                        <a:rPr sz="1300" b="0">
                          <a:solidFill>
                            <a:srgbClr val="1E1E1E"/>
                          </a:solidFill>
                        </a:rPr>
                        <a:t>91</a:t>
                      </a:r>
                    </a:p>
                  </a:txBody>
                  <a:tcPr marL="91440" marR="91440" marT="27432" marB="27432" anchor="ctr">
                    <a:solidFill>
                      <a:srgbClr val="FFFFFF"/>
                    </a:solidFill>
                  </a:tcPr>
                </a:tc>
                <a:tc>
                  <a:txBody>
                    <a:bodyPr/>
                    <a:lstStyle/>
                    <a:p>
                      <a:r>
                        <a:rPr sz="1300" b="0">
                          <a:solidFill>
                            <a:srgbClr val="1E1E1E"/>
                          </a:solidFill>
                        </a:rPr>
                        <a:t>98</a:t>
                      </a:r>
                    </a:p>
                  </a:txBody>
                  <a:tcPr marL="91440" marR="91440" marT="27432" marB="27432" anchor="ctr">
                    <a:solidFill>
                      <a:srgbClr val="FFFFFF"/>
                    </a:solidFill>
                  </a:tcPr>
                </a:tc>
              </a:tr>
              <a:tr h="530352">
                <a:tc>
                  <a:txBody>
                    <a:bodyPr/>
                    <a:lstStyle/>
                    <a:p>
                      <a:r>
                        <a:rPr sz="1300" b="0">
                          <a:solidFill>
                            <a:srgbClr val="1E1E1E"/>
                          </a:solidFill>
                        </a:rPr>
                        <a:t>Error mediano de la frecuencia de ciclo</a:t>
                      </a:r>
                    </a:p>
                  </a:txBody>
                  <a:tcPr marL="91440" marR="91440" marT="27432" marB="27432" anchor="ctr">
                    <a:solidFill>
                      <a:srgbClr val="EEEDED"/>
                    </a:solidFill>
                  </a:tcPr>
                </a:tc>
                <a:tc>
                  <a:txBody>
                    <a:bodyPr/>
                    <a:lstStyle/>
                    <a:p>
                      <a:r>
                        <a:rPr sz="1300" b="0">
                          <a:solidFill>
                            <a:srgbClr val="1E1E1E"/>
                          </a:solidFill>
                        </a:rPr>
                        <a:t>4,7 %</a:t>
                      </a:r>
                    </a:p>
                  </a:txBody>
                  <a:tcPr marL="91440" marR="91440" marT="27432" marB="27432" anchor="ctr">
                    <a:solidFill>
                      <a:srgbClr val="EEEDED"/>
                    </a:solidFill>
                  </a:tcPr>
                </a:tc>
                <a:tc>
                  <a:txBody>
                    <a:bodyPr/>
                    <a:lstStyle/>
                    <a:p>
                      <a:r>
                        <a:rPr sz="1300" b="0">
                          <a:solidFill>
                            <a:srgbClr val="1E1E1E"/>
                          </a:solidFill>
                        </a:rPr>
                        <a:t>0,3 %</a:t>
                      </a:r>
                    </a:p>
                  </a:txBody>
                  <a:tcPr marL="91440" marR="91440" marT="27432" marB="27432" anchor="ctr">
                    <a:solidFill>
                      <a:srgbClr val="EEEDED"/>
                    </a:solidFill>
                  </a:tcPr>
                </a:tc>
              </a:tr>
              <a:tr h="530352">
                <a:tc>
                  <a:txBody>
                    <a:bodyPr/>
                    <a:lstStyle/>
                    <a:p>
                      <a:r>
                        <a:rPr sz="1300" b="0">
                          <a:solidFill>
                            <a:srgbClr val="1E1E1E"/>
                          </a:solidFill>
                        </a:rPr>
                        <a:t>Error mediano de la velocidad</a:t>
                      </a:r>
                    </a:p>
                  </a:txBody>
                  <a:tcPr marL="91440" marR="91440" marT="27432" marB="27432" anchor="ctr">
                    <a:solidFill>
                      <a:srgbClr val="FFFFFF"/>
                    </a:solidFill>
                  </a:tcPr>
                </a:tc>
                <a:tc>
                  <a:txBody>
                    <a:bodyPr/>
                    <a:lstStyle/>
                    <a:p>
                      <a:r>
                        <a:rPr sz="1300" b="0">
                          <a:solidFill>
                            <a:srgbClr val="1E1E1E"/>
                          </a:solidFill>
                        </a:rPr>
                        <a:t>1,3 %</a:t>
                      </a:r>
                    </a:p>
                  </a:txBody>
                  <a:tcPr marL="91440" marR="91440" marT="27432" marB="27432" anchor="ctr">
                    <a:solidFill>
                      <a:srgbClr val="FFFFFF"/>
                    </a:solidFill>
                  </a:tcPr>
                </a:tc>
                <a:tc>
                  <a:txBody>
                    <a:bodyPr/>
                    <a:lstStyle/>
                    <a:p>
                      <a:r>
                        <a:rPr sz="1300" b="0">
                          <a:solidFill>
                            <a:srgbClr val="1E1E1E"/>
                          </a:solidFill>
                        </a:rPr>
                        <a:t>No observable de frente</a:t>
                      </a:r>
                    </a:p>
                  </a:txBody>
                  <a:tcPr marL="91440" marR="91440" marT="27432" marB="27432" anchor="ctr">
                    <a:solidFill>
                      <a:srgbClr val="FFFFFF"/>
                    </a:solidFill>
                  </a:tcPr>
                </a:tc>
              </a:tr>
              <a:tr h="530352">
                <a:tc>
                  <a:txBody>
                    <a:bodyPr/>
                    <a:lstStyle/>
                    <a:p>
                      <a:r>
                        <a:rPr sz="1300" b="0">
                          <a:solidFill>
                            <a:srgbClr val="1E1E1E"/>
                          </a:solidFill>
                        </a:rPr>
                        <a:t>Error mediano de la distancia por ciclo</a:t>
                      </a:r>
                    </a:p>
                  </a:txBody>
                  <a:tcPr marL="91440" marR="91440" marT="27432" marB="27432" anchor="ctr">
                    <a:solidFill>
                      <a:srgbClr val="EEEDED"/>
                    </a:solidFill>
                  </a:tcPr>
                </a:tc>
                <a:tc>
                  <a:txBody>
                    <a:bodyPr/>
                    <a:lstStyle/>
                    <a:p>
                      <a:r>
                        <a:rPr sz="1300" b="0">
                          <a:solidFill>
                            <a:srgbClr val="1E1E1E"/>
                          </a:solidFill>
                        </a:rPr>
                        <a:t>4,3 %</a:t>
                      </a:r>
                    </a:p>
                  </a:txBody>
                  <a:tcPr marL="91440" marR="91440" marT="27432" marB="27432" anchor="ctr">
                    <a:solidFill>
                      <a:srgbClr val="EEEDED"/>
                    </a:solidFill>
                  </a:tcPr>
                </a:tc>
                <a:tc>
                  <a:txBody>
                    <a:bodyPr/>
                    <a:lstStyle/>
                    <a:p>
                      <a:r>
                        <a:rPr sz="1300" b="0">
                          <a:solidFill>
                            <a:srgbClr val="1E1E1E"/>
                          </a:solidFill>
                        </a:rPr>
                        <a:t>No observable de frente</a:t>
                      </a:r>
                    </a:p>
                  </a:txBody>
                  <a:tcPr marL="91440" marR="91440" marT="27432" marB="27432" anchor="ctr">
                    <a:solidFill>
                      <a:srgbClr val="EEEDED"/>
                    </a:solidFill>
                  </a:tcPr>
                </a:tc>
              </a:tr>
              <a:tr h="530352">
                <a:tc>
                  <a:txBody>
                    <a:bodyPr/>
                    <a:lstStyle/>
                    <a:p>
                      <a:r>
                        <a:rPr sz="1300" b="0">
                          <a:solidFill>
                            <a:srgbClr val="1E1E1E"/>
                          </a:solidFill>
                        </a:rPr>
                        <a:t>Inicio de la fatiga detectado</a:t>
                      </a:r>
                    </a:p>
                  </a:txBody>
                  <a:tcPr marL="91440" marR="91440" marT="27432" marB="27432" anchor="ctr">
                    <a:solidFill>
                      <a:srgbClr val="FFFFFF"/>
                    </a:solidFill>
                  </a:tcPr>
                </a:tc>
                <a:tc>
                  <a:txBody>
                    <a:bodyPr/>
                    <a:lstStyle/>
                    <a:p>
                      <a:r>
                        <a:rPr sz="1300" b="0">
                          <a:solidFill>
                            <a:srgbClr val="1E1E1E"/>
                          </a:solidFill>
                        </a:rPr>
                        <a:t>t = 57,3 s (ciclo 42)</a:t>
                      </a:r>
                    </a:p>
                  </a:txBody>
                  <a:tcPr marL="91440" marR="91440" marT="27432" marB="27432" anchor="ctr">
                    <a:solidFill>
                      <a:srgbClr val="FFFFFF"/>
                    </a:solidFill>
                  </a:tcPr>
                </a:tc>
                <a:tc>
                  <a:txBody>
                    <a:bodyPr/>
                    <a:lstStyle/>
                    <a:p>
                      <a:r>
                        <a:rPr sz="1300" b="0">
                          <a:solidFill>
                            <a:srgbClr val="1E1E1E"/>
                          </a:solidFill>
                        </a:rPr>
                        <a:t>t = 57,8 s (ciclo 45)</a:t>
                      </a:r>
                    </a:p>
                  </a:txBody>
                  <a:tcPr marL="91440" marR="91440" marT="27432" marB="27432" anchor="ctr">
                    <a:solidFill>
                      <a:srgbClr val="FFFFFF"/>
                    </a:solidFill>
                  </a:tcPr>
                </a:tc>
              </a:tr>
              <a:tr h="530352">
                <a:tc>
                  <a:txBody>
                    <a:bodyPr/>
                    <a:lstStyle/>
                    <a:p>
                      <a:r>
                        <a:rPr sz="1300" b="0">
                          <a:solidFill>
                            <a:srgbClr val="1E1E1E"/>
                          </a:solidFill>
                        </a:rPr>
                        <a:t>Variables con mayor atribución SHAP</a:t>
                      </a:r>
                    </a:p>
                  </a:txBody>
                  <a:tcPr marL="91440" marR="91440" marT="27432" marB="27432" anchor="ctr">
                    <a:solidFill>
                      <a:srgbClr val="EEEDED"/>
                    </a:solidFill>
                  </a:tcPr>
                </a:tc>
                <a:tc>
                  <a:txBody>
                    <a:bodyPr/>
                    <a:lstStyle/>
                    <a:p>
                      <a:r>
                        <a:rPr sz="1300" b="0">
                          <a:solidFill>
                            <a:srgbClr val="1E1E1E"/>
                          </a:solidFill>
                        </a:rPr>
                        <a:t>Apertura del hombro, asimetría de brazos, inclinación del tronco</a:t>
                      </a:r>
                    </a:p>
                  </a:txBody>
                  <a:tcPr marL="91440" marR="91440" marT="27432" marB="27432" anchor="ctr">
                    <a:solidFill>
                      <a:srgbClr val="EEEDED"/>
                    </a:solidFill>
                  </a:tcPr>
                </a:tc>
                <a:tc>
                  <a:txBody>
                    <a:bodyPr/>
                    <a:lstStyle/>
                    <a:p>
                      <a:r>
                        <a:rPr sz="1300" b="0">
                          <a:solidFill>
                            <a:srgbClr val="1E1E1E"/>
                          </a:solidFill>
                        </a:rPr>
                        <a:t>Frecuencia de ciclo, asimetría de brazos, alcance del brazo</a:t>
                      </a:r>
                    </a:p>
                  </a:txBody>
                  <a:tcPr marL="91440" marR="91440" marT="27432" marB="27432" anchor="ctr">
                    <a:solidFill>
                      <a:srgbClr val="EEEDED"/>
                    </a:solidFill>
                  </a:tcPr>
                </a:tc>
              </a:tr>
            </a:tbl>
          </a:graphicData>
        </a:graphic>
      </p:graphicFrame>
      <p:sp>
        <p:nvSpPr>
          <p:cNvPr id="6" name="TextBox 5"/>
          <p:cNvSpPr txBox="1"/>
          <p:nvPr/>
        </p:nvSpPr>
        <p:spPr>
          <a:xfrm>
            <a:off x="905256" y="6766560"/>
            <a:ext cx="12344400" cy="320040"/>
          </a:xfrm>
          <a:prstGeom prst="rect">
            <a:avLst/>
          </a:prstGeom>
          <a:noFill/>
        </p:spPr>
        <p:txBody>
          <a:bodyPr wrap="square" anchor="t" lIns="0" rIns="0" tIns="0" bIns="0">
            <a:spAutoFit/>
          </a:bodyPr>
          <a:lstStyle/>
          <a:p>
            <a:pPr algn="l">
              <a:spcAft>
                <a:spcPts val="600"/>
              </a:spcAft>
            </a:pPr>
            <a:r>
              <a:rPr sz="1100" b="0">
                <a:solidFill>
                  <a:srgbClr val="504B4B"/>
                </a:solidFill>
              </a:rPr>
              <a:t>Datos sintéticos. Fuente: memoria, Tabla 7.</a:t>
            </a:r>
          </a:p>
        </p:txBody>
      </p:sp>
    </p:spTree>
  </p:cSld>
  <p:clrMapOvr>
    <a:masterClrMapping/>
  </p:clrMapOvr>
</p:sld>
</file>

<file path=ppt/theme/theme1.xml><?xml version="1.0" encoding="utf-8"?>
<a:theme xmlns:a="http://schemas.openxmlformats.org/drawingml/2006/main" name="Tema de Office">
  <a:themeElements>
    <a:clrScheme name="UEM">
      <a:dk1>
        <a:srgbClr val="1E1E1E"/>
      </a:dk1>
      <a:lt1>
        <a:srgbClr val="FFFFFF"/>
      </a:lt1>
      <a:dk2>
        <a:srgbClr val="504B4B"/>
      </a:dk2>
      <a:lt2>
        <a:srgbClr val="D2D1D1"/>
      </a:lt2>
      <a:accent1>
        <a:srgbClr val="FF3228"/>
      </a:accent1>
      <a:accent2>
        <a:srgbClr val="2D41B4"/>
      </a:accent2>
      <a:accent3>
        <a:srgbClr val="23B4AA"/>
      </a:accent3>
      <a:accent4>
        <a:srgbClr val="FFAFAA"/>
      </a:accent4>
      <a:accent5>
        <a:srgbClr val="FF5A50"/>
      </a:accent5>
      <a:accent6>
        <a:srgbClr val="504B4B"/>
      </a:accent6>
      <a:hlink>
        <a:srgbClr val="FF3228"/>
      </a:hlink>
      <a:folHlink>
        <a:srgbClr val="FF5A50"/>
      </a:folHlink>
    </a:clrScheme>
    <a:fontScheme name="UEM">
      <a:majorFont>
        <a:latin typeface="Century Gothic"/>
        <a:ea typeface=""/>
        <a:cs typeface=""/>
      </a:majorFont>
      <a:minorFont>
        <a:latin typeface="Century Gothic"/>
        <a:ea typeface=""/>
        <a:cs typeface=""/>
      </a:minorFont>
    </a:fontScheme>
    <a:fmtScheme name="Tema d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o" ma:contentTypeID="0x0101009EDEC3EEDB36734098E55D077E5C3584" ma:contentTypeVersion="10" ma:contentTypeDescription="Crear nuevo documento." ma:contentTypeScope="" ma:versionID="700d96ffd85efff1b4af5f024aa9d5d1">
  <xsd:schema xmlns:xsd="http://www.w3.org/2001/XMLSchema" xmlns:xs="http://www.w3.org/2001/XMLSchema" xmlns:p="http://schemas.microsoft.com/office/2006/metadata/properties" xmlns:ns2="0b4b1c4d-6bb0-4ef4-b5bc-519edc72ffe9" xmlns:ns3="c841b233-7233-448a-ba0a-1f28b3423e96" targetNamespace="http://schemas.microsoft.com/office/2006/metadata/properties" ma:root="true" ma:fieldsID="9a799093db3c68c21b3b0ed03e23df8a" ns2:_="" ns3:_="">
    <xsd:import namespace="0b4b1c4d-6bb0-4ef4-b5bc-519edc72ffe9"/>
    <xsd:import namespace="c841b233-7233-448a-ba0a-1f28b3423e96"/>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2:MediaServiceDateTaken" minOccurs="0"/>
                <xsd:element ref="ns2:MediaServiceGenerationTime" minOccurs="0"/>
                <xsd:element ref="ns2:MediaServiceEventHashCode" minOccurs="0"/>
                <xsd:element ref="ns2:MediaLengthInSeconds" minOccurs="0"/>
                <xsd:element ref="ns3:SharedWithUsers" minOccurs="0"/>
                <xsd:element ref="ns3:SharedWithDetail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0b4b1c4d-6bb0-4ef4-b5bc-519edc72ffe9"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MediaServiceDateTaken" ma:index="12" nillable="true" ma:displayName="MediaServiceDateTaken" ma:hidden="true" ma:indexed="true" ma:internalName="MediaServiceDateTaken"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EventHashCode" ma:index="14" nillable="true" ma:displayName="MediaServiceEventHashCode" ma:hidden="true" ma:internalName="MediaServiceEventHashCode"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c841b233-7233-448a-ba0a-1f28b3423e96" elementFormDefault="qualified">
    <xsd:import namespace="http://schemas.microsoft.com/office/2006/documentManagement/types"/>
    <xsd:import namespace="http://schemas.microsoft.com/office/infopath/2007/PartnerControls"/>
    <xsd:element name="SharedWithUsers" ma:index="16" nillable="true" ma:displayName="Compartido c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7" nillable="true" ma:displayName="Detalles de uso compartido"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ipo de contenido"/>
        <xsd:element ref="dc:title" minOccurs="0" maxOccurs="1" ma:index="4" ma:displayName="Título"/>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0B891B3C-3D9C-41C4-BE08-6A5A2B7FF88B}"/>
</file>

<file path=customXml/itemProps2.xml><?xml version="1.0" encoding="utf-8"?>
<ds:datastoreItem xmlns:ds="http://schemas.openxmlformats.org/officeDocument/2006/customXml" ds:itemID="{44B4F3E1-F5B6-4E25-A7A1-EC58D87DE939}"/>
</file>

<file path=customXml/itemProps3.xml><?xml version="1.0" encoding="utf-8"?>
<ds:datastoreItem xmlns:ds="http://schemas.openxmlformats.org/officeDocument/2006/customXml" ds:itemID="{DA714949-6569-40D0-B2D1-9C8493BA6FB6}"/>
</file>

<file path=docProps/app.xml><?xml version="1.0" encoding="utf-8"?>
<Properties xmlns="http://schemas.openxmlformats.org/officeDocument/2006/extended-properties" xmlns:vt="http://schemas.openxmlformats.org/officeDocument/2006/docPropsVTypes">
  <Template>Office Theme</Template>
  <TotalTime>2399</TotalTime>
  <Words>1320</Words>
  <Application>Microsoft Office PowerPoint</Application>
  <PresentationFormat>Personalizado</PresentationFormat>
  <Paragraphs>511</Paragraphs>
  <Slides>66</Slides>
  <Notes>0</Notes>
  <HiddenSlides>0</HiddenSlides>
  <MMClips>0</MMClips>
  <ScaleCrop>false</ScaleCrop>
  <HeadingPairs>
    <vt:vector size="6" baseType="variant">
      <vt:variant>
        <vt:lpstr>Fuentes usadas</vt:lpstr>
      </vt:variant>
      <vt:variant>
        <vt:i4>4</vt:i4>
      </vt:variant>
      <vt:variant>
        <vt:lpstr>Tema</vt:lpstr>
      </vt:variant>
      <vt:variant>
        <vt:i4>1</vt:i4>
      </vt:variant>
      <vt:variant>
        <vt:lpstr>Títulos de diapositiva</vt:lpstr>
      </vt:variant>
      <vt:variant>
        <vt:i4>66</vt:i4>
      </vt:variant>
    </vt:vector>
  </HeadingPairs>
  <TitlesOfParts>
    <vt:vector size="71" baseType="lpstr">
      <vt:lpstr>Arial</vt:lpstr>
      <vt:lpstr>Calibri</vt:lpstr>
      <vt:lpstr>Century Gothic</vt:lpstr>
      <vt:lpstr>Wingdings</vt:lpstr>
      <vt:lpstr>Tema de Office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Estilo de gráfico de barras II</vt:lpstr>
      <vt:lpstr>Estilo de gráfico de barras III</vt:lpstr>
      <vt:lpstr>Estilo de gráfico de barras IV</vt:lpstr>
      <vt:lpstr>Estilo de gráfico de barras V</vt:lpstr>
      <vt:lpstr>Estilo de gráfico de circular I</vt:lpstr>
      <vt:lpstr>Estilo de gráfico de área I</vt:lpstr>
      <vt:lpstr>Estilo de gráfico de área II</vt:lpstr>
      <vt:lpstr>Estilo de gráfico de área II</vt:lpstr>
      <vt:lpstr>Estilo de tabla I</vt:lpstr>
      <vt:lpstr>Estilo de tabla II</vt:lpstr>
      <vt:lpstr>Estilo de tabla III</vt:lpstr>
      <vt:lpstr>Estilo de tabla IV</vt:lpstr>
      <vt:lpstr>Estilo de tabla V</vt:lpstr>
      <vt:lpstr>Iconos</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Teletrabajo</dc:creator>
  <cp:lastModifiedBy>LAURA GARCIA CUENCA</cp:lastModifiedBy>
  <cp:revision>147</cp:revision>
  <dcterms:created xsi:type="dcterms:W3CDTF">2021-02-03T10:15:32Z</dcterms:created>
  <dcterms:modified xsi:type="dcterms:W3CDTF">2025-02-10T13:43:00Z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0x0101009EDEC3EEDB36734098E55D077E5C3584</vt:lpwstr>
  </property>
</Properties>
</file>