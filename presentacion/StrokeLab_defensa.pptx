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4.svg" ContentType="image/svg+xml"/>
  <Override PartName="/ppt/media/image16.svg" ContentType="image/svg+xml"/>
  <Override PartName="/ppt/media/image22.svg" ContentType="image/svg+xml"/>
  <Override PartName="/ppt/media/image24.svg" ContentType="image/svg+xml"/>
  <Override PartName="/ppt/media/image29.svg" ContentType="image/svg+xml"/>
  <Override PartName="/ppt/media/image3.svg" ContentType="image/svg+xml"/>
  <Override PartName="/ppt/media/image49.svg" ContentType="image/svg+xml"/>
  <Override PartName="/ppt/media/image51.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8"/>
  </p:notesMasterIdLst>
  <p:sldIdLst>
    <p:sldId id="318" r:id="rId2"/>
    <p:sldId id="319" r:id="rId11"/>
    <p:sldId id="350" r:id="rId42"/>
    <p:sldId id="351" r:id="rId43"/>
    <p:sldId id="344" r:id="rId36"/>
    <p:sldId id="345" r:id="rId37"/>
    <p:sldId id="346" r:id="rId38"/>
    <p:sldId id="347" r:id="rId39"/>
    <p:sldId id="333" r:id="rId25"/>
    <p:sldId id="334" r:id="rId26"/>
    <p:sldId id="337" r:id="rId29"/>
    <p:sldId id="352" r:id="rId44"/>
    <p:sldId id="339" r:id="rId31"/>
    <p:sldId id="353" r:id="rId45"/>
    <p:sldId id="354" r:id="rId46"/>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228"/>
    <a:srgbClr val="2D41B4"/>
    <a:srgbClr val="504B4B"/>
    <a:srgbClr val="23B4AA"/>
    <a:srgbClr val="FFAFAA"/>
    <a:srgbClr val="1E1E1E"/>
    <a:srgbClr val="A5A5A5"/>
    <a:srgbClr val="D2D1D1"/>
    <a:srgbClr val="7D7878"/>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2" autoAdjust="0"/>
    <p:restoredTop sz="94660"/>
  </p:normalViewPr>
  <p:slideViewPr>
    <p:cSldViewPr snapToGrid="0">
      <p:cViewPr varScale="1">
        <p:scale>
          <a:sx n="69" d="100"/>
          <a:sy n="69" d="100"/>
        </p:scale>
        <p:origin x="354" y="78"/>
      </p:cViewPr>
      <p:guideLst/>
    </p:cSldViewPr>
  </p:slideViewPr>
  <p:notesTextViewPr>
    <p:cViewPr>
      <p:scale>
        <a:sx n="3" d="2"/>
        <a:sy n="3" d="2"/>
      </p:scale>
      <p:origin x="0" y="0"/>
    </p:cViewPr>
  </p:notesTextViewPr>
  <p:notesViewPr>
    <p:cSldViewPr snapToGrid="0" showGuides="1">
      <p:cViewPr varScale="1">
        <p:scale>
          <a:sx n="84" d="100"/>
          <a:sy n="84" d="100"/>
        </p:scale>
        <p:origin x="2976" y="102"/>
      </p:cViewPr>
      <p:guideLst/>
    </p:cSldViewPr>
  </p:notesViewPr>
  <p:gridSpacing cx="360000" cy="3600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1" Type="http://schemas.openxmlformats.org/officeDocument/2006/relationships/slide" Target="slides/slide2.xml"/><Relationship Id="rId25" Type="http://schemas.openxmlformats.org/officeDocument/2006/relationships/slide" Target="slides/slide16.xml"/><Relationship Id="rId26" Type="http://schemas.openxmlformats.org/officeDocument/2006/relationships/slide" Target="slides/slide17.xml"/><Relationship Id="rId29" Type="http://schemas.openxmlformats.org/officeDocument/2006/relationships/slide" Target="slides/slide20.xml"/><Relationship Id="rId31" Type="http://schemas.openxmlformats.org/officeDocument/2006/relationships/slide" Target="slides/slide22.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customXml" Target="../customXml/item1.xml"/><Relationship Id="rId74" Type="http://schemas.openxmlformats.org/officeDocument/2006/relationships/customXml" Target="../customXml/item2.xml"/><Relationship Id="rId75"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D15707-0965-4200-92FF-ACFEAFE6E787}" type="datetimeFigureOut">
              <a:rPr lang="es-ES" smtClean="0"/>
              <a:t>10/02/2025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A9C7CC-C5F4-4693-B1F7-2A3DC83E93D5}" type="slidenum">
              <a:rPr lang="es-ES" smtClean="0"/>
              <a:t>‹Nº›</a:t>
            </a:fld>
            <a:endParaRPr lang="es-ES"/>
          </a:p>
        </p:txBody>
      </p:sp>
    </p:spTree>
    <p:extLst>
      <p:ext uri="{BB962C8B-B14F-4D97-AF65-F5344CB8AC3E}">
        <p14:creationId xmlns:p14="http://schemas.microsoft.com/office/powerpoint/2010/main" val="2353499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Soy Diana Cruz y presento StrokeLab, un sistema que analiza un vídeo de natación y le dice al entrenador cómo de eficiente es la brazada, en qué momento aparece la fatiga técnica y por qué. Todo funciona con una cámara normal y un portátil sin GPU. [≈ 30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guion: el problema y el objetivo, el método y los algoritmos, la validación, una demostración con dos grabaciones de 100 m libre y el alcance con las conclusiones. [≈ 25 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parte más importante para el director es la explicación. Para el ciclo en que empieza la fatiga, TreeSHAP reparte la puntuación de anomalía entre las variables. En la secuencia sintética de 90 s el inicio se detecta en el ciclo 35, a los 51,9 segundos, y las causas son el alcance del brazo derecho, que pasa de 1,78 a 1,05 troncos, la asimetría de brazos, del 2 al 23 %, y la amplitud de patada. Son justo variables que se alteraron en la simulación: la explicación es verificable. Uso TreeSHAP porque da los valores exactos en modelos de árboles, y compruebo en cada ejecución que el signo es coherente. [≈ 55 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el estilo empecé con XGBoost y lo cambié por un bosque aleatorio, más sencillo y con SHAP exacto. Lo validé por vídeo, con GroupKFold, para no mezclar ventanas del mismo vídeo en entrenamiento y prueba. Con datos sintéticos acertaba el 100 %. Con vídeos reales, dejando un vídeo fuera, el 45,5 %, apenas por encima del 36,4 % de decir siempre la clase mayoritaria; y dejando fuera a un participante, el 9,1 %: había aprendido a reconocer al nadador, no el estilo. Por eso pasé a reglas que salen de la definición de cada estilo: si las manos se mueven a la vez o alternas, y la altura de la cabeza. Aciertan la familia en 12 de 13 vídeos, que es lo que necesito para contar ciclos. Los umbrales los fijé con esos vídeos, así que el dato es optimista. [≈ 1 min 10 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no tengo una referencia real de fatiga, construí un generador de datos sintéticos en el que sé la verdad: la frecuencia, la velocidad y el momento exacto en que empieza la fatiga. Con él, el error mediano es del 4,7 % en frecuencia, del 1,3 % en velocidad y del 4,3 % en distancia por ciclo. El detector encuentra la fatiga en el 100 % de los casos con un 10 % de falsas alarmas, y en tiempo real detecta 10 de 10 sin falsas alarmas. Son datos sintéticos y así los presento: sirven para comprobar que el método funciona cuando la verdad se conoce. [≈ 55 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terminar, una demostración con dos grabaciones de 100 m libre, una suave y otra rápida, hechas después de entregar la memoria; no forman parte de sus resultados. [Reproducir el vídeo anotado del 100 suave.] En el suave el sistema decidió solo que la vista era lateral y el estilo crol, y obtuvo 20 ciclos válidos a 56 ciclos por minuto. En el rápido la cámara ve al nadador de frente u oblicuo gran parte del tiempo: en lateral solo salían 2 ciclos válidos y, indicando la vista frontal, 39 ciclos a 54 ciclos por minuto. En ninguno hay fatiga sostenida declarada. En el rápido, sin embargo, la puntuación de anomalía sube al final: los dos últimos ciclos son los más anómalos de todo el vídeo, pero la regla exige tres ciclos seguidos y el vídeo termina antes. La frecuencia de los dos es parecida; sin un conteo manual no afirmo cuál es más precisa. Es justo lo que dice la memoria: la vista y la detección condicionan el análisis. [≈ 1 min 25 s] Los vídeos no llevan nada dibujado sobre el nadador: solo el panel con tiempo, ciclo, frecuencia y estado.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sistema entero, etapa a etapa. La regla para elegir fue siempre la misma: que funcione en la CPU de un portátil, con vídeo bajo el agua y sin etiquetas de fatiga, y que se pueda explicar. En la columna de la derecha está el porqué de cada elección frente a la alternativa. Las dos verticales: la visión saca los puntos del cuerpo; la tabular convierte esos puntos en variables por ciclo, detecta la fatiga y la explica. Los datos: 17 secuencias reales de 4 participantes, sin ningún fotograma anotado, así que valido con mi conteo manual y con datos sintéticos donde conozco la verdad. No entrené un modelo de pose propio: no había fotogramas anotados, no había GPU y los modelos preentrenados ya saben cómo es un cuerpo. [≈ 1 min 5 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Comparé los modelos en mi propio vídeo subacuático, porque la precisión publicada en COCO es con personas en tierra. YOLOv8n detecta lo mismo que YOLOv8s con 3,3 millones de parámetros frente a 11,6 y a 6,6 FPS frente a 3,3; YOLO11n queda equivalente sin ser más rápido. MoveNet fue mi primera elección por fluidez, pero YOLO detecta con el doble de confianza y da 15 ciclos válidos frente a 3; HRNet y ViTPose son más precisos en COCO pero caros en CPU. Como YOLO se entrenó con personas de pie, lo adapté: giro el fotograma 90 grados si detecta mejor, descarto cuerpos imposibles y suavizo con Savitzky-Golay. El 3D de MotionBERT pone la rodilla doblada como si el nadador estuviera sentado, así que en lateral uso el 2D y el 3D solo de frente. [≈ 1 min 5 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vista se decide sola: por tramos de 60 segundos miro si el tronco aparece horizontal o vertical. En lateral cuento brazadas con la mano más profunda respecto al cuerpo, porque YOLO copia el brazo visible en el oculto: cada pico es una brazada y en crol dos brazadas son un ciclo. De frente esa profundidad no se ve y uso el recorrido de cada muñeca en la dirección en que más se mueve, que saco con PCA. Lo validé con mi conteo manual: error entre el 6,5 y el 8,2 %, en lateral y en frontal. [≈ 50 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plan inicial era una red recurrente supervisada, pero hacen falta ciclos etiquetados como fatigados y no los hay. Por eso uso Isolation Forest, que se entrena solo con la fase fresca del propio nadador, el primer 30 % de sus ciclos. Su idea: lo raro se aísla con pocos cortes aleatorios. Además tiene coste lineal y admite SHAP exacto. El inicio es el primer momento con tres ciclos seguidos por encima del percentil 95 de la fase fresca. Ese percentil lo elegí con un análisis de sensibilidad: con el 90 hay un 30 % de falsas alarmas y con el 99 se pierden fatigas. PELT, un detector de cambios independiente, sirve de contraste. [≈ 1 min]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fatiga, la técnica se degrada: sube la frecuencia, baja la distancia por ciclo y cambia la coordinación de los brazos. Hoy el entrenador lo valora a ojo, y así no puede saber en qué momento empieza ni qué variable cambia primero. Los sistemas comerciales necesitan sensores inerciales, varias cámaras o marcadores, y dan métricas sin explicar su relación con el estado del nadador. Los trabajos existentes miden la técnica o detectan la fatiga, pero no combinan las dos cosas con una explicación, en algo barato que funcione en un portátil. De ahí salen mis tres preguntas de investigación; la tercera es la central: sin etiquetas de fatiga, ¿en qué ciclo se degrada la técnica y qué variables lo explican? [≈ 1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objetivo general es un sistema de IA explicable que, desde un vídeo y en un portátil sin GPU, cuantifique la eficiencia de la técnica, detecte el inicio de la fatiga y atribuya sus causas a variables biomecánicas con valores de Shapley. Lo concreté en nueve objetivos específicos que agrupo en cuatro bloques: visión, ciclos y variables, fatiga explicable, y entrega y validación. La aportación no está en el detector de pose, que es preentrenado, sino en lo que construyo encima: la adaptación a la natación y la vertical tabular explicable. Es lo que pidió el director: la explicabilidad como eje y dos verticales de IA. [≈ 55 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Así quedan los nueve objetivos. Con vídeo real: la frecuencia de ciclo con un error del 6,5 al 8,2 % frente al conteo manual, 95 ciclos válidos en 17 secuencias y la familia del estilo en 12 de 13; con datos sintéticos, lo que acabo de mostrar. Los dos parciales son honestos: a la fatiga le falta una referencia fisiológica real, y el estilo supervisado no generalizaba, por eso pasé a reglas. [≈ 40 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Quiero ser clara con el alcance. La fatiga está validada con datos sintéticos; con nadadores reales solo tengo pasadas cortas, que no producen fatiga. El nadador es analizable un tercio del tiempo. Y los umbrales de vista y estilo los fijé con los mismos vídeos. La debilidad está en los datos, no en la arquitectura: el sistema está preparado para validarse en cuanto haya series largas con una referencia fisiológica. La lección que me llevo es que la calidad de los datos pesa más que el modelo: un 99,99 % de una versión anterior era fuga de datos, y desde entonces contrasté cada resultado con una referencia. Muchas gracias. [≈ 55 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Muchas gracias. Quedo a disposición del tribunal para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2.png"/><Relationship Id="rId5"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2.png"/><Relationship Id="rId5"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23.png"/><Relationship Id="rId5" Type="http://schemas.openxmlformats.org/officeDocument/2006/relationships/image" Target="../media/image24.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9.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9.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9.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9.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8.png"/><Relationship Id="rId4" Type="http://schemas.openxmlformats.org/officeDocument/2006/relationships/image" Target="../media/image29.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01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9F0BE85-C225-4003-835C-418D02FC404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1232014" y="2730479"/>
            <a:ext cx="4902086" cy="1442094"/>
          </a:xfrm>
        </p:spPr>
        <p:txBody>
          <a:bodyPr anchor="t">
            <a:normAutofit/>
          </a:bodyPr>
          <a:lstStyle>
            <a:lvl1pPr>
              <a:defRPr sz="4300" b="1">
                <a:solidFill>
                  <a:schemeClr val="bg1"/>
                </a:solidFill>
                <a:latin typeface="Century Gothic" panose="020B0502020202020204" pitchFamily="34" charset="0"/>
              </a:defRPr>
            </a:lvl1pPr>
          </a:lstStyle>
          <a:p>
            <a:r>
              <a:rPr lang="es-ES" dirty="0" err="1"/>
              <a:t>Opienscre</a:t>
            </a:r>
            <a:r>
              <a:rPr lang="es-ES" dirty="0"/>
              <a:t> in </a:t>
            </a:r>
            <a:r>
              <a:rPr lang="es-ES" dirty="0" err="1"/>
              <a:t>restiam</a:t>
            </a:r>
            <a:r>
              <a:rPr lang="es-ES" dirty="0"/>
              <a:t> </a:t>
            </a:r>
            <a:r>
              <a:rPr lang="es-ES" dirty="0" err="1"/>
              <a:t>publis</a:t>
            </a:r>
            <a:r>
              <a:rPr lang="es-ES" dirty="0"/>
              <a:t> </a:t>
            </a:r>
            <a:r>
              <a:rPr lang="es-ES" dirty="0" err="1"/>
              <a:t>hor</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1232014" y="423732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Restiam</a:t>
            </a:r>
            <a:r>
              <a:rPr lang="es-ES" dirty="0"/>
              <a:t> </a:t>
            </a:r>
            <a:r>
              <a:rPr lang="es-ES" dirty="0" err="1"/>
              <a:t>publis</a:t>
            </a:r>
            <a:r>
              <a:rPr lang="es-ES" dirty="0"/>
              <a:t> </a:t>
            </a:r>
            <a:r>
              <a:rPr lang="es-ES" dirty="0" err="1"/>
              <a:t>hore</a:t>
            </a:r>
            <a:r>
              <a:rPr lang="es-ES" dirty="0"/>
              <a:t> </a:t>
            </a:r>
            <a:r>
              <a:rPr lang="es-ES" dirty="0" err="1"/>
              <a:t>estiam</a:t>
            </a:r>
            <a:endParaRPr lang="es-ES" dirty="0"/>
          </a:p>
          <a:p>
            <a:pPr lvl="0"/>
            <a:r>
              <a:rPr lang="es-ES" dirty="0" err="1"/>
              <a:t>Publis</a:t>
            </a:r>
            <a:r>
              <a:rPr lang="es-ES" dirty="0"/>
              <a:t> </a:t>
            </a:r>
            <a:r>
              <a:rPr lang="es-ES" dirty="0" err="1"/>
              <a:t>hore</a:t>
            </a:r>
            <a:r>
              <a:rPr lang="es-ES" dirty="0"/>
              <a:t> </a:t>
            </a:r>
            <a:r>
              <a:rPr lang="es-ES" dirty="0" err="1"/>
              <a:t>hore</a:t>
            </a:r>
            <a:endParaRPr lang="es-ES" dirty="0"/>
          </a:p>
        </p:txBody>
      </p:sp>
      <p:sp>
        <p:nvSpPr>
          <p:cNvPr id="11" name="Marcador de texto 6">
            <a:extLst>
              <a:ext uri="{FF2B5EF4-FFF2-40B4-BE49-F238E27FC236}">
                <a16:creationId xmlns:a16="http://schemas.microsoft.com/office/drawing/2014/main" id="{0A95CA33-F0F0-4110-8F61-E718D61611DC}"/>
              </a:ext>
            </a:extLst>
          </p:cNvPr>
          <p:cNvSpPr>
            <a:spLocks noGrp="1"/>
          </p:cNvSpPr>
          <p:nvPr>
            <p:ph type="body" sz="quarter" idx="11" hasCustomPrompt="1"/>
          </p:nvPr>
        </p:nvSpPr>
        <p:spPr>
          <a:xfrm>
            <a:off x="1232014" y="4979647"/>
            <a:ext cx="4902086" cy="696630"/>
          </a:xfrm>
        </p:spPr>
        <p:txBody>
          <a:bodyPr>
            <a:noAutofit/>
          </a:bodyPr>
          <a:lstStyle>
            <a:lvl1pPr marL="0" indent="0">
              <a:lnSpc>
                <a:spcPts val="2600"/>
              </a:lnSpc>
              <a:spcBef>
                <a:spcPts val="0"/>
              </a:spcBef>
              <a:buNone/>
              <a:defRPr sz="2600" b="1">
                <a:solidFill>
                  <a:schemeClr val="bg1"/>
                </a:solidFill>
              </a:defRPr>
            </a:lvl1pPr>
            <a:lvl2pPr marL="271463" indent="0">
              <a:buNone/>
              <a:defRPr/>
            </a:lvl2pPr>
          </a:lstStyle>
          <a:p>
            <a:pPr lvl="0"/>
            <a:r>
              <a:rPr lang="es-ES" dirty="0"/>
              <a:t>09 de febrero de 2021</a:t>
            </a:r>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5118806" y="5867012"/>
            <a:ext cx="1800493" cy="430887"/>
          </a:xfrm>
          <a:prstGeom prst="rect">
            <a:avLst/>
          </a:prstGeom>
          <a:noFill/>
        </p:spPr>
        <p:txBody>
          <a:bodyPr wrap="none" rtlCol="0">
            <a:spAutoFit/>
          </a:bodyPr>
          <a:lstStyle/>
          <a:p>
            <a:r>
              <a:rPr lang="es-ES" sz="2200" b="1" dirty="0">
                <a:solidFill>
                  <a:schemeClr val="bg1"/>
                </a:solidFill>
              </a:rPr>
              <a:t>Ve más allá</a:t>
            </a:r>
          </a:p>
        </p:txBody>
      </p:sp>
      <p:pic>
        <p:nvPicPr>
          <p:cNvPr id="12" name="Gráfico 11">
            <a:extLst>
              <a:ext uri="{FF2B5EF4-FFF2-40B4-BE49-F238E27FC236}">
                <a16:creationId xmlns:a16="http://schemas.microsoft.com/office/drawing/2014/main" id="{9370E4E4-B71F-49CD-9929-ADF5802DA3D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8038" y="908844"/>
            <a:ext cx="2910840" cy="800100"/>
          </a:xfrm>
          <a:prstGeom prst="rect">
            <a:avLst/>
          </a:prstGeom>
        </p:spPr>
      </p:pic>
    </p:spTree>
    <p:extLst>
      <p:ext uri="{BB962C8B-B14F-4D97-AF65-F5344CB8AC3E}">
        <p14:creationId xmlns:p14="http://schemas.microsoft.com/office/powerpoint/2010/main" val="191313946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a 01 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9F0BE85-C225-4003-835C-418D02FC404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4630397"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1232014" y="2730479"/>
            <a:ext cx="4902086" cy="1442094"/>
          </a:xfrm>
        </p:spPr>
        <p:txBody>
          <a:bodyPr anchor="t">
            <a:normAutofit/>
          </a:bodyPr>
          <a:lstStyle>
            <a:lvl1pPr>
              <a:defRPr sz="4300" b="1">
                <a:solidFill>
                  <a:schemeClr val="bg1"/>
                </a:solidFill>
                <a:latin typeface="Century Gothic" panose="020B0502020202020204" pitchFamily="34" charset="0"/>
              </a:defRPr>
            </a:lvl1pPr>
          </a:lstStyle>
          <a:p>
            <a:r>
              <a:rPr lang="es-ES" dirty="0" err="1"/>
              <a:t>Opienscre</a:t>
            </a:r>
            <a:r>
              <a:rPr lang="es-ES" dirty="0"/>
              <a:t> in </a:t>
            </a:r>
            <a:r>
              <a:rPr lang="es-ES" dirty="0" err="1"/>
              <a:t>restiam</a:t>
            </a:r>
            <a:r>
              <a:rPr lang="es-ES" dirty="0"/>
              <a:t> </a:t>
            </a:r>
            <a:r>
              <a:rPr lang="es-ES" dirty="0" err="1"/>
              <a:t>publis</a:t>
            </a:r>
            <a:r>
              <a:rPr lang="es-ES" dirty="0"/>
              <a:t> </a:t>
            </a:r>
            <a:r>
              <a:rPr lang="es-ES" dirty="0" err="1"/>
              <a:t>hor</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1232014" y="423732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Restiam</a:t>
            </a:r>
            <a:r>
              <a:rPr lang="es-ES" dirty="0"/>
              <a:t> </a:t>
            </a:r>
            <a:r>
              <a:rPr lang="es-ES" dirty="0" err="1"/>
              <a:t>publis</a:t>
            </a:r>
            <a:r>
              <a:rPr lang="es-ES" dirty="0"/>
              <a:t> </a:t>
            </a:r>
            <a:r>
              <a:rPr lang="es-ES" dirty="0" err="1"/>
              <a:t>hore</a:t>
            </a:r>
            <a:r>
              <a:rPr lang="es-ES" dirty="0"/>
              <a:t> </a:t>
            </a:r>
            <a:r>
              <a:rPr lang="es-ES" dirty="0" err="1"/>
              <a:t>estiam</a:t>
            </a:r>
            <a:endParaRPr lang="es-ES" dirty="0"/>
          </a:p>
          <a:p>
            <a:pPr lvl="0"/>
            <a:r>
              <a:rPr lang="es-ES" dirty="0" err="1"/>
              <a:t>Publis</a:t>
            </a:r>
            <a:r>
              <a:rPr lang="es-ES" dirty="0"/>
              <a:t> </a:t>
            </a:r>
            <a:r>
              <a:rPr lang="es-ES" dirty="0" err="1"/>
              <a:t>hore</a:t>
            </a:r>
            <a:r>
              <a:rPr lang="es-ES" dirty="0"/>
              <a:t> </a:t>
            </a:r>
            <a:r>
              <a:rPr lang="es-ES" dirty="0" err="1"/>
              <a:t>hore</a:t>
            </a:r>
            <a:endParaRPr lang="es-ES" dirty="0"/>
          </a:p>
        </p:txBody>
      </p:sp>
      <p:sp>
        <p:nvSpPr>
          <p:cNvPr id="11" name="Marcador de texto 6">
            <a:extLst>
              <a:ext uri="{FF2B5EF4-FFF2-40B4-BE49-F238E27FC236}">
                <a16:creationId xmlns:a16="http://schemas.microsoft.com/office/drawing/2014/main" id="{0A95CA33-F0F0-4110-8F61-E718D61611DC}"/>
              </a:ext>
            </a:extLst>
          </p:cNvPr>
          <p:cNvSpPr>
            <a:spLocks noGrp="1"/>
          </p:cNvSpPr>
          <p:nvPr>
            <p:ph type="body" sz="quarter" idx="11" hasCustomPrompt="1"/>
          </p:nvPr>
        </p:nvSpPr>
        <p:spPr>
          <a:xfrm>
            <a:off x="1232014" y="4979647"/>
            <a:ext cx="4902086" cy="696630"/>
          </a:xfrm>
        </p:spPr>
        <p:txBody>
          <a:bodyPr>
            <a:noAutofit/>
          </a:bodyPr>
          <a:lstStyle>
            <a:lvl1pPr marL="0" indent="0">
              <a:lnSpc>
                <a:spcPts val="2600"/>
              </a:lnSpc>
              <a:spcBef>
                <a:spcPts val="0"/>
              </a:spcBef>
              <a:buNone/>
              <a:defRPr sz="2600" b="1">
                <a:solidFill>
                  <a:schemeClr val="bg1"/>
                </a:solidFill>
              </a:defRPr>
            </a:lvl1pPr>
            <a:lvl2pPr marL="271463" indent="0">
              <a:buNone/>
              <a:defRPr/>
            </a:lvl2pPr>
          </a:lstStyle>
          <a:p>
            <a:pPr lvl="0"/>
            <a:r>
              <a:rPr lang="es-ES" dirty="0"/>
              <a:t>09 de febrero de 2021</a:t>
            </a:r>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5118806" y="5867012"/>
            <a:ext cx="1800493" cy="430887"/>
          </a:xfrm>
          <a:prstGeom prst="rect">
            <a:avLst/>
          </a:prstGeom>
          <a:noFill/>
        </p:spPr>
        <p:txBody>
          <a:bodyPr wrap="none" rtlCol="0">
            <a:spAutoFit/>
          </a:bodyPr>
          <a:lstStyle/>
          <a:p>
            <a:r>
              <a:rPr lang="es-ES" sz="2200" b="1" dirty="0">
                <a:solidFill>
                  <a:schemeClr val="bg1"/>
                </a:solidFill>
              </a:rPr>
              <a:t>Ve más allá</a:t>
            </a:r>
          </a:p>
        </p:txBody>
      </p:sp>
      <p:pic>
        <p:nvPicPr>
          <p:cNvPr id="3" name="Gráfico 2">
            <a:extLst>
              <a:ext uri="{FF2B5EF4-FFF2-40B4-BE49-F238E27FC236}">
                <a16:creationId xmlns:a16="http://schemas.microsoft.com/office/drawing/2014/main" id="{A369E776-9025-4045-AE48-B61FB55551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300004543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ada 02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15" name="Gráfico 14">
            <a:extLst>
              <a:ext uri="{FF2B5EF4-FFF2-40B4-BE49-F238E27FC236}">
                <a16:creationId xmlns:a16="http://schemas.microsoft.com/office/drawing/2014/main" id="{3AA131F7-FE48-4A37-99A2-4382148F7C0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7690871" y="2730479"/>
            <a:ext cx="4902086" cy="1442094"/>
          </a:xfrm>
        </p:spPr>
        <p:txBody>
          <a:bodyPr anchor="t">
            <a:normAutofit/>
          </a:bodyPr>
          <a:lstStyle>
            <a:lvl1pPr>
              <a:defRPr sz="4300" b="1">
                <a:solidFill>
                  <a:schemeClr val="bg1"/>
                </a:solidFill>
                <a:latin typeface="Century Gothic" panose="020B0502020202020204" pitchFamily="34" charset="0"/>
              </a:defRPr>
            </a:lvl1pPr>
          </a:lstStyle>
          <a:p>
            <a:r>
              <a:rPr lang="es-ES" dirty="0" err="1"/>
              <a:t>Opienscre</a:t>
            </a:r>
            <a:r>
              <a:rPr lang="es-ES" dirty="0"/>
              <a:t> in </a:t>
            </a:r>
            <a:r>
              <a:rPr lang="es-ES" dirty="0" err="1"/>
              <a:t>restiam</a:t>
            </a:r>
            <a:r>
              <a:rPr lang="es-ES" dirty="0"/>
              <a:t> </a:t>
            </a:r>
            <a:r>
              <a:rPr lang="es-ES" dirty="0" err="1"/>
              <a:t>publis</a:t>
            </a:r>
            <a:r>
              <a:rPr lang="es-ES" dirty="0"/>
              <a:t> </a:t>
            </a:r>
            <a:r>
              <a:rPr lang="es-ES" dirty="0" err="1"/>
              <a:t>hor</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7690871" y="423732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Restiam</a:t>
            </a:r>
            <a:r>
              <a:rPr lang="es-ES" dirty="0"/>
              <a:t> </a:t>
            </a:r>
            <a:r>
              <a:rPr lang="es-ES" dirty="0" err="1"/>
              <a:t>publis</a:t>
            </a:r>
            <a:r>
              <a:rPr lang="es-ES" dirty="0"/>
              <a:t> </a:t>
            </a:r>
            <a:r>
              <a:rPr lang="es-ES" dirty="0" err="1"/>
              <a:t>hore</a:t>
            </a:r>
            <a:r>
              <a:rPr lang="es-ES" dirty="0"/>
              <a:t> </a:t>
            </a:r>
            <a:r>
              <a:rPr lang="es-ES" dirty="0" err="1"/>
              <a:t>estiam</a:t>
            </a:r>
            <a:endParaRPr lang="es-ES" dirty="0"/>
          </a:p>
          <a:p>
            <a:pPr lvl="0"/>
            <a:r>
              <a:rPr lang="es-ES" dirty="0" err="1"/>
              <a:t>Publis</a:t>
            </a:r>
            <a:r>
              <a:rPr lang="es-ES" dirty="0"/>
              <a:t> </a:t>
            </a:r>
            <a:r>
              <a:rPr lang="es-ES" dirty="0" err="1"/>
              <a:t>hore</a:t>
            </a:r>
            <a:r>
              <a:rPr lang="es-ES" dirty="0"/>
              <a:t> </a:t>
            </a:r>
            <a:r>
              <a:rPr lang="es-ES" dirty="0" err="1"/>
              <a:t>hore</a:t>
            </a:r>
            <a:endParaRPr lang="es-ES" dirty="0"/>
          </a:p>
        </p:txBody>
      </p:sp>
      <p:sp>
        <p:nvSpPr>
          <p:cNvPr id="11" name="Marcador de texto 6">
            <a:extLst>
              <a:ext uri="{FF2B5EF4-FFF2-40B4-BE49-F238E27FC236}">
                <a16:creationId xmlns:a16="http://schemas.microsoft.com/office/drawing/2014/main" id="{0A95CA33-F0F0-4110-8F61-E718D61611DC}"/>
              </a:ext>
            </a:extLst>
          </p:cNvPr>
          <p:cNvSpPr>
            <a:spLocks noGrp="1"/>
          </p:cNvSpPr>
          <p:nvPr>
            <p:ph type="body" sz="quarter" idx="11" hasCustomPrompt="1"/>
          </p:nvPr>
        </p:nvSpPr>
        <p:spPr>
          <a:xfrm>
            <a:off x="7690871" y="4979647"/>
            <a:ext cx="4902086" cy="696630"/>
          </a:xfrm>
        </p:spPr>
        <p:txBody>
          <a:bodyPr>
            <a:noAutofit/>
          </a:bodyPr>
          <a:lstStyle>
            <a:lvl1pPr marL="0" indent="0">
              <a:lnSpc>
                <a:spcPts val="2600"/>
              </a:lnSpc>
              <a:spcBef>
                <a:spcPts val="0"/>
              </a:spcBef>
              <a:buNone/>
              <a:defRPr sz="2600" b="1">
                <a:solidFill>
                  <a:schemeClr val="bg1"/>
                </a:solidFill>
              </a:defRPr>
            </a:lvl1pPr>
            <a:lvl2pPr marL="271463" indent="0">
              <a:buNone/>
              <a:defRPr/>
            </a:lvl2pPr>
          </a:lstStyle>
          <a:p>
            <a:pPr lvl="0"/>
            <a:r>
              <a:rPr lang="es-ES" dirty="0"/>
              <a:t>09 de febrero de 2021</a:t>
            </a:r>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6689024" y="5867012"/>
            <a:ext cx="1800493" cy="430887"/>
          </a:xfrm>
          <a:prstGeom prst="rect">
            <a:avLst/>
          </a:prstGeom>
          <a:noFill/>
        </p:spPr>
        <p:txBody>
          <a:bodyPr wrap="none" rtlCol="0">
            <a:spAutoFit/>
          </a:bodyPr>
          <a:lstStyle/>
          <a:p>
            <a:r>
              <a:rPr lang="es-ES" sz="2200" b="1" dirty="0">
                <a:solidFill>
                  <a:schemeClr val="bg1"/>
                </a:solidFill>
              </a:rPr>
              <a:t>Ve más allá</a:t>
            </a:r>
          </a:p>
        </p:txBody>
      </p:sp>
      <p:pic>
        <p:nvPicPr>
          <p:cNvPr id="9" name="Gráfico 8">
            <a:extLst>
              <a:ext uri="{FF2B5EF4-FFF2-40B4-BE49-F238E27FC236}">
                <a16:creationId xmlns:a16="http://schemas.microsoft.com/office/drawing/2014/main" id="{CEDA1D87-413B-4A5E-A34F-3C9CA2BA7C4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18038" y="908844"/>
            <a:ext cx="2910840" cy="800100"/>
          </a:xfrm>
          <a:prstGeom prst="rect">
            <a:avLst/>
          </a:prstGeom>
        </p:spPr>
      </p:pic>
    </p:spTree>
    <p:extLst>
      <p:ext uri="{BB962C8B-B14F-4D97-AF65-F5344CB8AC3E}">
        <p14:creationId xmlns:p14="http://schemas.microsoft.com/office/powerpoint/2010/main" val="263083585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ada 02 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390F3110-B03E-467A-B204-79CB33AD5E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12" name="Título 12">
            <a:extLst>
              <a:ext uri="{FF2B5EF4-FFF2-40B4-BE49-F238E27FC236}">
                <a16:creationId xmlns:a16="http://schemas.microsoft.com/office/drawing/2014/main" id="{687D23B1-A2E4-47D2-9145-B941FAC926A8}"/>
              </a:ext>
            </a:extLst>
          </p:cNvPr>
          <p:cNvSpPr>
            <a:spLocks noGrp="1"/>
          </p:cNvSpPr>
          <p:nvPr>
            <p:ph type="title" hasCustomPrompt="1"/>
          </p:nvPr>
        </p:nvSpPr>
        <p:spPr>
          <a:xfrm>
            <a:off x="7690871" y="2730479"/>
            <a:ext cx="4902086" cy="1442094"/>
          </a:xfrm>
        </p:spPr>
        <p:txBody>
          <a:bodyPr anchor="t">
            <a:normAutofit/>
          </a:bodyPr>
          <a:lstStyle>
            <a:lvl1pPr>
              <a:defRPr sz="4300" b="1">
                <a:solidFill>
                  <a:schemeClr val="bg1"/>
                </a:solidFill>
                <a:latin typeface="Century Gothic" panose="020B0502020202020204" pitchFamily="34" charset="0"/>
              </a:defRPr>
            </a:lvl1pPr>
          </a:lstStyle>
          <a:p>
            <a:r>
              <a:rPr lang="es-ES" dirty="0" err="1"/>
              <a:t>Opienscre</a:t>
            </a:r>
            <a:r>
              <a:rPr lang="es-ES" dirty="0"/>
              <a:t> in </a:t>
            </a:r>
            <a:r>
              <a:rPr lang="es-ES" dirty="0" err="1"/>
              <a:t>restiam</a:t>
            </a:r>
            <a:r>
              <a:rPr lang="es-ES" dirty="0"/>
              <a:t> </a:t>
            </a:r>
            <a:r>
              <a:rPr lang="es-ES" dirty="0" err="1"/>
              <a:t>publis</a:t>
            </a:r>
            <a:r>
              <a:rPr lang="es-ES" dirty="0"/>
              <a:t> </a:t>
            </a:r>
            <a:r>
              <a:rPr lang="es-ES" dirty="0" err="1"/>
              <a:t>hor</a:t>
            </a:r>
            <a:endParaRPr lang="es-ES" dirty="0"/>
          </a:p>
        </p:txBody>
      </p:sp>
      <p:sp>
        <p:nvSpPr>
          <p:cNvPr id="15" name="Marcador de texto 6">
            <a:extLst>
              <a:ext uri="{FF2B5EF4-FFF2-40B4-BE49-F238E27FC236}">
                <a16:creationId xmlns:a16="http://schemas.microsoft.com/office/drawing/2014/main" id="{0C1055D0-D668-4CEA-98EF-3D27C3A7A835}"/>
              </a:ext>
            </a:extLst>
          </p:cNvPr>
          <p:cNvSpPr>
            <a:spLocks noGrp="1"/>
          </p:cNvSpPr>
          <p:nvPr>
            <p:ph type="body" sz="quarter" idx="10" hasCustomPrompt="1"/>
          </p:nvPr>
        </p:nvSpPr>
        <p:spPr>
          <a:xfrm>
            <a:off x="7690871" y="423732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Restiam</a:t>
            </a:r>
            <a:r>
              <a:rPr lang="es-ES" dirty="0"/>
              <a:t> </a:t>
            </a:r>
            <a:r>
              <a:rPr lang="es-ES" dirty="0" err="1"/>
              <a:t>publis</a:t>
            </a:r>
            <a:r>
              <a:rPr lang="es-ES" dirty="0"/>
              <a:t> </a:t>
            </a:r>
            <a:r>
              <a:rPr lang="es-ES" dirty="0" err="1"/>
              <a:t>hore</a:t>
            </a:r>
            <a:r>
              <a:rPr lang="es-ES" dirty="0"/>
              <a:t> </a:t>
            </a:r>
            <a:r>
              <a:rPr lang="es-ES" dirty="0" err="1"/>
              <a:t>estiam</a:t>
            </a:r>
            <a:endParaRPr lang="es-ES" dirty="0"/>
          </a:p>
          <a:p>
            <a:pPr lvl="0"/>
            <a:r>
              <a:rPr lang="es-ES" dirty="0" err="1"/>
              <a:t>Publis</a:t>
            </a:r>
            <a:r>
              <a:rPr lang="es-ES" dirty="0"/>
              <a:t> </a:t>
            </a:r>
            <a:r>
              <a:rPr lang="es-ES" dirty="0" err="1"/>
              <a:t>hore</a:t>
            </a:r>
            <a:r>
              <a:rPr lang="es-ES" dirty="0"/>
              <a:t> </a:t>
            </a:r>
            <a:r>
              <a:rPr lang="es-ES" dirty="0" err="1"/>
              <a:t>hore</a:t>
            </a:r>
            <a:endParaRPr lang="es-ES" dirty="0"/>
          </a:p>
        </p:txBody>
      </p:sp>
      <p:sp>
        <p:nvSpPr>
          <p:cNvPr id="16" name="Marcador de texto 6">
            <a:extLst>
              <a:ext uri="{FF2B5EF4-FFF2-40B4-BE49-F238E27FC236}">
                <a16:creationId xmlns:a16="http://schemas.microsoft.com/office/drawing/2014/main" id="{520D1EEB-61C8-4F89-A922-A3F95BE81C1A}"/>
              </a:ext>
            </a:extLst>
          </p:cNvPr>
          <p:cNvSpPr>
            <a:spLocks noGrp="1"/>
          </p:cNvSpPr>
          <p:nvPr>
            <p:ph type="body" sz="quarter" idx="11" hasCustomPrompt="1"/>
          </p:nvPr>
        </p:nvSpPr>
        <p:spPr>
          <a:xfrm>
            <a:off x="7690871" y="4979647"/>
            <a:ext cx="4902086" cy="696630"/>
          </a:xfrm>
        </p:spPr>
        <p:txBody>
          <a:bodyPr>
            <a:noAutofit/>
          </a:bodyPr>
          <a:lstStyle>
            <a:lvl1pPr marL="0" indent="0">
              <a:lnSpc>
                <a:spcPts val="2600"/>
              </a:lnSpc>
              <a:spcBef>
                <a:spcPts val="0"/>
              </a:spcBef>
              <a:buNone/>
              <a:defRPr sz="2600" b="1">
                <a:solidFill>
                  <a:schemeClr val="bg1"/>
                </a:solidFill>
              </a:defRPr>
            </a:lvl1pPr>
            <a:lvl2pPr marL="271463" indent="0">
              <a:buNone/>
              <a:defRPr/>
            </a:lvl2pPr>
          </a:lstStyle>
          <a:p>
            <a:pPr lvl="0"/>
            <a:r>
              <a:rPr lang="es-ES" dirty="0"/>
              <a:t>09 de febrero de 2021</a:t>
            </a:r>
          </a:p>
        </p:txBody>
      </p:sp>
      <p:sp>
        <p:nvSpPr>
          <p:cNvPr id="17" name="CuadroTexto 16">
            <a:extLst>
              <a:ext uri="{FF2B5EF4-FFF2-40B4-BE49-F238E27FC236}">
                <a16:creationId xmlns:a16="http://schemas.microsoft.com/office/drawing/2014/main" id="{F04B9E36-C6C2-4B31-AACB-24F008FF04FE}"/>
              </a:ext>
            </a:extLst>
          </p:cNvPr>
          <p:cNvSpPr txBox="1"/>
          <p:nvPr userDrawn="1"/>
        </p:nvSpPr>
        <p:spPr>
          <a:xfrm>
            <a:off x="6689024" y="5867012"/>
            <a:ext cx="1800493" cy="430887"/>
          </a:xfrm>
          <a:prstGeom prst="rect">
            <a:avLst/>
          </a:prstGeom>
          <a:noFill/>
        </p:spPr>
        <p:txBody>
          <a:bodyPr wrap="none" rtlCol="0">
            <a:spAutoFit/>
          </a:bodyPr>
          <a:lstStyle/>
          <a:p>
            <a:r>
              <a:rPr lang="es-ES" sz="2200" b="1" dirty="0">
                <a:solidFill>
                  <a:schemeClr val="bg1"/>
                </a:solidFill>
              </a:rPr>
              <a:t>Ve más allá</a:t>
            </a:r>
          </a:p>
        </p:txBody>
      </p:sp>
      <p:pic>
        <p:nvPicPr>
          <p:cNvPr id="10" name="Gráfico 9">
            <a:extLst>
              <a:ext uri="{FF2B5EF4-FFF2-40B4-BE49-F238E27FC236}">
                <a16:creationId xmlns:a16="http://schemas.microsoft.com/office/drawing/2014/main" id="{2002B7AF-0789-4D75-B8F0-4A6854252C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418603138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rtada 03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14E8383-EBBB-43A5-8288-826364F072D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4630397"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1232014" y="2730479"/>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1232014" y="362959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2711316" y="6662208"/>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2" name="Marcador de texto 6">
            <a:extLst>
              <a:ext uri="{FF2B5EF4-FFF2-40B4-BE49-F238E27FC236}">
                <a16:creationId xmlns:a16="http://schemas.microsoft.com/office/drawing/2014/main" id="{604FA656-0B6E-4A60-99B0-9022B34BDB51}"/>
              </a:ext>
            </a:extLst>
          </p:cNvPr>
          <p:cNvSpPr>
            <a:spLocks noGrp="1"/>
          </p:cNvSpPr>
          <p:nvPr>
            <p:ph type="body" sz="quarter" idx="11" hasCustomPrompt="1"/>
          </p:nvPr>
        </p:nvSpPr>
        <p:spPr>
          <a:xfrm>
            <a:off x="3644957" y="5152734"/>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5" name="Marcador de texto 6">
            <a:extLst>
              <a:ext uri="{FF2B5EF4-FFF2-40B4-BE49-F238E27FC236}">
                <a16:creationId xmlns:a16="http://schemas.microsoft.com/office/drawing/2014/main" id="{3991318B-056F-4F2D-9698-07C899C14601}"/>
              </a:ext>
            </a:extLst>
          </p:cNvPr>
          <p:cNvSpPr>
            <a:spLocks noGrp="1"/>
          </p:cNvSpPr>
          <p:nvPr>
            <p:ph type="body" sz="quarter" idx="12" hasCustomPrompt="1"/>
          </p:nvPr>
        </p:nvSpPr>
        <p:spPr>
          <a:xfrm>
            <a:off x="3644957" y="5783254"/>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6" name="Marcador de texto 6">
            <a:extLst>
              <a:ext uri="{FF2B5EF4-FFF2-40B4-BE49-F238E27FC236}">
                <a16:creationId xmlns:a16="http://schemas.microsoft.com/office/drawing/2014/main" id="{EB186090-37AA-4F50-967D-3BDBD7F875A2}"/>
              </a:ext>
            </a:extLst>
          </p:cNvPr>
          <p:cNvSpPr>
            <a:spLocks noGrp="1"/>
          </p:cNvSpPr>
          <p:nvPr>
            <p:ph type="body" sz="quarter" idx="13" hasCustomPrompt="1"/>
          </p:nvPr>
        </p:nvSpPr>
        <p:spPr>
          <a:xfrm>
            <a:off x="3644957" y="5392438"/>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pic>
        <p:nvPicPr>
          <p:cNvPr id="17" name="Gráfico 16">
            <a:extLst>
              <a:ext uri="{FF2B5EF4-FFF2-40B4-BE49-F238E27FC236}">
                <a16:creationId xmlns:a16="http://schemas.microsoft.com/office/drawing/2014/main" id="{CF431FBC-869A-42BD-8876-A0B0DA4D2D2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8038" y="908844"/>
            <a:ext cx="2910840" cy="800100"/>
          </a:xfrm>
          <a:prstGeom prst="rect">
            <a:avLst/>
          </a:prstGeom>
        </p:spPr>
      </p:pic>
    </p:spTree>
    <p:extLst>
      <p:ext uri="{BB962C8B-B14F-4D97-AF65-F5344CB8AC3E}">
        <p14:creationId xmlns:p14="http://schemas.microsoft.com/office/powerpoint/2010/main" val="46563063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ortada 03 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14E8383-EBBB-43A5-8288-826364F072D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4630397" cy="8229598"/>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1232014" y="2730479"/>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1232014" y="362959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2711316" y="6662208"/>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2" name="Marcador de texto 6">
            <a:extLst>
              <a:ext uri="{FF2B5EF4-FFF2-40B4-BE49-F238E27FC236}">
                <a16:creationId xmlns:a16="http://schemas.microsoft.com/office/drawing/2014/main" id="{604FA656-0B6E-4A60-99B0-9022B34BDB51}"/>
              </a:ext>
            </a:extLst>
          </p:cNvPr>
          <p:cNvSpPr>
            <a:spLocks noGrp="1"/>
          </p:cNvSpPr>
          <p:nvPr>
            <p:ph type="body" sz="quarter" idx="11" hasCustomPrompt="1"/>
          </p:nvPr>
        </p:nvSpPr>
        <p:spPr>
          <a:xfrm>
            <a:off x="3644957" y="5152734"/>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5" name="Marcador de texto 6">
            <a:extLst>
              <a:ext uri="{FF2B5EF4-FFF2-40B4-BE49-F238E27FC236}">
                <a16:creationId xmlns:a16="http://schemas.microsoft.com/office/drawing/2014/main" id="{3991318B-056F-4F2D-9698-07C899C14601}"/>
              </a:ext>
            </a:extLst>
          </p:cNvPr>
          <p:cNvSpPr>
            <a:spLocks noGrp="1"/>
          </p:cNvSpPr>
          <p:nvPr>
            <p:ph type="body" sz="quarter" idx="12" hasCustomPrompt="1"/>
          </p:nvPr>
        </p:nvSpPr>
        <p:spPr>
          <a:xfrm>
            <a:off x="3644957" y="5783254"/>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6" name="Marcador de texto 6">
            <a:extLst>
              <a:ext uri="{FF2B5EF4-FFF2-40B4-BE49-F238E27FC236}">
                <a16:creationId xmlns:a16="http://schemas.microsoft.com/office/drawing/2014/main" id="{EB186090-37AA-4F50-967D-3BDBD7F875A2}"/>
              </a:ext>
            </a:extLst>
          </p:cNvPr>
          <p:cNvSpPr>
            <a:spLocks noGrp="1"/>
          </p:cNvSpPr>
          <p:nvPr>
            <p:ph type="body" sz="quarter" idx="13" hasCustomPrompt="1"/>
          </p:nvPr>
        </p:nvSpPr>
        <p:spPr>
          <a:xfrm>
            <a:off x="3644957" y="5392438"/>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pic>
        <p:nvPicPr>
          <p:cNvPr id="17" name="Gráfico 16">
            <a:extLst>
              <a:ext uri="{FF2B5EF4-FFF2-40B4-BE49-F238E27FC236}">
                <a16:creationId xmlns:a16="http://schemas.microsoft.com/office/drawing/2014/main" id="{D71C7A76-B3FC-4D82-9E7A-2B97594E11D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155726033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ortada 04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480EAAD8-7A6F-435E-A8EC-6782A258B5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8460128" y="2730479"/>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8460128" y="362959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9081650" y="6662208"/>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2" name="Marcador de texto 6">
            <a:extLst>
              <a:ext uri="{FF2B5EF4-FFF2-40B4-BE49-F238E27FC236}">
                <a16:creationId xmlns:a16="http://schemas.microsoft.com/office/drawing/2014/main" id="{604FA656-0B6E-4A60-99B0-9022B34BDB51}"/>
              </a:ext>
            </a:extLst>
          </p:cNvPr>
          <p:cNvSpPr>
            <a:spLocks noGrp="1"/>
          </p:cNvSpPr>
          <p:nvPr>
            <p:ph type="body" sz="quarter" idx="11" hasCustomPrompt="1"/>
          </p:nvPr>
        </p:nvSpPr>
        <p:spPr>
          <a:xfrm>
            <a:off x="6907100" y="5152734"/>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5" name="Marcador de texto 6">
            <a:extLst>
              <a:ext uri="{FF2B5EF4-FFF2-40B4-BE49-F238E27FC236}">
                <a16:creationId xmlns:a16="http://schemas.microsoft.com/office/drawing/2014/main" id="{3991318B-056F-4F2D-9698-07C899C14601}"/>
              </a:ext>
            </a:extLst>
          </p:cNvPr>
          <p:cNvSpPr>
            <a:spLocks noGrp="1"/>
          </p:cNvSpPr>
          <p:nvPr>
            <p:ph type="body" sz="quarter" idx="12" hasCustomPrompt="1"/>
          </p:nvPr>
        </p:nvSpPr>
        <p:spPr>
          <a:xfrm>
            <a:off x="6907100" y="5783254"/>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6" name="Marcador de texto 6">
            <a:extLst>
              <a:ext uri="{FF2B5EF4-FFF2-40B4-BE49-F238E27FC236}">
                <a16:creationId xmlns:a16="http://schemas.microsoft.com/office/drawing/2014/main" id="{EB186090-37AA-4F50-967D-3BDBD7F875A2}"/>
              </a:ext>
            </a:extLst>
          </p:cNvPr>
          <p:cNvSpPr>
            <a:spLocks noGrp="1"/>
          </p:cNvSpPr>
          <p:nvPr>
            <p:ph type="body" sz="quarter" idx="13" hasCustomPrompt="1"/>
          </p:nvPr>
        </p:nvSpPr>
        <p:spPr>
          <a:xfrm>
            <a:off x="6907100" y="5392438"/>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pic>
        <p:nvPicPr>
          <p:cNvPr id="11" name="Gráfico 10">
            <a:extLst>
              <a:ext uri="{FF2B5EF4-FFF2-40B4-BE49-F238E27FC236}">
                <a16:creationId xmlns:a16="http://schemas.microsoft.com/office/drawing/2014/main" id="{7D477561-B3ED-45D0-B1A9-8965EAF07DA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18038" y="908844"/>
            <a:ext cx="2910840" cy="800100"/>
          </a:xfrm>
          <a:prstGeom prst="rect">
            <a:avLst/>
          </a:prstGeom>
        </p:spPr>
      </p:pic>
    </p:spTree>
    <p:extLst>
      <p:ext uri="{BB962C8B-B14F-4D97-AF65-F5344CB8AC3E}">
        <p14:creationId xmlns:p14="http://schemas.microsoft.com/office/powerpoint/2010/main" val="13541662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ortada 04 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07A6838A-54ED-4793-920B-D51FFB65AF7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8460128" y="2730479"/>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8460128" y="362959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9081650" y="6662208"/>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2" name="Marcador de texto 6">
            <a:extLst>
              <a:ext uri="{FF2B5EF4-FFF2-40B4-BE49-F238E27FC236}">
                <a16:creationId xmlns:a16="http://schemas.microsoft.com/office/drawing/2014/main" id="{604FA656-0B6E-4A60-99B0-9022B34BDB51}"/>
              </a:ext>
            </a:extLst>
          </p:cNvPr>
          <p:cNvSpPr>
            <a:spLocks noGrp="1"/>
          </p:cNvSpPr>
          <p:nvPr>
            <p:ph type="body" sz="quarter" idx="11" hasCustomPrompt="1"/>
          </p:nvPr>
        </p:nvSpPr>
        <p:spPr>
          <a:xfrm>
            <a:off x="6907100" y="5152734"/>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5" name="Marcador de texto 6">
            <a:extLst>
              <a:ext uri="{FF2B5EF4-FFF2-40B4-BE49-F238E27FC236}">
                <a16:creationId xmlns:a16="http://schemas.microsoft.com/office/drawing/2014/main" id="{3991318B-056F-4F2D-9698-07C899C14601}"/>
              </a:ext>
            </a:extLst>
          </p:cNvPr>
          <p:cNvSpPr>
            <a:spLocks noGrp="1"/>
          </p:cNvSpPr>
          <p:nvPr>
            <p:ph type="body" sz="quarter" idx="12" hasCustomPrompt="1"/>
          </p:nvPr>
        </p:nvSpPr>
        <p:spPr>
          <a:xfrm>
            <a:off x="6907100" y="5783254"/>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6" name="Marcador de texto 6">
            <a:extLst>
              <a:ext uri="{FF2B5EF4-FFF2-40B4-BE49-F238E27FC236}">
                <a16:creationId xmlns:a16="http://schemas.microsoft.com/office/drawing/2014/main" id="{EB186090-37AA-4F50-967D-3BDBD7F875A2}"/>
              </a:ext>
            </a:extLst>
          </p:cNvPr>
          <p:cNvSpPr>
            <a:spLocks noGrp="1"/>
          </p:cNvSpPr>
          <p:nvPr>
            <p:ph type="body" sz="quarter" idx="13" hasCustomPrompt="1"/>
          </p:nvPr>
        </p:nvSpPr>
        <p:spPr>
          <a:xfrm>
            <a:off x="6907100" y="5392438"/>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pic>
        <p:nvPicPr>
          <p:cNvPr id="17" name="Gráfico 16">
            <a:extLst>
              <a:ext uri="{FF2B5EF4-FFF2-40B4-BE49-F238E27FC236}">
                <a16:creationId xmlns:a16="http://schemas.microsoft.com/office/drawing/2014/main" id="{B7025F53-D008-456B-8B64-2AF0FCED69C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80678012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rtada Postgrado 01 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A7C86FC7-5A1A-4090-9272-7DF1802A6DF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7666679" y="1251634"/>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7666679" y="2150745"/>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9089538" y="5891847"/>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2" name="Marcador de texto 6">
            <a:extLst>
              <a:ext uri="{FF2B5EF4-FFF2-40B4-BE49-F238E27FC236}">
                <a16:creationId xmlns:a16="http://schemas.microsoft.com/office/drawing/2014/main" id="{604FA656-0B6E-4A60-99B0-9022B34BDB51}"/>
              </a:ext>
            </a:extLst>
          </p:cNvPr>
          <p:cNvSpPr>
            <a:spLocks noGrp="1"/>
          </p:cNvSpPr>
          <p:nvPr>
            <p:ph type="body" sz="quarter" idx="11" hasCustomPrompt="1"/>
          </p:nvPr>
        </p:nvSpPr>
        <p:spPr>
          <a:xfrm>
            <a:off x="6777679" y="4301138"/>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5" name="Marcador de texto 6">
            <a:extLst>
              <a:ext uri="{FF2B5EF4-FFF2-40B4-BE49-F238E27FC236}">
                <a16:creationId xmlns:a16="http://schemas.microsoft.com/office/drawing/2014/main" id="{3991318B-056F-4F2D-9698-07C899C14601}"/>
              </a:ext>
            </a:extLst>
          </p:cNvPr>
          <p:cNvSpPr>
            <a:spLocks noGrp="1"/>
          </p:cNvSpPr>
          <p:nvPr>
            <p:ph type="body" sz="quarter" idx="12" hasCustomPrompt="1"/>
          </p:nvPr>
        </p:nvSpPr>
        <p:spPr>
          <a:xfrm>
            <a:off x="6777679" y="4931658"/>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6" name="Marcador de texto 6">
            <a:extLst>
              <a:ext uri="{FF2B5EF4-FFF2-40B4-BE49-F238E27FC236}">
                <a16:creationId xmlns:a16="http://schemas.microsoft.com/office/drawing/2014/main" id="{EB186090-37AA-4F50-967D-3BDBD7F875A2}"/>
              </a:ext>
            </a:extLst>
          </p:cNvPr>
          <p:cNvSpPr>
            <a:spLocks noGrp="1"/>
          </p:cNvSpPr>
          <p:nvPr>
            <p:ph type="body" sz="quarter" idx="13" hasCustomPrompt="1"/>
          </p:nvPr>
        </p:nvSpPr>
        <p:spPr>
          <a:xfrm>
            <a:off x="6777679" y="4540842"/>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pic>
        <p:nvPicPr>
          <p:cNvPr id="18" name="Gráfico 17">
            <a:extLst>
              <a:ext uri="{FF2B5EF4-FFF2-40B4-BE49-F238E27FC236}">
                <a16:creationId xmlns:a16="http://schemas.microsoft.com/office/drawing/2014/main" id="{C5C40D8B-4E89-4E84-A91A-99610A7D38F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3338474058"/>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ortada Postgrado 01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15" name="Gráfico 14">
            <a:extLst>
              <a:ext uri="{FF2B5EF4-FFF2-40B4-BE49-F238E27FC236}">
                <a16:creationId xmlns:a16="http://schemas.microsoft.com/office/drawing/2014/main" id="{FDF6CC3E-2001-470F-B923-CF9DC1D22F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8038" y="908844"/>
            <a:ext cx="2910840" cy="800100"/>
          </a:xfrm>
          <a:prstGeom prst="rect">
            <a:avLst/>
          </a:prstGeom>
        </p:spPr>
      </p:pic>
      <p:pic>
        <p:nvPicPr>
          <p:cNvPr id="6" name="Imagen 5">
            <a:extLst>
              <a:ext uri="{FF2B5EF4-FFF2-40B4-BE49-F238E27FC236}">
                <a16:creationId xmlns:a16="http://schemas.microsoft.com/office/drawing/2014/main" id="{A7C86FC7-5A1A-4090-9272-7DF1802A6DF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 y="-11995"/>
            <a:ext cx="14630397"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7666679" y="1251634"/>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7666679" y="2150745"/>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9089538" y="5891847"/>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0" name="Marcador de texto 6">
            <a:extLst>
              <a:ext uri="{FF2B5EF4-FFF2-40B4-BE49-F238E27FC236}">
                <a16:creationId xmlns:a16="http://schemas.microsoft.com/office/drawing/2014/main" id="{1D7EC42F-D5BA-42B2-93A1-4025C46665B2}"/>
              </a:ext>
            </a:extLst>
          </p:cNvPr>
          <p:cNvSpPr>
            <a:spLocks noGrp="1"/>
          </p:cNvSpPr>
          <p:nvPr>
            <p:ph type="body" sz="quarter" idx="11" hasCustomPrompt="1"/>
          </p:nvPr>
        </p:nvSpPr>
        <p:spPr>
          <a:xfrm>
            <a:off x="6777679" y="4301138"/>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7" name="Marcador de texto 6">
            <a:extLst>
              <a:ext uri="{FF2B5EF4-FFF2-40B4-BE49-F238E27FC236}">
                <a16:creationId xmlns:a16="http://schemas.microsoft.com/office/drawing/2014/main" id="{37327B23-2573-4A9B-9DAE-80306377F0E0}"/>
              </a:ext>
            </a:extLst>
          </p:cNvPr>
          <p:cNvSpPr>
            <a:spLocks noGrp="1"/>
          </p:cNvSpPr>
          <p:nvPr>
            <p:ph type="body" sz="quarter" idx="12" hasCustomPrompt="1"/>
          </p:nvPr>
        </p:nvSpPr>
        <p:spPr>
          <a:xfrm>
            <a:off x="6777679" y="4931658"/>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8" name="Marcador de texto 6">
            <a:extLst>
              <a:ext uri="{FF2B5EF4-FFF2-40B4-BE49-F238E27FC236}">
                <a16:creationId xmlns:a16="http://schemas.microsoft.com/office/drawing/2014/main" id="{555CB57D-40B9-47B3-9D19-DBE91B8BE3BA}"/>
              </a:ext>
            </a:extLst>
          </p:cNvPr>
          <p:cNvSpPr>
            <a:spLocks noGrp="1"/>
          </p:cNvSpPr>
          <p:nvPr>
            <p:ph type="body" sz="quarter" idx="13" hasCustomPrompt="1"/>
          </p:nvPr>
        </p:nvSpPr>
        <p:spPr>
          <a:xfrm>
            <a:off x="6777679" y="4540842"/>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spTree>
    <p:extLst>
      <p:ext uri="{BB962C8B-B14F-4D97-AF65-F5344CB8AC3E}">
        <p14:creationId xmlns:p14="http://schemas.microsoft.com/office/powerpoint/2010/main" val="176290271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ortada Postgrado 02_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3720937-C11B-4355-8352-F40F0B3DB1E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7666679" y="1251634"/>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7666679" y="2150745"/>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2" name="Marcador de texto 6">
            <a:extLst>
              <a:ext uri="{FF2B5EF4-FFF2-40B4-BE49-F238E27FC236}">
                <a16:creationId xmlns:a16="http://schemas.microsoft.com/office/drawing/2014/main" id="{604FA656-0B6E-4A60-99B0-9022B34BDB51}"/>
              </a:ext>
            </a:extLst>
          </p:cNvPr>
          <p:cNvSpPr>
            <a:spLocks noGrp="1"/>
          </p:cNvSpPr>
          <p:nvPr>
            <p:ph type="body" sz="quarter" idx="11" hasCustomPrompt="1"/>
          </p:nvPr>
        </p:nvSpPr>
        <p:spPr>
          <a:xfrm>
            <a:off x="6780854" y="4301138"/>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5" name="Marcador de texto 6">
            <a:extLst>
              <a:ext uri="{FF2B5EF4-FFF2-40B4-BE49-F238E27FC236}">
                <a16:creationId xmlns:a16="http://schemas.microsoft.com/office/drawing/2014/main" id="{3991318B-056F-4F2D-9698-07C899C14601}"/>
              </a:ext>
            </a:extLst>
          </p:cNvPr>
          <p:cNvSpPr>
            <a:spLocks noGrp="1"/>
          </p:cNvSpPr>
          <p:nvPr>
            <p:ph type="body" sz="quarter" idx="12" hasCustomPrompt="1"/>
          </p:nvPr>
        </p:nvSpPr>
        <p:spPr>
          <a:xfrm>
            <a:off x="6780854" y="4931658"/>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6" name="Marcador de texto 6">
            <a:extLst>
              <a:ext uri="{FF2B5EF4-FFF2-40B4-BE49-F238E27FC236}">
                <a16:creationId xmlns:a16="http://schemas.microsoft.com/office/drawing/2014/main" id="{EB186090-37AA-4F50-967D-3BDBD7F875A2}"/>
              </a:ext>
            </a:extLst>
          </p:cNvPr>
          <p:cNvSpPr>
            <a:spLocks noGrp="1"/>
          </p:cNvSpPr>
          <p:nvPr>
            <p:ph type="body" sz="quarter" idx="13" hasCustomPrompt="1"/>
          </p:nvPr>
        </p:nvSpPr>
        <p:spPr>
          <a:xfrm>
            <a:off x="6780854" y="4540842"/>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sp>
        <p:nvSpPr>
          <p:cNvPr id="17" name="CuadroTexto 16">
            <a:extLst>
              <a:ext uri="{FF2B5EF4-FFF2-40B4-BE49-F238E27FC236}">
                <a16:creationId xmlns:a16="http://schemas.microsoft.com/office/drawing/2014/main" id="{110EE0B2-CBE1-4867-8036-431D8B048DA9}"/>
              </a:ext>
            </a:extLst>
          </p:cNvPr>
          <p:cNvSpPr txBox="1"/>
          <p:nvPr userDrawn="1"/>
        </p:nvSpPr>
        <p:spPr>
          <a:xfrm>
            <a:off x="10692101" y="6706077"/>
            <a:ext cx="1800493" cy="430887"/>
          </a:xfrm>
          <a:prstGeom prst="rect">
            <a:avLst/>
          </a:prstGeom>
          <a:noFill/>
        </p:spPr>
        <p:txBody>
          <a:bodyPr wrap="none" rtlCol="0">
            <a:spAutoFit/>
          </a:bodyPr>
          <a:lstStyle/>
          <a:p>
            <a:r>
              <a:rPr lang="es-ES" sz="2200" b="1" dirty="0">
                <a:solidFill>
                  <a:srgbClr val="1E1E1E"/>
                </a:solidFill>
              </a:rPr>
              <a:t>Ve más allá</a:t>
            </a:r>
          </a:p>
        </p:txBody>
      </p:sp>
      <p:pic>
        <p:nvPicPr>
          <p:cNvPr id="14" name="Gráfico 13">
            <a:extLst>
              <a:ext uri="{FF2B5EF4-FFF2-40B4-BE49-F238E27FC236}">
                <a16:creationId xmlns:a16="http://schemas.microsoft.com/office/drawing/2014/main" id="{85240EFF-F9FA-4BD4-B5F5-57D533E60BB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44432412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rtada Postgrado 02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12" name="Gráfico 11">
            <a:extLst>
              <a:ext uri="{FF2B5EF4-FFF2-40B4-BE49-F238E27FC236}">
                <a16:creationId xmlns:a16="http://schemas.microsoft.com/office/drawing/2014/main" id="{CF03BCA2-3200-43B6-9331-514527A1E4E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8038" y="908844"/>
            <a:ext cx="2910840" cy="800100"/>
          </a:xfrm>
          <a:prstGeom prst="rect">
            <a:avLst/>
          </a:prstGeom>
        </p:spPr>
      </p:pic>
      <p:pic>
        <p:nvPicPr>
          <p:cNvPr id="5" name="Imagen 4">
            <a:extLst>
              <a:ext uri="{FF2B5EF4-FFF2-40B4-BE49-F238E27FC236}">
                <a16:creationId xmlns:a16="http://schemas.microsoft.com/office/drawing/2014/main" id="{C3720937-C11B-4355-8352-F40F0B3DB1E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 y="0"/>
            <a:ext cx="14630397"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7666679" y="1251634"/>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7666679" y="2150745"/>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7" name="CuadroTexto 16">
            <a:extLst>
              <a:ext uri="{FF2B5EF4-FFF2-40B4-BE49-F238E27FC236}">
                <a16:creationId xmlns:a16="http://schemas.microsoft.com/office/drawing/2014/main" id="{110EE0B2-CBE1-4867-8036-431D8B048DA9}"/>
              </a:ext>
            </a:extLst>
          </p:cNvPr>
          <p:cNvSpPr txBox="1"/>
          <p:nvPr userDrawn="1"/>
        </p:nvSpPr>
        <p:spPr>
          <a:xfrm>
            <a:off x="10692101" y="6706077"/>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8" name="Marcador de texto 6">
            <a:extLst>
              <a:ext uri="{FF2B5EF4-FFF2-40B4-BE49-F238E27FC236}">
                <a16:creationId xmlns:a16="http://schemas.microsoft.com/office/drawing/2014/main" id="{E9E87237-2393-4708-BB01-402743EEE83D}"/>
              </a:ext>
            </a:extLst>
          </p:cNvPr>
          <p:cNvSpPr>
            <a:spLocks noGrp="1"/>
          </p:cNvSpPr>
          <p:nvPr>
            <p:ph type="body" sz="quarter" idx="11" hasCustomPrompt="1"/>
          </p:nvPr>
        </p:nvSpPr>
        <p:spPr>
          <a:xfrm>
            <a:off x="6780854" y="4301138"/>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9" name="Marcador de texto 6">
            <a:extLst>
              <a:ext uri="{FF2B5EF4-FFF2-40B4-BE49-F238E27FC236}">
                <a16:creationId xmlns:a16="http://schemas.microsoft.com/office/drawing/2014/main" id="{097452DD-1D24-4B73-8871-9E287BD51F86}"/>
              </a:ext>
            </a:extLst>
          </p:cNvPr>
          <p:cNvSpPr>
            <a:spLocks noGrp="1"/>
          </p:cNvSpPr>
          <p:nvPr>
            <p:ph type="body" sz="quarter" idx="12" hasCustomPrompt="1"/>
          </p:nvPr>
        </p:nvSpPr>
        <p:spPr>
          <a:xfrm>
            <a:off x="6780854" y="4931658"/>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20" name="Marcador de texto 6">
            <a:extLst>
              <a:ext uri="{FF2B5EF4-FFF2-40B4-BE49-F238E27FC236}">
                <a16:creationId xmlns:a16="http://schemas.microsoft.com/office/drawing/2014/main" id="{4205B8DF-49CC-416F-8134-594BDF042D5E}"/>
              </a:ext>
            </a:extLst>
          </p:cNvPr>
          <p:cNvSpPr>
            <a:spLocks noGrp="1"/>
          </p:cNvSpPr>
          <p:nvPr>
            <p:ph type="body" sz="quarter" idx="13" hasCustomPrompt="1"/>
          </p:nvPr>
        </p:nvSpPr>
        <p:spPr>
          <a:xfrm>
            <a:off x="6780854" y="4540842"/>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spTree>
    <p:extLst>
      <p:ext uri="{BB962C8B-B14F-4D97-AF65-F5344CB8AC3E}">
        <p14:creationId xmlns:p14="http://schemas.microsoft.com/office/powerpoint/2010/main" val="24314304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ortada Postgrado 03 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9" name="Gráfico 8">
            <a:extLst>
              <a:ext uri="{FF2B5EF4-FFF2-40B4-BE49-F238E27FC236}">
                <a16:creationId xmlns:a16="http://schemas.microsoft.com/office/drawing/2014/main" id="{358086F5-BD6F-4A53-B017-4BA2C380D8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1279093" y="2877701"/>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1279093" y="3776812"/>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7" name="CuadroTexto 16">
            <a:extLst>
              <a:ext uri="{FF2B5EF4-FFF2-40B4-BE49-F238E27FC236}">
                <a16:creationId xmlns:a16="http://schemas.microsoft.com/office/drawing/2014/main" id="{110EE0B2-CBE1-4867-8036-431D8B048DA9}"/>
              </a:ext>
            </a:extLst>
          </p:cNvPr>
          <p:cNvSpPr txBox="1"/>
          <p:nvPr userDrawn="1"/>
        </p:nvSpPr>
        <p:spPr>
          <a:xfrm>
            <a:off x="2728291" y="6706077"/>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8" name="Marcador de texto 6">
            <a:extLst>
              <a:ext uri="{FF2B5EF4-FFF2-40B4-BE49-F238E27FC236}">
                <a16:creationId xmlns:a16="http://schemas.microsoft.com/office/drawing/2014/main" id="{E9E87237-2393-4708-BB01-402743EEE83D}"/>
              </a:ext>
            </a:extLst>
          </p:cNvPr>
          <p:cNvSpPr>
            <a:spLocks noGrp="1"/>
          </p:cNvSpPr>
          <p:nvPr>
            <p:ph type="body" sz="quarter" idx="11" hasCustomPrompt="1"/>
          </p:nvPr>
        </p:nvSpPr>
        <p:spPr>
          <a:xfrm>
            <a:off x="4400512" y="5085019"/>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9" name="Marcador de texto 6">
            <a:extLst>
              <a:ext uri="{FF2B5EF4-FFF2-40B4-BE49-F238E27FC236}">
                <a16:creationId xmlns:a16="http://schemas.microsoft.com/office/drawing/2014/main" id="{097452DD-1D24-4B73-8871-9E287BD51F86}"/>
              </a:ext>
            </a:extLst>
          </p:cNvPr>
          <p:cNvSpPr>
            <a:spLocks noGrp="1"/>
          </p:cNvSpPr>
          <p:nvPr>
            <p:ph type="body" sz="quarter" idx="12" hasCustomPrompt="1"/>
          </p:nvPr>
        </p:nvSpPr>
        <p:spPr>
          <a:xfrm>
            <a:off x="4400512" y="5715539"/>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20" name="Marcador de texto 6">
            <a:extLst>
              <a:ext uri="{FF2B5EF4-FFF2-40B4-BE49-F238E27FC236}">
                <a16:creationId xmlns:a16="http://schemas.microsoft.com/office/drawing/2014/main" id="{4205B8DF-49CC-416F-8134-594BDF042D5E}"/>
              </a:ext>
            </a:extLst>
          </p:cNvPr>
          <p:cNvSpPr>
            <a:spLocks noGrp="1"/>
          </p:cNvSpPr>
          <p:nvPr>
            <p:ph type="body" sz="quarter" idx="13" hasCustomPrompt="1"/>
          </p:nvPr>
        </p:nvSpPr>
        <p:spPr>
          <a:xfrm>
            <a:off x="4400512" y="5324723"/>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pic>
        <p:nvPicPr>
          <p:cNvPr id="11" name="Gráfico 10">
            <a:extLst>
              <a:ext uri="{FF2B5EF4-FFF2-40B4-BE49-F238E27FC236}">
                <a16:creationId xmlns:a16="http://schemas.microsoft.com/office/drawing/2014/main" id="{8E8927FA-4CB0-4C74-9670-4CC6D2AE6CA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344282191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ortada Postgrado 03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668F97EE-AC5B-4F08-BEB0-4F185B1FEC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8038" y="908844"/>
            <a:ext cx="2910840" cy="800100"/>
          </a:xfrm>
          <a:prstGeom prst="rect">
            <a:avLst/>
          </a:prstGeom>
        </p:spPr>
      </p:pic>
      <p:pic>
        <p:nvPicPr>
          <p:cNvPr id="6" name="Gráfico 5">
            <a:extLst>
              <a:ext uri="{FF2B5EF4-FFF2-40B4-BE49-F238E27FC236}">
                <a16:creationId xmlns:a16="http://schemas.microsoft.com/office/drawing/2014/main" id="{81D94336-38A4-4BE4-B68C-C583816EAD7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4630400" cy="8229600"/>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1279093" y="2877701"/>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1279093" y="3776812"/>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7" name="CuadroTexto 16">
            <a:extLst>
              <a:ext uri="{FF2B5EF4-FFF2-40B4-BE49-F238E27FC236}">
                <a16:creationId xmlns:a16="http://schemas.microsoft.com/office/drawing/2014/main" id="{110EE0B2-CBE1-4867-8036-431D8B048DA9}"/>
              </a:ext>
            </a:extLst>
          </p:cNvPr>
          <p:cNvSpPr txBox="1"/>
          <p:nvPr userDrawn="1"/>
        </p:nvSpPr>
        <p:spPr>
          <a:xfrm>
            <a:off x="2728291" y="6706077"/>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8" name="Marcador de texto 6">
            <a:extLst>
              <a:ext uri="{FF2B5EF4-FFF2-40B4-BE49-F238E27FC236}">
                <a16:creationId xmlns:a16="http://schemas.microsoft.com/office/drawing/2014/main" id="{E9E87237-2393-4708-BB01-402743EEE83D}"/>
              </a:ext>
            </a:extLst>
          </p:cNvPr>
          <p:cNvSpPr>
            <a:spLocks noGrp="1"/>
          </p:cNvSpPr>
          <p:nvPr>
            <p:ph type="body" sz="quarter" idx="11" hasCustomPrompt="1"/>
          </p:nvPr>
        </p:nvSpPr>
        <p:spPr>
          <a:xfrm>
            <a:off x="4400512" y="5085019"/>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9" name="Marcador de texto 6">
            <a:extLst>
              <a:ext uri="{FF2B5EF4-FFF2-40B4-BE49-F238E27FC236}">
                <a16:creationId xmlns:a16="http://schemas.microsoft.com/office/drawing/2014/main" id="{097452DD-1D24-4B73-8871-9E287BD51F86}"/>
              </a:ext>
            </a:extLst>
          </p:cNvPr>
          <p:cNvSpPr>
            <a:spLocks noGrp="1"/>
          </p:cNvSpPr>
          <p:nvPr>
            <p:ph type="body" sz="quarter" idx="12" hasCustomPrompt="1"/>
          </p:nvPr>
        </p:nvSpPr>
        <p:spPr>
          <a:xfrm>
            <a:off x="4400512" y="5715539"/>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20" name="Marcador de texto 6">
            <a:extLst>
              <a:ext uri="{FF2B5EF4-FFF2-40B4-BE49-F238E27FC236}">
                <a16:creationId xmlns:a16="http://schemas.microsoft.com/office/drawing/2014/main" id="{4205B8DF-49CC-416F-8134-594BDF042D5E}"/>
              </a:ext>
            </a:extLst>
          </p:cNvPr>
          <p:cNvSpPr>
            <a:spLocks noGrp="1"/>
          </p:cNvSpPr>
          <p:nvPr>
            <p:ph type="body" sz="quarter" idx="13" hasCustomPrompt="1"/>
          </p:nvPr>
        </p:nvSpPr>
        <p:spPr>
          <a:xfrm>
            <a:off x="4400512" y="5324723"/>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spTree>
    <p:extLst>
      <p:ext uri="{BB962C8B-B14F-4D97-AF65-F5344CB8AC3E}">
        <p14:creationId xmlns:p14="http://schemas.microsoft.com/office/powerpoint/2010/main" val="294196292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dice">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25449B5B-E8A3-47B9-BE8C-1442A097B9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2" name="Title 1"/>
          <p:cNvSpPr>
            <a:spLocks noGrp="1"/>
          </p:cNvSpPr>
          <p:nvPr>
            <p:ph type="title" hasCustomPrompt="1"/>
          </p:nvPr>
        </p:nvSpPr>
        <p:spPr>
          <a:xfrm>
            <a:off x="1604151" y="847865"/>
            <a:ext cx="4424116" cy="1221317"/>
          </a:xfrm>
        </p:spPr>
        <p:txBody>
          <a:bodyPr>
            <a:normAutofit/>
          </a:bodyPr>
          <a:lstStyle>
            <a:lvl1pPr>
              <a:defRPr sz="6300"/>
            </a:lvl1pPr>
          </a:lstStyle>
          <a:p>
            <a:r>
              <a:rPr lang="es-ES" dirty="0"/>
              <a:t>Índice</a:t>
            </a:r>
            <a:endParaRPr lang="en-US" dirty="0"/>
          </a:p>
        </p:txBody>
      </p:sp>
      <p:sp>
        <p:nvSpPr>
          <p:cNvPr id="21" name="Marcador de texto 20">
            <a:extLst>
              <a:ext uri="{FF2B5EF4-FFF2-40B4-BE49-F238E27FC236}">
                <a16:creationId xmlns:a16="http://schemas.microsoft.com/office/drawing/2014/main" id="{B8C616AF-0352-4AE7-BD28-0925BB5C1682}"/>
              </a:ext>
            </a:extLst>
          </p:cNvPr>
          <p:cNvSpPr>
            <a:spLocks noGrp="1"/>
          </p:cNvSpPr>
          <p:nvPr>
            <p:ph type="body" sz="quarter" idx="15" hasCustomPrompt="1"/>
          </p:nvPr>
        </p:nvSpPr>
        <p:spPr>
          <a:xfrm>
            <a:off x="2416706" y="2274535"/>
            <a:ext cx="8093250" cy="4295598"/>
          </a:xfrm>
        </p:spPr>
        <p:txBody>
          <a:bodyPr/>
          <a:lstStyle>
            <a:lvl1pPr defTabSz="7180263">
              <a:tabLst/>
              <a:defRPr/>
            </a:lvl1pPr>
            <a:lvl2pPr defTabSz="2014538">
              <a:tabLst>
                <a:tab pos="7180263" algn="l"/>
              </a:tabLst>
              <a:defRPr/>
            </a:lvl2pPr>
          </a:lstStyle>
          <a:p>
            <a:pPr lvl="0"/>
            <a:r>
              <a:rPr lang="es-ES" dirty="0" err="1"/>
              <a:t>Lorem</a:t>
            </a:r>
            <a:r>
              <a:rPr lang="es-ES" dirty="0"/>
              <a:t> </a:t>
            </a:r>
            <a:r>
              <a:rPr lang="es-ES" dirty="0" err="1"/>
              <a:t>ipsum</a:t>
            </a:r>
            <a:r>
              <a:rPr lang="es-ES" dirty="0"/>
              <a:t>	01</a:t>
            </a:r>
          </a:p>
          <a:p>
            <a:pPr lvl="1"/>
            <a:r>
              <a:rPr lang="es-ES" dirty="0" err="1"/>
              <a:t>Lorem</a:t>
            </a:r>
            <a:r>
              <a:rPr lang="es-ES" dirty="0"/>
              <a:t> </a:t>
            </a:r>
            <a:r>
              <a:rPr lang="es-ES" dirty="0" err="1"/>
              <a:t>ipsum</a:t>
            </a:r>
            <a:r>
              <a:rPr lang="es-ES" dirty="0"/>
              <a:t>	02</a:t>
            </a:r>
          </a:p>
          <a:p>
            <a:pPr lvl="1"/>
            <a:r>
              <a:rPr lang="es-ES" dirty="0" err="1"/>
              <a:t>Lorem</a:t>
            </a:r>
            <a:r>
              <a:rPr lang="es-ES" dirty="0"/>
              <a:t> </a:t>
            </a:r>
            <a:r>
              <a:rPr lang="es-ES" dirty="0" err="1"/>
              <a:t>ipsum</a:t>
            </a:r>
            <a:r>
              <a:rPr lang="es-ES" dirty="0"/>
              <a:t>	03</a:t>
            </a:r>
          </a:p>
          <a:p>
            <a:pPr lvl="0"/>
            <a:r>
              <a:rPr lang="es-ES" dirty="0" err="1"/>
              <a:t>Lorem</a:t>
            </a:r>
            <a:r>
              <a:rPr lang="es-ES" dirty="0"/>
              <a:t> </a:t>
            </a:r>
            <a:r>
              <a:rPr lang="es-ES" dirty="0" err="1"/>
              <a:t>ipsum</a:t>
            </a:r>
            <a:r>
              <a:rPr lang="es-ES" dirty="0"/>
              <a:t>	04</a:t>
            </a:r>
          </a:p>
          <a:p>
            <a:pPr lvl="0"/>
            <a:r>
              <a:rPr lang="es-ES" dirty="0" err="1"/>
              <a:t>Lorem</a:t>
            </a:r>
            <a:r>
              <a:rPr lang="es-ES" dirty="0"/>
              <a:t> </a:t>
            </a:r>
            <a:r>
              <a:rPr lang="es-ES" dirty="0" err="1"/>
              <a:t>ipsum</a:t>
            </a:r>
            <a:r>
              <a:rPr lang="es-ES" dirty="0"/>
              <a:t>	05</a:t>
            </a:r>
          </a:p>
          <a:p>
            <a:pPr lvl="0"/>
            <a:r>
              <a:rPr lang="es-ES" dirty="0" err="1"/>
              <a:t>Lorem</a:t>
            </a:r>
            <a:r>
              <a:rPr lang="es-ES" dirty="0"/>
              <a:t> </a:t>
            </a:r>
            <a:r>
              <a:rPr lang="es-ES" dirty="0" err="1"/>
              <a:t>ipsum</a:t>
            </a:r>
            <a:r>
              <a:rPr lang="es-ES" dirty="0"/>
              <a:t>	06</a:t>
            </a:r>
          </a:p>
          <a:p>
            <a:pPr lvl="0"/>
            <a:r>
              <a:rPr lang="es-ES" dirty="0" err="1"/>
              <a:t>Lorem</a:t>
            </a:r>
            <a:r>
              <a:rPr lang="es-ES" dirty="0"/>
              <a:t> </a:t>
            </a:r>
            <a:r>
              <a:rPr lang="es-ES" dirty="0" err="1"/>
              <a:t>ipsum</a:t>
            </a:r>
            <a:r>
              <a:rPr lang="es-ES" dirty="0"/>
              <a:t>	07</a:t>
            </a:r>
          </a:p>
          <a:p>
            <a:pPr lvl="0"/>
            <a:r>
              <a:rPr lang="es-ES" dirty="0" err="1"/>
              <a:t>Lorem</a:t>
            </a:r>
            <a:r>
              <a:rPr lang="es-ES" dirty="0"/>
              <a:t> </a:t>
            </a:r>
            <a:r>
              <a:rPr lang="es-ES" dirty="0" err="1"/>
              <a:t>ipsum</a:t>
            </a:r>
            <a:r>
              <a:rPr lang="es-ES" dirty="0"/>
              <a:t>	08</a:t>
            </a:r>
          </a:p>
          <a:p>
            <a:pPr lvl="0"/>
            <a:r>
              <a:rPr lang="es-ES" dirty="0" err="1"/>
              <a:t>Lorem</a:t>
            </a:r>
            <a:r>
              <a:rPr lang="es-ES" dirty="0"/>
              <a:t> </a:t>
            </a:r>
            <a:r>
              <a:rPr lang="es-ES" dirty="0" err="1"/>
              <a:t>ipsum</a:t>
            </a:r>
            <a:r>
              <a:rPr lang="es-ES" dirty="0"/>
              <a:t>	09</a:t>
            </a:r>
          </a:p>
        </p:txBody>
      </p:sp>
      <p:sp>
        <p:nvSpPr>
          <p:cNvPr id="3" name="Marcador de número de diapositiva 2">
            <a:extLst>
              <a:ext uri="{FF2B5EF4-FFF2-40B4-BE49-F238E27FC236}">
                <a16:creationId xmlns:a16="http://schemas.microsoft.com/office/drawing/2014/main" id="{298F2FCB-7E2F-400B-81B1-18B456AE6C0D}"/>
              </a:ext>
            </a:extLst>
          </p:cNvPr>
          <p:cNvSpPr>
            <a:spLocks noGrp="1"/>
          </p:cNvSpPr>
          <p:nvPr>
            <p:ph type="sldNum" sz="quarter" idx="16"/>
          </p:nvPr>
        </p:nvSpPr>
        <p:spPr/>
        <p:txBody>
          <a:bodyPr/>
          <a:lstStyle/>
          <a:p>
            <a:fld id="{B005B2D1-880E-4846-A216-7D6770BA1332}" type="slidenum">
              <a:rPr lang="es-ES" smtClean="0"/>
              <a:pPr/>
              <a:t>‹Nº›</a:t>
            </a:fld>
            <a:endParaRPr lang="es-ES" dirty="0"/>
          </a:p>
        </p:txBody>
      </p:sp>
      <p:sp>
        <p:nvSpPr>
          <p:cNvPr id="14" name="CuadroTexto 13">
            <a:extLst>
              <a:ext uri="{FF2B5EF4-FFF2-40B4-BE49-F238E27FC236}">
                <a16:creationId xmlns:a16="http://schemas.microsoft.com/office/drawing/2014/main" id="{71C9A96A-A9B6-43C0-858A-F037F92BE03F}"/>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6" name="Rectángulo 15">
            <a:extLst>
              <a:ext uri="{FF2B5EF4-FFF2-40B4-BE49-F238E27FC236}">
                <a16:creationId xmlns:a16="http://schemas.microsoft.com/office/drawing/2014/main" id="{45D52EBB-81B5-4744-AA02-0E98817C6CEE}"/>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9" name="Gráfico 8">
            <a:extLst>
              <a:ext uri="{FF2B5EF4-FFF2-40B4-BE49-F238E27FC236}">
                <a16:creationId xmlns:a16="http://schemas.microsoft.com/office/drawing/2014/main" id="{EA0D54E8-0AA0-4881-8D77-02CAACF3607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2159394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ulo 01">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8A1B7A2-EA18-4C92-8E93-A7475C86757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1" name="Title 1">
            <a:extLst>
              <a:ext uri="{FF2B5EF4-FFF2-40B4-BE49-F238E27FC236}">
                <a16:creationId xmlns:a16="http://schemas.microsoft.com/office/drawing/2014/main" id="{8B12E8F6-0C23-40DD-85B1-90679397D2FF}"/>
              </a:ext>
            </a:extLst>
          </p:cNvPr>
          <p:cNvSpPr>
            <a:spLocks noGrp="1"/>
          </p:cNvSpPr>
          <p:nvPr>
            <p:ph type="title" hasCustomPrompt="1"/>
          </p:nvPr>
        </p:nvSpPr>
        <p:spPr>
          <a:xfrm>
            <a:off x="2035664" y="2099137"/>
            <a:ext cx="3584298" cy="2164638"/>
          </a:xfrm>
        </p:spPr>
        <p:txBody>
          <a:bodyPr>
            <a:noAutofit/>
          </a:bodyPr>
          <a:lstStyle>
            <a:lvl1pPr>
              <a:defRPr sz="18000" spc="-1000" baseline="0">
                <a:solidFill>
                  <a:schemeClr val="bg1"/>
                </a:solidFill>
              </a:defRPr>
            </a:lvl1pPr>
          </a:lstStyle>
          <a:p>
            <a:r>
              <a:rPr lang="es-ES" dirty="0"/>
              <a:t>01</a:t>
            </a:r>
            <a:endParaRPr lang="en-US" dirty="0"/>
          </a:p>
        </p:txBody>
      </p:sp>
      <p:sp>
        <p:nvSpPr>
          <p:cNvPr id="8" name="Marcador de posición de imagen 7">
            <a:extLst>
              <a:ext uri="{FF2B5EF4-FFF2-40B4-BE49-F238E27FC236}">
                <a16:creationId xmlns:a16="http://schemas.microsoft.com/office/drawing/2014/main" id="{66833123-AD43-4252-9579-D68936FB3461}"/>
              </a:ext>
            </a:extLst>
          </p:cNvPr>
          <p:cNvSpPr>
            <a:spLocks noGrp="1"/>
          </p:cNvSpPr>
          <p:nvPr>
            <p:ph type="pic" sz="quarter" idx="13"/>
          </p:nvPr>
        </p:nvSpPr>
        <p:spPr>
          <a:xfrm>
            <a:off x="6515100" y="3312319"/>
            <a:ext cx="6400800" cy="4006055"/>
          </a:xfrm>
          <a:solidFill>
            <a:schemeClr val="bg1">
              <a:lumMod val="95000"/>
            </a:schemeClr>
          </a:solidFill>
          <a:ln w="12700">
            <a:solidFill>
              <a:srgbClr val="FF3228"/>
            </a:solidFill>
          </a:ln>
        </p:spPr>
        <p:txBody>
          <a:bodyPr/>
          <a:lstStyle/>
          <a:p>
            <a:endParaRPr lang="es-ES" dirty="0"/>
          </a:p>
        </p:txBody>
      </p:sp>
      <p:sp>
        <p:nvSpPr>
          <p:cNvPr id="18" name="Marcador de texto 17">
            <a:extLst>
              <a:ext uri="{FF2B5EF4-FFF2-40B4-BE49-F238E27FC236}">
                <a16:creationId xmlns:a16="http://schemas.microsoft.com/office/drawing/2014/main" id="{B14F05CA-BADC-4433-A115-075325ED1DD8}"/>
              </a:ext>
            </a:extLst>
          </p:cNvPr>
          <p:cNvSpPr>
            <a:spLocks noGrp="1"/>
          </p:cNvSpPr>
          <p:nvPr>
            <p:ph type="body" sz="quarter" idx="14" hasCustomPrompt="1"/>
          </p:nvPr>
        </p:nvSpPr>
        <p:spPr>
          <a:xfrm>
            <a:off x="2035663" y="4246384"/>
            <a:ext cx="4194175" cy="1973263"/>
          </a:xfrm>
        </p:spPr>
        <p:txBody>
          <a:bodyPr>
            <a:normAutofit/>
          </a:bodyPr>
          <a:lstStyle>
            <a:lvl1pPr marL="0" indent="0">
              <a:lnSpc>
                <a:spcPct val="90000"/>
              </a:lnSpc>
              <a:buNone/>
              <a:defRPr lang="es-ES" sz="430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dolor </a:t>
            </a:r>
            <a:r>
              <a:rPr lang="es-ES" dirty="0" err="1">
                <a:solidFill>
                  <a:schemeClr val="bg1"/>
                </a:solidFill>
              </a:rPr>
              <a:t>sit</a:t>
            </a:r>
            <a:endParaRPr lang="es-ES" dirty="0">
              <a:solidFill>
                <a:schemeClr val="bg1"/>
              </a:solidFill>
            </a:endParaRPr>
          </a:p>
        </p:txBody>
      </p:sp>
      <p:sp>
        <p:nvSpPr>
          <p:cNvPr id="2" name="Marcador de número de diapositiva 1">
            <a:extLst>
              <a:ext uri="{FF2B5EF4-FFF2-40B4-BE49-F238E27FC236}">
                <a16:creationId xmlns:a16="http://schemas.microsoft.com/office/drawing/2014/main" id="{EC526C9D-6B51-4BD6-A250-9863163FA0FA}"/>
              </a:ext>
            </a:extLst>
          </p:cNvPr>
          <p:cNvSpPr>
            <a:spLocks noGrp="1"/>
          </p:cNvSpPr>
          <p:nvPr>
            <p:ph type="sldNum" sz="quarter" idx="15"/>
          </p:nvPr>
        </p:nvSpPr>
        <p:spPr/>
        <p:txBody>
          <a:bodyPr/>
          <a:lstStyle/>
          <a:p>
            <a:fld id="{B005B2D1-880E-4846-A216-7D6770BA1332}" type="slidenum">
              <a:rPr lang="es-ES" smtClean="0"/>
              <a:pPr/>
              <a:t>‹Nº›</a:t>
            </a:fld>
            <a:endParaRPr lang="es-ES" dirty="0"/>
          </a:p>
        </p:txBody>
      </p:sp>
      <p:sp>
        <p:nvSpPr>
          <p:cNvPr id="14" name="CuadroTexto 13">
            <a:extLst>
              <a:ext uri="{FF2B5EF4-FFF2-40B4-BE49-F238E27FC236}">
                <a16:creationId xmlns:a16="http://schemas.microsoft.com/office/drawing/2014/main" id="{C88BB201-FFB7-49EA-89A7-08B8B994B0B2}"/>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6" name="Rectángulo 15">
            <a:extLst>
              <a:ext uri="{FF2B5EF4-FFF2-40B4-BE49-F238E27FC236}">
                <a16:creationId xmlns:a16="http://schemas.microsoft.com/office/drawing/2014/main" id="{EE4B70B3-FB3E-47A7-8EF1-EB36BC916C79}"/>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Gráfico 9">
            <a:extLst>
              <a:ext uri="{FF2B5EF4-FFF2-40B4-BE49-F238E27FC236}">
                <a16:creationId xmlns:a16="http://schemas.microsoft.com/office/drawing/2014/main" id="{21A2580A-DCB6-48AA-A0F1-A85928E84BEA}"/>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524442" y="332974"/>
            <a:ext cx="420914" cy="385200"/>
          </a:xfrm>
          <a:prstGeom prst="rect">
            <a:avLst/>
          </a:prstGeom>
        </p:spPr>
      </p:pic>
    </p:spTree>
    <p:extLst>
      <p:ext uri="{BB962C8B-B14F-4D97-AF65-F5344CB8AC3E}">
        <p14:creationId xmlns:p14="http://schemas.microsoft.com/office/powerpoint/2010/main" val="18286632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ulo 02">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09D51C8-55E2-496C-B14C-A46B0ECE117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16" name="Title 1">
            <a:extLst>
              <a:ext uri="{FF2B5EF4-FFF2-40B4-BE49-F238E27FC236}">
                <a16:creationId xmlns:a16="http://schemas.microsoft.com/office/drawing/2014/main" id="{EAE849AB-9400-4BCF-956F-AF4BF3A547CA}"/>
              </a:ext>
            </a:extLst>
          </p:cNvPr>
          <p:cNvSpPr>
            <a:spLocks noGrp="1"/>
          </p:cNvSpPr>
          <p:nvPr>
            <p:ph type="title" hasCustomPrompt="1"/>
          </p:nvPr>
        </p:nvSpPr>
        <p:spPr>
          <a:xfrm>
            <a:off x="8457014" y="2890247"/>
            <a:ext cx="3584298" cy="2164638"/>
          </a:xfrm>
        </p:spPr>
        <p:txBody>
          <a:bodyPr>
            <a:noAutofit/>
          </a:bodyPr>
          <a:lstStyle>
            <a:lvl1pPr>
              <a:defRPr sz="18000" spc="-1000" baseline="0">
                <a:solidFill>
                  <a:schemeClr val="bg1"/>
                </a:solidFill>
              </a:defRPr>
            </a:lvl1pPr>
          </a:lstStyle>
          <a:p>
            <a:r>
              <a:rPr lang="es-ES" dirty="0"/>
              <a:t>02</a:t>
            </a:r>
            <a:endParaRPr lang="en-US" dirty="0"/>
          </a:p>
        </p:txBody>
      </p:sp>
      <p:sp>
        <p:nvSpPr>
          <p:cNvPr id="17" name="Marcador de texto 17">
            <a:extLst>
              <a:ext uri="{FF2B5EF4-FFF2-40B4-BE49-F238E27FC236}">
                <a16:creationId xmlns:a16="http://schemas.microsoft.com/office/drawing/2014/main" id="{8C152E62-15FC-41CD-84D7-88775B2CA62F}"/>
              </a:ext>
            </a:extLst>
          </p:cNvPr>
          <p:cNvSpPr>
            <a:spLocks noGrp="1"/>
          </p:cNvSpPr>
          <p:nvPr>
            <p:ph type="body" sz="quarter" idx="14" hasCustomPrompt="1"/>
          </p:nvPr>
        </p:nvSpPr>
        <p:spPr>
          <a:xfrm>
            <a:off x="8457013" y="5037494"/>
            <a:ext cx="4194175" cy="1973263"/>
          </a:xfrm>
        </p:spPr>
        <p:txBody>
          <a:bodyPr>
            <a:normAutofit/>
          </a:bodyPr>
          <a:lstStyle>
            <a:lvl1pPr marL="0" indent="0">
              <a:lnSpc>
                <a:spcPct val="90000"/>
              </a:lnSpc>
              <a:buNone/>
              <a:defRPr lang="es-ES" sz="430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dolor </a:t>
            </a:r>
            <a:r>
              <a:rPr lang="es-ES" dirty="0" err="1">
                <a:solidFill>
                  <a:schemeClr val="bg1"/>
                </a:solidFill>
              </a:rPr>
              <a:t>sit</a:t>
            </a:r>
            <a:endParaRPr lang="es-ES" dirty="0">
              <a:solidFill>
                <a:schemeClr val="bg1"/>
              </a:solidFill>
            </a:endParaRPr>
          </a:p>
        </p:txBody>
      </p:sp>
      <p:sp>
        <p:nvSpPr>
          <p:cNvPr id="2" name="Marcador de número de diapositiva 1">
            <a:extLst>
              <a:ext uri="{FF2B5EF4-FFF2-40B4-BE49-F238E27FC236}">
                <a16:creationId xmlns:a16="http://schemas.microsoft.com/office/drawing/2014/main" id="{BC7A0E0C-BAA2-4AA7-ABF6-96A71D57A169}"/>
              </a:ext>
            </a:extLst>
          </p:cNvPr>
          <p:cNvSpPr>
            <a:spLocks noGrp="1"/>
          </p:cNvSpPr>
          <p:nvPr>
            <p:ph type="sldNum" sz="quarter" idx="15"/>
          </p:nvPr>
        </p:nvSpPr>
        <p:spPr/>
        <p:txBody>
          <a:bodyPr/>
          <a:lstStyle/>
          <a:p>
            <a:fld id="{B005B2D1-880E-4846-A216-7D6770BA1332}" type="slidenum">
              <a:rPr lang="es-ES" smtClean="0"/>
              <a:pPr/>
              <a:t>‹Nº›</a:t>
            </a:fld>
            <a:endParaRPr lang="es-ES" dirty="0"/>
          </a:p>
        </p:txBody>
      </p:sp>
      <p:sp>
        <p:nvSpPr>
          <p:cNvPr id="13" name="Marcador de posición de imagen 7">
            <a:extLst>
              <a:ext uri="{FF2B5EF4-FFF2-40B4-BE49-F238E27FC236}">
                <a16:creationId xmlns:a16="http://schemas.microsoft.com/office/drawing/2014/main" id="{C796E506-7717-4096-8DDB-1B6BBC5A297F}"/>
              </a:ext>
            </a:extLst>
          </p:cNvPr>
          <p:cNvSpPr>
            <a:spLocks noGrp="1"/>
          </p:cNvSpPr>
          <p:nvPr>
            <p:ph type="pic" sz="quarter" idx="13"/>
          </p:nvPr>
        </p:nvSpPr>
        <p:spPr>
          <a:xfrm>
            <a:off x="1709737" y="911225"/>
            <a:ext cx="6400800" cy="4006055"/>
          </a:xfrm>
          <a:solidFill>
            <a:schemeClr val="bg1">
              <a:lumMod val="95000"/>
            </a:schemeClr>
          </a:solidFill>
          <a:ln w="12700">
            <a:solidFill>
              <a:srgbClr val="FF3228"/>
            </a:solidFill>
          </a:ln>
        </p:spPr>
        <p:txBody>
          <a:bodyPr/>
          <a:lstStyle/>
          <a:p>
            <a:endParaRPr lang="es-ES" dirty="0"/>
          </a:p>
        </p:txBody>
      </p:sp>
      <p:sp>
        <p:nvSpPr>
          <p:cNvPr id="11" name="CuadroTexto 10">
            <a:extLst>
              <a:ext uri="{FF2B5EF4-FFF2-40B4-BE49-F238E27FC236}">
                <a16:creationId xmlns:a16="http://schemas.microsoft.com/office/drawing/2014/main" id="{DB3EC672-0806-49BC-8360-664924C43514}"/>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4" name="Rectángulo 13">
            <a:extLst>
              <a:ext uri="{FF2B5EF4-FFF2-40B4-BE49-F238E27FC236}">
                <a16:creationId xmlns:a16="http://schemas.microsoft.com/office/drawing/2014/main" id="{E02DE12B-7DD5-47B0-8765-C23E33AD3150}"/>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Gráfico 9">
            <a:extLst>
              <a:ext uri="{FF2B5EF4-FFF2-40B4-BE49-F238E27FC236}">
                <a16:creationId xmlns:a16="http://schemas.microsoft.com/office/drawing/2014/main" id="{CD1C42BD-713C-4D8A-BDA8-6990539BBAC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524442" y="332974"/>
            <a:ext cx="420914" cy="385200"/>
          </a:xfrm>
          <a:prstGeom prst="rect">
            <a:avLst/>
          </a:prstGeom>
        </p:spPr>
      </p:pic>
    </p:spTree>
    <p:extLst>
      <p:ext uri="{BB962C8B-B14F-4D97-AF65-F5344CB8AC3E}">
        <p14:creationId xmlns:p14="http://schemas.microsoft.com/office/powerpoint/2010/main" val="6134157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co 01">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8" name="Rectángulo 7">
            <a:extLst>
              <a:ext uri="{FF2B5EF4-FFF2-40B4-BE49-F238E27FC236}">
                <a16:creationId xmlns:a16="http://schemas.microsoft.com/office/drawing/2014/main" id="{EF3A0E82-FF4A-4767-8F46-4CEFBC357853}"/>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Title 1">
            <a:extLst>
              <a:ext uri="{FF2B5EF4-FFF2-40B4-BE49-F238E27FC236}">
                <a16:creationId xmlns:a16="http://schemas.microsoft.com/office/drawing/2014/main" id="{C827D429-903C-403E-A91E-3413C7FBF999}"/>
              </a:ext>
            </a:extLst>
          </p:cNvPr>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5" name="Marcador de texto 17">
            <a:extLst>
              <a:ext uri="{FF2B5EF4-FFF2-40B4-BE49-F238E27FC236}">
                <a16:creationId xmlns:a16="http://schemas.microsoft.com/office/drawing/2014/main" id="{D53EF393-3DBA-494A-AF34-ACE206FF8180}"/>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6" name="Marcador de texto 4">
            <a:extLst>
              <a:ext uri="{FF2B5EF4-FFF2-40B4-BE49-F238E27FC236}">
                <a16:creationId xmlns:a16="http://schemas.microsoft.com/office/drawing/2014/main" id="{FAC65DA7-3C33-485C-B20C-A039012FE8EF}"/>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124FC6AE-9F44-4BC7-8570-A9AC27B43E3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19043683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co 02">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8" name="Rectángulo 7">
            <a:extLst>
              <a:ext uri="{FF2B5EF4-FFF2-40B4-BE49-F238E27FC236}">
                <a16:creationId xmlns:a16="http://schemas.microsoft.com/office/drawing/2014/main" id="{EF3A0E82-FF4A-4767-8F46-4CEFBC357853}"/>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itle 1">
            <a:extLst>
              <a:ext uri="{FF2B5EF4-FFF2-40B4-BE49-F238E27FC236}">
                <a16:creationId xmlns:a16="http://schemas.microsoft.com/office/drawing/2014/main" id="{D98A20FD-FA6A-48A8-A926-BC8A55863981}"/>
              </a:ext>
            </a:extLst>
          </p:cNvPr>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8A1695F4-5BF3-4507-93DF-073A697D5DF7}"/>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BE2A1097-09E3-4BFE-95B2-33E0226DEF0B}"/>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D3DB9E60-9861-4933-A180-A4C25742F45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936"/>
          <a:stretch/>
        </p:blipFill>
        <p:spPr>
          <a:xfrm>
            <a:off x="524442" y="332974"/>
            <a:ext cx="420914" cy="385200"/>
          </a:xfrm>
          <a:prstGeom prst="rect">
            <a:avLst/>
          </a:prstGeom>
        </p:spPr>
      </p:pic>
    </p:spTree>
    <p:extLst>
      <p:ext uri="{BB962C8B-B14F-4D97-AF65-F5344CB8AC3E}">
        <p14:creationId xmlns:p14="http://schemas.microsoft.com/office/powerpoint/2010/main" val="38818346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co 03">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10179091"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8" name="Rectángulo 7">
            <a:extLst>
              <a:ext uri="{FF2B5EF4-FFF2-40B4-BE49-F238E27FC236}">
                <a16:creationId xmlns:a16="http://schemas.microsoft.com/office/drawing/2014/main" id="{EF3A0E82-FF4A-4767-8F46-4CEFBC357853}"/>
              </a:ext>
            </a:extLst>
          </p:cNvPr>
          <p:cNvSpPr/>
          <p:nvPr userDrawn="1"/>
        </p:nvSpPr>
        <p:spPr>
          <a:xfrm>
            <a:off x="521494"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itle 1">
            <a:extLst>
              <a:ext uri="{FF2B5EF4-FFF2-40B4-BE49-F238E27FC236}">
                <a16:creationId xmlns:a16="http://schemas.microsoft.com/office/drawing/2014/main" id="{B815F0C0-6EF2-45F9-BFE3-93D4944E94E1}"/>
              </a:ext>
            </a:extLst>
          </p:cNvPr>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CF808F11-2E11-4556-9C38-53953A509152}"/>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32D9F627-C890-407E-8937-86EA7F437564}"/>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01C8371B-E0D9-4E9C-BB68-73941002D27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30409013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co 04">
    <p:bg>
      <p:bgPr>
        <a:solidFill>
          <a:schemeClr val="bg1"/>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lvl1pPr>
              <a:defRPr>
                <a:solidFill>
                  <a:srgbClr val="1E1E1E"/>
                </a:solidFill>
              </a:defRPr>
            </a:lvl1p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sp>
        <p:nvSpPr>
          <p:cNvPr id="12" name="Title 1">
            <a:extLst>
              <a:ext uri="{FF2B5EF4-FFF2-40B4-BE49-F238E27FC236}">
                <a16:creationId xmlns:a16="http://schemas.microsoft.com/office/drawing/2014/main" id="{CD8374F0-9829-4A0E-A50F-3D62EEDC03F8}"/>
              </a:ext>
            </a:extLst>
          </p:cNvPr>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C05E73D6-3521-47BC-82CE-2AAF56FA92B1}"/>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39722E83-61D8-46D8-AF67-A82A58A33690}"/>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16C45FC7-EEB9-4B9F-BE13-C2D9C7222B8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323884" y="7585901"/>
            <a:ext cx="1400054" cy="385200"/>
          </a:xfrm>
          <a:prstGeom prst="rect">
            <a:avLst/>
          </a:prstGeom>
        </p:spPr>
      </p:pic>
      <p:sp>
        <p:nvSpPr>
          <p:cNvPr id="11" name="Rectángulo 10">
            <a:extLst>
              <a:ext uri="{FF2B5EF4-FFF2-40B4-BE49-F238E27FC236}">
                <a16:creationId xmlns:a16="http://schemas.microsoft.com/office/drawing/2014/main" id="{8F8AE979-17D9-492C-9878-9DAC54F970CD}"/>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41959516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co 01 rojo">
    <p:bg>
      <p:bgPr>
        <a:solidFill>
          <a:srgbClr val="FF3228"/>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lvl1pPr>
              <a:defRPr>
                <a:solidFill>
                  <a:schemeClr val="bg1"/>
                </a:solidFill>
              </a:defRPr>
            </a:lvl1p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chemeClr val="bg1"/>
                </a:solidFill>
                <a:latin typeface="Century Gothic" panose="020B0502020202020204" pitchFamily="34" charset="0"/>
              </a:rPr>
              <a:t>© Copyright Universidad Europea. Todos los derechos reservados</a:t>
            </a:r>
            <a:endParaRPr lang="es-ES" dirty="0">
              <a:solidFill>
                <a:schemeClr val="bg1"/>
              </a:solidFill>
            </a:endParaRPr>
          </a:p>
        </p:txBody>
      </p:sp>
      <p:sp>
        <p:nvSpPr>
          <p:cNvPr id="8" name="Rectángulo 7">
            <a:extLst>
              <a:ext uri="{FF2B5EF4-FFF2-40B4-BE49-F238E27FC236}">
                <a16:creationId xmlns:a16="http://schemas.microsoft.com/office/drawing/2014/main" id="{EF3A0E82-FF4A-4767-8F46-4CEFBC357853}"/>
              </a:ext>
            </a:extLst>
          </p:cNvPr>
          <p:cNvSpPr/>
          <p:nvPr userDrawn="1"/>
        </p:nvSpPr>
        <p:spPr>
          <a:xfrm>
            <a:off x="13723938" y="7570604"/>
            <a:ext cx="384969" cy="38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itle 1">
            <a:extLst>
              <a:ext uri="{FF2B5EF4-FFF2-40B4-BE49-F238E27FC236}">
                <a16:creationId xmlns:a16="http://schemas.microsoft.com/office/drawing/2014/main" id="{5FDA3608-77A3-4472-83F0-ECF69F3F28D8}"/>
              </a:ext>
            </a:extLst>
          </p:cNvPr>
          <p:cNvSpPr>
            <a:spLocks noGrp="1"/>
          </p:cNvSpPr>
          <p:nvPr>
            <p:ph type="title" hasCustomPrompt="1"/>
          </p:nvPr>
        </p:nvSpPr>
        <p:spPr>
          <a:xfrm>
            <a:off x="906463" y="1182159"/>
            <a:ext cx="6561949" cy="703086"/>
          </a:xfrm>
        </p:spPr>
        <p:txBody>
          <a:bodyPr lIns="0" anchor="t">
            <a:noAutofit/>
          </a:bodyPr>
          <a:lstStyle>
            <a:lvl1pPr>
              <a:defRPr sz="4330">
                <a:solidFill>
                  <a:schemeClr val="bg1"/>
                </a:solidFill>
              </a:defRPr>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4A66E3B5-38E7-411C-BEDB-A16E741FDC2D}"/>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1CF0A05D-CCE4-49E6-ACB1-3513664E2021}"/>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chemeClr val="bg1"/>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11" name="Gráfico 10">
            <a:extLst>
              <a:ext uri="{FF2B5EF4-FFF2-40B4-BE49-F238E27FC236}">
                <a16:creationId xmlns:a16="http://schemas.microsoft.com/office/drawing/2014/main" id="{9464CF2B-DCF7-41A5-9A25-6298114268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21966896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co 02 rojo">
    <p:bg>
      <p:bgPr>
        <a:solidFill>
          <a:srgbClr val="FF3228"/>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lvl1pPr>
              <a:defRPr>
                <a:solidFill>
                  <a:schemeClr val="bg1"/>
                </a:solidFill>
              </a:defRPr>
            </a:lvl1p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chemeClr val="bg1"/>
                </a:solidFill>
                <a:latin typeface="Century Gothic" panose="020B0502020202020204" pitchFamily="34" charset="0"/>
              </a:rPr>
              <a:t>© Copyright Universidad Europea. Todos los derechos reservados</a:t>
            </a:r>
            <a:endParaRPr lang="es-ES" dirty="0">
              <a:solidFill>
                <a:schemeClr val="bg1"/>
              </a:solidFill>
            </a:endParaRPr>
          </a:p>
        </p:txBody>
      </p:sp>
      <p:sp>
        <p:nvSpPr>
          <p:cNvPr id="8" name="Rectángulo 7">
            <a:extLst>
              <a:ext uri="{FF2B5EF4-FFF2-40B4-BE49-F238E27FC236}">
                <a16:creationId xmlns:a16="http://schemas.microsoft.com/office/drawing/2014/main" id="{EF3A0E82-FF4A-4767-8F46-4CEFBC357853}"/>
              </a:ext>
            </a:extLst>
          </p:cNvPr>
          <p:cNvSpPr/>
          <p:nvPr userDrawn="1"/>
        </p:nvSpPr>
        <p:spPr>
          <a:xfrm>
            <a:off x="13723938" y="7570604"/>
            <a:ext cx="384969" cy="38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itle 1">
            <a:extLst>
              <a:ext uri="{FF2B5EF4-FFF2-40B4-BE49-F238E27FC236}">
                <a16:creationId xmlns:a16="http://schemas.microsoft.com/office/drawing/2014/main" id="{3F4E3007-1C19-4007-A5C1-DDD5ED3C6C72}"/>
              </a:ext>
            </a:extLst>
          </p:cNvPr>
          <p:cNvSpPr>
            <a:spLocks noGrp="1"/>
          </p:cNvSpPr>
          <p:nvPr>
            <p:ph type="title" hasCustomPrompt="1"/>
          </p:nvPr>
        </p:nvSpPr>
        <p:spPr>
          <a:xfrm>
            <a:off x="906463" y="1182159"/>
            <a:ext cx="6561949" cy="703086"/>
          </a:xfrm>
        </p:spPr>
        <p:txBody>
          <a:bodyPr lIns="0" anchor="t">
            <a:noAutofit/>
          </a:bodyPr>
          <a:lstStyle>
            <a:lvl1pPr>
              <a:defRPr sz="4330">
                <a:solidFill>
                  <a:schemeClr val="bg1"/>
                </a:solidFill>
              </a:defRPr>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E2398BB4-9823-4D03-8F90-708D371933BA}"/>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0ECC3A71-70F1-4F9E-9CD7-1C3E338C9CDD}"/>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chemeClr val="bg1"/>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83DB3DAD-D72F-4850-A3E0-CE26DEBEAFC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8972"/>
          <a:stretch/>
        </p:blipFill>
        <p:spPr>
          <a:xfrm>
            <a:off x="524442" y="332974"/>
            <a:ext cx="434408" cy="385200"/>
          </a:xfrm>
          <a:prstGeom prst="rect">
            <a:avLst/>
          </a:prstGeom>
        </p:spPr>
      </p:pic>
    </p:spTree>
    <p:extLst>
      <p:ext uri="{BB962C8B-B14F-4D97-AF65-F5344CB8AC3E}">
        <p14:creationId xmlns:p14="http://schemas.microsoft.com/office/powerpoint/2010/main" val="1825296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co 03 rojo">
    <p:bg>
      <p:bgPr>
        <a:solidFill>
          <a:srgbClr val="FF3228"/>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lvl1pPr>
              <a:defRPr>
                <a:solidFill>
                  <a:schemeClr val="bg1"/>
                </a:solidFill>
              </a:defRPr>
            </a:lvl1pPr>
          </a:lstStyle>
          <a:p>
            <a:fld id="{B005B2D1-880E-4846-A216-7D6770BA1332}" type="slidenum">
              <a:rPr lang="es-ES" smtClean="0"/>
              <a:pPr/>
              <a:t>‹Nº›</a:t>
            </a:fld>
            <a:endParaRPr lang="es-ES" dirty="0"/>
          </a:p>
        </p:txBody>
      </p:sp>
      <p:sp>
        <p:nvSpPr>
          <p:cNvPr id="7" name="CuadroTexto 6">
            <a:extLst>
              <a:ext uri="{FF2B5EF4-FFF2-40B4-BE49-F238E27FC236}">
                <a16:creationId xmlns:a16="http://schemas.microsoft.com/office/drawing/2014/main" id="{467852B2-2896-44F4-AF55-CEE871E748D2}"/>
              </a:ext>
            </a:extLst>
          </p:cNvPr>
          <p:cNvSpPr txBox="1"/>
          <p:nvPr userDrawn="1"/>
        </p:nvSpPr>
        <p:spPr>
          <a:xfrm>
            <a:off x="10179091"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chemeClr val="bg1"/>
                </a:solidFill>
                <a:latin typeface="Century Gothic" panose="020B0502020202020204" pitchFamily="34" charset="0"/>
              </a:rPr>
              <a:t>© Copyright Universidad Europea. Todos los derechos reservados</a:t>
            </a:r>
            <a:endParaRPr lang="es-ES" dirty="0">
              <a:solidFill>
                <a:schemeClr val="bg1"/>
              </a:solidFill>
            </a:endParaRPr>
          </a:p>
        </p:txBody>
      </p:sp>
      <p:sp>
        <p:nvSpPr>
          <p:cNvPr id="11" name="Rectángulo 10">
            <a:extLst>
              <a:ext uri="{FF2B5EF4-FFF2-40B4-BE49-F238E27FC236}">
                <a16:creationId xmlns:a16="http://schemas.microsoft.com/office/drawing/2014/main" id="{6B2DEAFB-F122-4779-B99A-FB582EAD7F9E}"/>
              </a:ext>
            </a:extLst>
          </p:cNvPr>
          <p:cNvSpPr/>
          <p:nvPr userDrawn="1"/>
        </p:nvSpPr>
        <p:spPr>
          <a:xfrm>
            <a:off x="521494" y="7570604"/>
            <a:ext cx="384969" cy="38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itle 1">
            <a:extLst>
              <a:ext uri="{FF2B5EF4-FFF2-40B4-BE49-F238E27FC236}">
                <a16:creationId xmlns:a16="http://schemas.microsoft.com/office/drawing/2014/main" id="{EE88B220-024C-4A6F-95ED-05B93BF6E551}"/>
              </a:ext>
            </a:extLst>
          </p:cNvPr>
          <p:cNvSpPr>
            <a:spLocks noGrp="1"/>
          </p:cNvSpPr>
          <p:nvPr>
            <p:ph type="title" hasCustomPrompt="1"/>
          </p:nvPr>
        </p:nvSpPr>
        <p:spPr>
          <a:xfrm>
            <a:off x="906463" y="1182159"/>
            <a:ext cx="6561949" cy="703086"/>
          </a:xfrm>
        </p:spPr>
        <p:txBody>
          <a:bodyPr lIns="0" anchor="t">
            <a:noAutofit/>
          </a:bodyPr>
          <a:lstStyle>
            <a:lvl1pPr>
              <a:defRPr sz="4330">
                <a:solidFill>
                  <a:schemeClr val="bg1"/>
                </a:solidFill>
              </a:defRPr>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525D2F5B-F353-422E-9605-F1AF80A8169A}"/>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11EAA480-88BC-4B4B-8411-1C08B9FF5394}"/>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chemeClr val="bg1"/>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1026A369-AC20-47D4-97D5-01CC5505B25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8972"/>
          <a:stretch/>
        </p:blipFill>
        <p:spPr>
          <a:xfrm>
            <a:off x="13723938" y="332974"/>
            <a:ext cx="434408" cy="385200"/>
          </a:xfrm>
          <a:prstGeom prst="rect">
            <a:avLst/>
          </a:prstGeom>
        </p:spPr>
      </p:pic>
    </p:spTree>
    <p:extLst>
      <p:ext uri="{BB962C8B-B14F-4D97-AF65-F5344CB8AC3E}">
        <p14:creationId xmlns:p14="http://schemas.microsoft.com/office/powerpoint/2010/main" val="31989111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co 04 rojo">
    <p:bg>
      <p:bgPr>
        <a:solidFill>
          <a:srgbClr val="FF3228"/>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lvl1pPr>
              <a:defRPr>
                <a:solidFill>
                  <a:schemeClr val="bg1"/>
                </a:solidFill>
              </a:defRPr>
            </a:lvl1p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chemeClr val="bg1"/>
                </a:solidFill>
                <a:latin typeface="Century Gothic" panose="020B0502020202020204" pitchFamily="34" charset="0"/>
              </a:rPr>
              <a:t>© Copyright Universidad Europea. Todos los derechos reservados</a:t>
            </a:r>
            <a:endParaRPr lang="es-ES" dirty="0">
              <a:solidFill>
                <a:schemeClr val="bg1"/>
              </a:solidFill>
            </a:endParaRPr>
          </a:p>
        </p:txBody>
      </p:sp>
      <p:sp>
        <p:nvSpPr>
          <p:cNvPr id="12" name="Title 1">
            <a:extLst>
              <a:ext uri="{FF2B5EF4-FFF2-40B4-BE49-F238E27FC236}">
                <a16:creationId xmlns:a16="http://schemas.microsoft.com/office/drawing/2014/main" id="{5706FCFF-9E6C-4962-9DA8-44A85288D7A6}"/>
              </a:ext>
            </a:extLst>
          </p:cNvPr>
          <p:cNvSpPr>
            <a:spLocks noGrp="1"/>
          </p:cNvSpPr>
          <p:nvPr>
            <p:ph type="title" hasCustomPrompt="1"/>
          </p:nvPr>
        </p:nvSpPr>
        <p:spPr>
          <a:xfrm>
            <a:off x="906463" y="1182159"/>
            <a:ext cx="6561949" cy="703086"/>
          </a:xfrm>
        </p:spPr>
        <p:txBody>
          <a:bodyPr lIns="0" anchor="t">
            <a:noAutofit/>
          </a:bodyPr>
          <a:lstStyle>
            <a:lvl1pPr>
              <a:defRPr sz="4330">
                <a:solidFill>
                  <a:schemeClr val="bg1"/>
                </a:solidFill>
              </a:defRPr>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DF1CF610-0197-46DC-ACAA-C9E24DA42B44}"/>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1753BB2D-AECF-4736-AA6B-9AF7C261A1F1}"/>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chemeClr val="bg1"/>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42A10F5B-11C6-48F8-9EAA-370554DFFAE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323884" y="7585901"/>
            <a:ext cx="1400054" cy="385200"/>
          </a:xfrm>
          <a:prstGeom prst="rect">
            <a:avLst/>
          </a:prstGeom>
        </p:spPr>
      </p:pic>
      <p:sp>
        <p:nvSpPr>
          <p:cNvPr id="15" name="Rectángulo 14">
            <a:extLst>
              <a:ext uri="{FF2B5EF4-FFF2-40B4-BE49-F238E27FC236}">
                <a16:creationId xmlns:a16="http://schemas.microsoft.com/office/drawing/2014/main" id="{BC4989A0-1D0E-4D93-8B1B-B431C090B65A}"/>
              </a:ext>
            </a:extLst>
          </p:cNvPr>
          <p:cNvSpPr/>
          <p:nvPr userDrawn="1"/>
        </p:nvSpPr>
        <p:spPr>
          <a:xfrm>
            <a:off x="524442" y="332974"/>
            <a:ext cx="384969" cy="38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2337226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566B11CE-7366-4F19-900A-BF1BD3EF2B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2" name="Title 1"/>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3" name="Marcador de número de diapositiva 2">
            <a:extLst>
              <a:ext uri="{FF2B5EF4-FFF2-40B4-BE49-F238E27FC236}">
                <a16:creationId xmlns:a16="http://schemas.microsoft.com/office/drawing/2014/main" id="{298F2FCB-7E2F-400B-81B1-18B456AE6C0D}"/>
              </a:ext>
            </a:extLst>
          </p:cNvPr>
          <p:cNvSpPr>
            <a:spLocks noGrp="1"/>
          </p:cNvSpPr>
          <p:nvPr>
            <p:ph type="sldNum" sz="quarter" idx="16"/>
          </p:nvPr>
        </p:nvSpPr>
        <p:spPr/>
        <p:txBody>
          <a:bodyPr/>
          <a:lstStyle/>
          <a:p>
            <a:fld id="{B005B2D1-880E-4846-A216-7D6770BA1332}" type="slidenum">
              <a:rPr lang="es-ES" smtClean="0"/>
              <a:pPr/>
              <a:t>‹Nº›</a:t>
            </a:fld>
            <a:endParaRPr lang="es-ES" dirty="0"/>
          </a:p>
        </p:txBody>
      </p:sp>
      <p:sp>
        <p:nvSpPr>
          <p:cNvPr id="17" name="Marcador de texto 17">
            <a:extLst>
              <a:ext uri="{FF2B5EF4-FFF2-40B4-BE49-F238E27FC236}">
                <a16:creationId xmlns:a16="http://schemas.microsoft.com/office/drawing/2014/main" id="{ED651845-DE33-4174-8EA2-DF23E49F4C48}"/>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9" name="CuadroTexto 18">
            <a:extLst>
              <a:ext uri="{FF2B5EF4-FFF2-40B4-BE49-F238E27FC236}">
                <a16:creationId xmlns:a16="http://schemas.microsoft.com/office/drawing/2014/main" id="{D2CA20B9-F60F-45EA-A71A-63C33406C8E7}"/>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sp>
        <p:nvSpPr>
          <p:cNvPr id="14" name="Marcador de texto 4">
            <a:extLst>
              <a:ext uri="{FF2B5EF4-FFF2-40B4-BE49-F238E27FC236}">
                <a16:creationId xmlns:a16="http://schemas.microsoft.com/office/drawing/2014/main" id="{5F7258E8-5EEE-41BC-A766-C5459F5AE71E}"/>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11" name="Gráfico 10">
            <a:extLst>
              <a:ext uri="{FF2B5EF4-FFF2-40B4-BE49-F238E27FC236}">
                <a16:creationId xmlns:a16="http://schemas.microsoft.com/office/drawing/2014/main" id="{CB975C40-683D-4BF3-A2D4-C7AC360FC5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
        <p:nvSpPr>
          <p:cNvPr id="15" name="Rectángulo 14">
            <a:extLst>
              <a:ext uri="{FF2B5EF4-FFF2-40B4-BE49-F238E27FC236}">
                <a16:creationId xmlns:a16="http://schemas.microsoft.com/office/drawing/2014/main" id="{9304000E-70C0-40A1-AA99-159C4A36121B}"/>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4028483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o rojo">
    <p:bg>
      <p:bgPr>
        <a:solidFill>
          <a:srgbClr val="FF3228"/>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46C5DE1-03AD-457A-98FC-D90BEC62DC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lvl1pPr>
              <a:defRPr>
                <a:solidFill>
                  <a:schemeClr val="bg1"/>
                </a:solidFill>
              </a:defRPr>
            </a:lvl1p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chemeClr val="bg1"/>
                </a:solidFill>
                <a:latin typeface="Century Gothic" panose="020B0502020202020204" pitchFamily="34" charset="0"/>
              </a:rPr>
              <a:t>© Copyright Universidad Europea. Todos los derechos reservados</a:t>
            </a:r>
            <a:endParaRPr lang="es-ES" dirty="0">
              <a:solidFill>
                <a:schemeClr val="bg1"/>
              </a:solidFill>
            </a:endParaRPr>
          </a:p>
        </p:txBody>
      </p:sp>
      <p:sp>
        <p:nvSpPr>
          <p:cNvPr id="8" name="Rectángulo 7">
            <a:extLst>
              <a:ext uri="{FF2B5EF4-FFF2-40B4-BE49-F238E27FC236}">
                <a16:creationId xmlns:a16="http://schemas.microsoft.com/office/drawing/2014/main" id="{EF3A0E82-FF4A-4767-8F46-4CEFBC357853}"/>
              </a:ext>
            </a:extLst>
          </p:cNvPr>
          <p:cNvSpPr/>
          <p:nvPr userDrawn="1"/>
        </p:nvSpPr>
        <p:spPr>
          <a:xfrm>
            <a:off x="524442" y="332974"/>
            <a:ext cx="384969" cy="38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Title 1">
            <a:extLst>
              <a:ext uri="{FF2B5EF4-FFF2-40B4-BE49-F238E27FC236}">
                <a16:creationId xmlns:a16="http://schemas.microsoft.com/office/drawing/2014/main" id="{C2F6031E-C802-4044-BF57-B5270148E9C7}"/>
              </a:ext>
            </a:extLst>
          </p:cNvPr>
          <p:cNvSpPr>
            <a:spLocks noGrp="1"/>
          </p:cNvSpPr>
          <p:nvPr>
            <p:ph type="title" hasCustomPrompt="1"/>
          </p:nvPr>
        </p:nvSpPr>
        <p:spPr>
          <a:xfrm>
            <a:off x="906463" y="1182159"/>
            <a:ext cx="6561949" cy="703086"/>
          </a:xfrm>
        </p:spPr>
        <p:txBody>
          <a:bodyPr lIns="0" anchor="t">
            <a:noAutofit/>
          </a:bodyPr>
          <a:lstStyle>
            <a:lvl1pPr>
              <a:defRPr sz="4330">
                <a:solidFill>
                  <a:schemeClr val="bg1"/>
                </a:solidFill>
              </a:defRPr>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1" name="Marcador de texto 17">
            <a:extLst>
              <a:ext uri="{FF2B5EF4-FFF2-40B4-BE49-F238E27FC236}">
                <a16:creationId xmlns:a16="http://schemas.microsoft.com/office/drawing/2014/main" id="{8541B8B5-4A34-4941-9A02-3D8AEA86CD1F}"/>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2" name="Marcador de texto 4">
            <a:extLst>
              <a:ext uri="{FF2B5EF4-FFF2-40B4-BE49-F238E27FC236}">
                <a16:creationId xmlns:a16="http://schemas.microsoft.com/office/drawing/2014/main" id="{570181F8-E3DA-40CA-993C-3FA1859900AB}"/>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chemeClr val="bg1"/>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13" name="Gráfico 12">
            <a:extLst>
              <a:ext uri="{FF2B5EF4-FFF2-40B4-BE49-F238E27FC236}">
                <a16:creationId xmlns:a16="http://schemas.microsoft.com/office/drawing/2014/main" id="{094E685F-C14D-482F-9A0A-9F0AB3CA733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Tree>
    <p:extLst>
      <p:ext uri="{BB962C8B-B14F-4D97-AF65-F5344CB8AC3E}">
        <p14:creationId xmlns:p14="http://schemas.microsoft.com/office/powerpoint/2010/main" val="14550805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o 2 columnas">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1EB0F94-859D-44E4-A1AF-507F3F6D3C4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2" name="Title 1"/>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3" name="Marcador de número de diapositiva 2">
            <a:extLst>
              <a:ext uri="{FF2B5EF4-FFF2-40B4-BE49-F238E27FC236}">
                <a16:creationId xmlns:a16="http://schemas.microsoft.com/office/drawing/2014/main" id="{298F2FCB-7E2F-400B-81B1-18B456AE6C0D}"/>
              </a:ext>
            </a:extLst>
          </p:cNvPr>
          <p:cNvSpPr>
            <a:spLocks noGrp="1"/>
          </p:cNvSpPr>
          <p:nvPr>
            <p:ph type="sldNum" sz="quarter" idx="16"/>
          </p:nvPr>
        </p:nvSpPr>
        <p:spPr/>
        <p:txBody>
          <a:bodyPr/>
          <a:lstStyle/>
          <a:p>
            <a:fld id="{B005B2D1-880E-4846-A216-7D6770BA1332}" type="slidenum">
              <a:rPr lang="es-ES" smtClean="0"/>
              <a:pPr/>
              <a:t>‹Nº›</a:t>
            </a:fld>
            <a:endParaRPr lang="es-ES" dirty="0"/>
          </a:p>
        </p:txBody>
      </p:sp>
      <p:sp>
        <p:nvSpPr>
          <p:cNvPr id="17" name="Marcador de texto 17">
            <a:extLst>
              <a:ext uri="{FF2B5EF4-FFF2-40B4-BE49-F238E27FC236}">
                <a16:creationId xmlns:a16="http://schemas.microsoft.com/office/drawing/2014/main" id="{ED651845-DE33-4174-8EA2-DF23E49F4C48}"/>
              </a:ext>
            </a:extLst>
          </p:cNvPr>
          <p:cNvSpPr>
            <a:spLocks noGrp="1"/>
          </p:cNvSpPr>
          <p:nvPr>
            <p:ph type="body" sz="quarter" idx="17" hasCustomPrompt="1"/>
          </p:nvPr>
        </p:nvSpPr>
        <p:spPr>
          <a:xfrm>
            <a:off x="906463" y="3115112"/>
            <a:ext cx="4872037" cy="1660088"/>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19" name="CuadroTexto 18">
            <a:extLst>
              <a:ext uri="{FF2B5EF4-FFF2-40B4-BE49-F238E27FC236}">
                <a16:creationId xmlns:a16="http://schemas.microsoft.com/office/drawing/2014/main" id="{D2CA20B9-F60F-45EA-A71A-63C33406C8E7}"/>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sp>
        <p:nvSpPr>
          <p:cNvPr id="9" name="Marcador de texto 8">
            <a:extLst>
              <a:ext uri="{FF2B5EF4-FFF2-40B4-BE49-F238E27FC236}">
                <a16:creationId xmlns:a16="http://schemas.microsoft.com/office/drawing/2014/main" id="{B65DF388-3408-4AF2-9B3A-3FEA357FE26B}"/>
              </a:ext>
            </a:extLst>
          </p:cNvPr>
          <p:cNvSpPr>
            <a:spLocks noGrp="1"/>
          </p:cNvSpPr>
          <p:nvPr>
            <p:ph type="body" sz="quarter" idx="19" hasCustomPrompt="1"/>
          </p:nvPr>
        </p:nvSpPr>
        <p:spPr>
          <a:xfrm>
            <a:off x="906463" y="5209791"/>
            <a:ext cx="4872038" cy="1324359"/>
          </a:xfrm>
        </p:spPr>
        <p:txBody>
          <a:bodyPr lIns="0">
            <a:normAutofit/>
          </a:bodyPr>
          <a:lstStyle>
            <a:lvl1pPr marL="273050" indent="-187325">
              <a:lnSpc>
                <a:spcPts val="1700"/>
              </a:lnSpc>
              <a:spcBef>
                <a:spcPts val="0"/>
              </a:spcBef>
              <a:buSzPct val="120000"/>
              <a:defRPr sz="1440"/>
            </a:lvl1pPr>
          </a:lstStyle>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endParaRPr lang="es-ES" dirty="0"/>
          </a:p>
        </p:txBody>
      </p:sp>
      <p:sp>
        <p:nvSpPr>
          <p:cNvPr id="24" name="Marcador de texto 17">
            <a:extLst>
              <a:ext uri="{FF2B5EF4-FFF2-40B4-BE49-F238E27FC236}">
                <a16:creationId xmlns:a16="http://schemas.microsoft.com/office/drawing/2014/main" id="{1B566430-C516-4659-9CF0-413B38884746}"/>
              </a:ext>
            </a:extLst>
          </p:cNvPr>
          <p:cNvSpPr>
            <a:spLocks noGrp="1"/>
          </p:cNvSpPr>
          <p:nvPr>
            <p:ph type="body" sz="quarter" idx="20" hasCustomPrompt="1"/>
          </p:nvPr>
        </p:nvSpPr>
        <p:spPr>
          <a:xfrm>
            <a:off x="6517040" y="3115112"/>
            <a:ext cx="4872037" cy="1660088"/>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6" name="Marcador de texto 8">
            <a:extLst>
              <a:ext uri="{FF2B5EF4-FFF2-40B4-BE49-F238E27FC236}">
                <a16:creationId xmlns:a16="http://schemas.microsoft.com/office/drawing/2014/main" id="{573ECFD9-1700-48BC-9A10-1EEB57FE21FE}"/>
              </a:ext>
            </a:extLst>
          </p:cNvPr>
          <p:cNvSpPr>
            <a:spLocks noGrp="1"/>
          </p:cNvSpPr>
          <p:nvPr>
            <p:ph type="body" sz="quarter" idx="21" hasCustomPrompt="1"/>
          </p:nvPr>
        </p:nvSpPr>
        <p:spPr>
          <a:xfrm>
            <a:off x="6517040" y="5209791"/>
            <a:ext cx="4872038" cy="1324359"/>
          </a:xfrm>
        </p:spPr>
        <p:txBody>
          <a:bodyPr lIns="0">
            <a:normAutofit/>
          </a:bodyPr>
          <a:lstStyle>
            <a:lvl1pPr marL="273050" indent="-187325">
              <a:lnSpc>
                <a:spcPts val="1700"/>
              </a:lnSpc>
              <a:spcBef>
                <a:spcPts val="0"/>
              </a:spcBef>
              <a:buSzPct val="120000"/>
              <a:defRPr sz="1440"/>
            </a:lvl1pPr>
          </a:lstStyle>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endParaRPr lang="es-ES" dirty="0"/>
          </a:p>
        </p:txBody>
      </p:sp>
      <p:sp>
        <p:nvSpPr>
          <p:cNvPr id="22" name="Marcador de texto 4">
            <a:extLst>
              <a:ext uri="{FF2B5EF4-FFF2-40B4-BE49-F238E27FC236}">
                <a16:creationId xmlns:a16="http://schemas.microsoft.com/office/drawing/2014/main" id="{05E4FB7B-722D-4BE7-8CC0-B75626895DD0}"/>
              </a:ext>
            </a:extLst>
          </p:cNvPr>
          <p:cNvSpPr>
            <a:spLocks noGrp="1"/>
          </p:cNvSpPr>
          <p:nvPr>
            <p:ph type="body" sz="quarter" idx="18" hasCustomPrompt="1"/>
          </p:nvPr>
        </p:nvSpPr>
        <p:spPr>
          <a:xfrm>
            <a:off x="906464" y="2172974"/>
            <a:ext cx="3089804" cy="894430"/>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sp>
        <p:nvSpPr>
          <p:cNvPr id="27" name="Marcador de texto 4">
            <a:extLst>
              <a:ext uri="{FF2B5EF4-FFF2-40B4-BE49-F238E27FC236}">
                <a16:creationId xmlns:a16="http://schemas.microsoft.com/office/drawing/2014/main" id="{F9FC69D8-9723-4F59-88B1-B8A228E30E8C}"/>
              </a:ext>
            </a:extLst>
          </p:cNvPr>
          <p:cNvSpPr>
            <a:spLocks noGrp="1"/>
          </p:cNvSpPr>
          <p:nvPr>
            <p:ph type="body" sz="quarter" idx="22" hasCustomPrompt="1"/>
          </p:nvPr>
        </p:nvSpPr>
        <p:spPr>
          <a:xfrm>
            <a:off x="6517040" y="2172974"/>
            <a:ext cx="3089804" cy="894430"/>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sp>
        <p:nvSpPr>
          <p:cNvPr id="29" name="Marcador de texto 6">
            <a:extLst>
              <a:ext uri="{FF2B5EF4-FFF2-40B4-BE49-F238E27FC236}">
                <a16:creationId xmlns:a16="http://schemas.microsoft.com/office/drawing/2014/main" id="{9B86122E-9AF2-4C6E-92FF-49FE1347FD69}"/>
              </a:ext>
            </a:extLst>
          </p:cNvPr>
          <p:cNvSpPr>
            <a:spLocks noGrp="1"/>
          </p:cNvSpPr>
          <p:nvPr>
            <p:ph type="body" sz="quarter" idx="23" hasCustomPrompt="1"/>
          </p:nvPr>
        </p:nvSpPr>
        <p:spPr>
          <a:xfrm>
            <a:off x="906463" y="4854777"/>
            <a:ext cx="4760912" cy="336157"/>
          </a:xfrm>
        </p:spPr>
        <p:txBody>
          <a:bodyPr lIns="0">
            <a:noAutofit/>
          </a:bodyPr>
          <a:lstStyle>
            <a:lvl1pPr marL="0" indent="0">
              <a:buNone/>
              <a:defRPr sz="1440" b="1"/>
            </a:lvl1pPr>
          </a:lstStyle>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p>
        </p:txBody>
      </p:sp>
      <p:sp>
        <p:nvSpPr>
          <p:cNvPr id="30" name="Marcador de texto 6">
            <a:extLst>
              <a:ext uri="{FF2B5EF4-FFF2-40B4-BE49-F238E27FC236}">
                <a16:creationId xmlns:a16="http://schemas.microsoft.com/office/drawing/2014/main" id="{8EE8A48C-F391-4811-929B-692EE60D9853}"/>
              </a:ext>
            </a:extLst>
          </p:cNvPr>
          <p:cNvSpPr>
            <a:spLocks noGrp="1"/>
          </p:cNvSpPr>
          <p:nvPr>
            <p:ph type="body" sz="quarter" idx="24" hasCustomPrompt="1"/>
          </p:nvPr>
        </p:nvSpPr>
        <p:spPr>
          <a:xfrm>
            <a:off x="6517040" y="4854777"/>
            <a:ext cx="4760912" cy="336157"/>
          </a:xfrm>
        </p:spPr>
        <p:txBody>
          <a:bodyPr lIns="0">
            <a:noAutofit/>
          </a:bodyPr>
          <a:lstStyle>
            <a:lvl1pPr marL="0" indent="0">
              <a:buNone/>
              <a:defRPr sz="1440" b="1"/>
            </a:lvl1pPr>
          </a:lstStyle>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p>
        </p:txBody>
      </p:sp>
      <p:pic>
        <p:nvPicPr>
          <p:cNvPr id="16" name="Gráfico 15">
            <a:extLst>
              <a:ext uri="{FF2B5EF4-FFF2-40B4-BE49-F238E27FC236}">
                <a16:creationId xmlns:a16="http://schemas.microsoft.com/office/drawing/2014/main" id="{1AE249E4-2467-4F87-965C-E68F3597A07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
        <p:nvSpPr>
          <p:cNvPr id="23" name="Rectángulo 22">
            <a:extLst>
              <a:ext uri="{FF2B5EF4-FFF2-40B4-BE49-F238E27FC236}">
                <a16:creationId xmlns:a16="http://schemas.microsoft.com/office/drawing/2014/main" id="{B48D373E-19C2-4CC6-B1E7-2270E696A4BE}"/>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067776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o 3 columnas">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2FB2A9B4-7A25-4B33-B17C-A256109A75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2" name="Title 1"/>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3" name="Marcador de número de diapositiva 2">
            <a:extLst>
              <a:ext uri="{FF2B5EF4-FFF2-40B4-BE49-F238E27FC236}">
                <a16:creationId xmlns:a16="http://schemas.microsoft.com/office/drawing/2014/main" id="{298F2FCB-7E2F-400B-81B1-18B456AE6C0D}"/>
              </a:ext>
            </a:extLst>
          </p:cNvPr>
          <p:cNvSpPr>
            <a:spLocks noGrp="1"/>
          </p:cNvSpPr>
          <p:nvPr>
            <p:ph type="sldNum" sz="quarter" idx="16"/>
          </p:nvPr>
        </p:nvSpPr>
        <p:spPr/>
        <p:txBody>
          <a:bodyPr/>
          <a:lstStyle/>
          <a:p>
            <a:fld id="{B005B2D1-880E-4846-A216-7D6770BA1332}" type="slidenum">
              <a:rPr lang="es-ES" smtClean="0"/>
              <a:pPr/>
              <a:t>‹Nº›</a:t>
            </a:fld>
            <a:endParaRPr lang="es-ES" dirty="0"/>
          </a:p>
        </p:txBody>
      </p:sp>
      <p:sp>
        <p:nvSpPr>
          <p:cNvPr id="17" name="Marcador de texto 17">
            <a:extLst>
              <a:ext uri="{FF2B5EF4-FFF2-40B4-BE49-F238E27FC236}">
                <a16:creationId xmlns:a16="http://schemas.microsoft.com/office/drawing/2014/main" id="{ED651845-DE33-4174-8EA2-DF23E49F4C48}"/>
              </a:ext>
            </a:extLst>
          </p:cNvPr>
          <p:cNvSpPr>
            <a:spLocks noGrp="1"/>
          </p:cNvSpPr>
          <p:nvPr>
            <p:ph type="body" sz="quarter" idx="17" hasCustomPrompt="1"/>
          </p:nvPr>
        </p:nvSpPr>
        <p:spPr>
          <a:xfrm>
            <a:off x="906464" y="3339367"/>
            <a:ext cx="3259136" cy="2992177"/>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2" name="Marcador de texto 17">
            <a:extLst>
              <a:ext uri="{FF2B5EF4-FFF2-40B4-BE49-F238E27FC236}">
                <a16:creationId xmlns:a16="http://schemas.microsoft.com/office/drawing/2014/main" id="{36D8D383-D93A-4BEA-81C5-5D99296574CF}"/>
              </a:ext>
            </a:extLst>
          </p:cNvPr>
          <p:cNvSpPr>
            <a:spLocks noGrp="1"/>
          </p:cNvSpPr>
          <p:nvPr>
            <p:ph type="body" sz="quarter" idx="18" hasCustomPrompt="1"/>
          </p:nvPr>
        </p:nvSpPr>
        <p:spPr>
          <a:xfrm>
            <a:off x="4914020" y="3339367"/>
            <a:ext cx="3259136" cy="2992177"/>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8" name="Marcador de texto 17">
            <a:extLst>
              <a:ext uri="{FF2B5EF4-FFF2-40B4-BE49-F238E27FC236}">
                <a16:creationId xmlns:a16="http://schemas.microsoft.com/office/drawing/2014/main" id="{9DEF0FCB-D24A-41C6-B6B1-2A1A3EA97F9A}"/>
              </a:ext>
            </a:extLst>
          </p:cNvPr>
          <p:cNvSpPr>
            <a:spLocks noGrp="1"/>
          </p:cNvSpPr>
          <p:nvPr>
            <p:ph type="body" sz="quarter" idx="19" hasCustomPrompt="1"/>
          </p:nvPr>
        </p:nvSpPr>
        <p:spPr>
          <a:xfrm>
            <a:off x="8912051" y="3339367"/>
            <a:ext cx="3259136" cy="2992177"/>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9" name="CuadroTexto 28">
            <a:extLst>
              <a:ext uri="{FF2B5EF4-FFF2-40B4-BE49-F238E27FC236}">
                <a16:creationId xmlns:a16="http://schemas.microsoft.com/office/drawing/2014/main" id="{2C51ABAD-344B-4945-9333-5C20ED89FE3B}"/>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1" name="Rectángulo 30">
            <a:extLst>
              <a:ext uri="{FF2B5EF4-FFF2-40B4-BE49-F238E27FC236}">
                <a16:creationId xmlns:a16="http://schemas.microsoft.com/office/drawing/2014/main" id="{410E6A35-FD8D-424A-963C-27B2367EF978}"/>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Marcador de texto 4">
            <a:extLst>
              <a:ext uri="{FF2B5EF4-FFF2-40B4-BE49-F238E27FC236}">
                <a16:creationId xmlns:a16="http://schemas.microsoft.com/office/drawing/2014/main" id="{A6690533-EFD2-44B8-9B43-A66D920F5C7F}"/>
              </a:ext>
            </a:extLst>
          </p:cNvPr>
          <p:cNvSpPr>
            <a:spLocks noGrp="1"/>
          </p:cNvSpPr>
          <p:nvPr>
            <p:ph type="body" sz="quarter" idx="20" hasCustomPrompt="1"/>
          </p:nvPr>
        </p:nvSpPr>
        <p:spPr>
          <a:xfrm>
            <a:off x="906464" y="2392356"/>
            <a:ext cx="3089804" cy="894430"/>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sp>
        <p:nvSpPr>
          <p:cNvPr id="18" name="Marcador de texto 4">
            <a:extLst>
              <a:ext uri="{FF2B5EF4-FFF2-40B4-BE49-F238E27FC236}">
                <a16:creationId xmlns:a16="http://schemas.microsoft.com/office/drawing/2014/main" id="{6F4B1AF0-3B4D-48F1-B8BA-5E80B030E5D1}"/>
              </a:ext>
            </a:extLst>
          </p:cNvPr>
          <p:cNvSpPr>
            <a:spLocks noGrp="1"/>
          </p:cNvSpPr>
          <p:nvPr>
            <p:ph type="body" sz="quarter" idx="21" hasCustomPrompt="1"/>
          </p:nvPr>
        </p:nvSpPr>
        <p:spPr>
          <a:xfrm>
            <a:off x="4914020" y="2392356"/>
            <a:ext cx="3089804" cy="894430"/>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sp>
        <p:nvSpPr>
          <p:cNvPr id="19" name="Marcador de texto 4">
            <a:extLst>
              <a:ext uri="{FF2B5EF4-FFF2-40B4-BE49-F238E27FC236}">
                <a16:creationId xmlns:a16="http://schemas.microsoft.com/office/drawing/2014/main" id="{8684ACDC-92BA-4BD5-ACC0-23F86F94CEAF}"/>
              </a:ext>
            </a:extLst>
          </p:cNvPr>
          <p:cNvSpPr>
            <a:spLocks noGrp="1"/>
          </p:cNvSpPr>
          <p:nvPr>
            <p:ph type="body" sz="quarter" idx="22" hasCustomPrompt="1"/>
          </p:nvPr>
        </p:nvSpPr>
        <p:spPr>
          <a:xfrm>
            <a:off x="8912051" y="2392356"/>
            <a:ext cx="3089804" cy="894430"/>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15" name="Gráfico 14">
            <a:extLst>
              <a:ext uri="{FF2B5EF4-FFF2-40B4-BE49-F238E27FC236}">
                <a16:creationId xmlns:a16="http://schemas.microsoft.com/office/drawing/2014/main" id="{0F89C5E3-7842-4B5D-9A6A-5CF3A0E318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24480361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o + Imagen 01">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2B6BA599-5F15-4877-AA2D-F2A98670851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5" name="Marcador de texto 17">
            <a:extLst>
              <a:ext uri="{FF2B5EF4-FFF2-40B4-BE49-F238E27FC236}">
                <a16:creationId xmlns:a16="http://schemas.microsoft.com/office/drawing/2014/main" id="{FD03CA6B-5CA5-4C89-B920-7021E2BD3D7E}"/>
              </a:ext>
            </a:extLst>
          </p:cNvPr>
          <p:cNvSpPr>
            <a:spLocks noGrp="1"/>
          </p:cNvSpPr>
          <p:nvPr>
            <p:ph type="body" sz="quarter" idx="14" hasCustomPrompt="1"/>
          </p:nvPr>
        </p:nvSpPr>
        <p:spPr>
          <a:xfrm>
            <a:off x="1881552" y="3506644"/>
            <a:ext cx="2967851" cy="859873"/>
          </a:xfrm>
        </p:spPr>
        <p:txBody>
          <a:bodyPr>
            <a:normAutofit/>
          </a:bodyPr>
          <a:lstStyle>
            <a:lvl1pPr marL="0" indent="0">
              <a:lnSpc>
                <a:spcPct val="90000"/>
              </a:lnSpc>
              <a:buNone/>
              <a:defRPr lang="es-ES" sz="275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Imus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18" name="Marcador de texto 17">
            <a:extLst>
              <a:ext uri="{FF2B5EF4-FFF2-40B4-BE49-F238E27FC236}">
                <a16:creationId xmlns:a16="http://schemas.microsoft.com/office/drawing/2014/main" id="{B66AA8DE-E799-4ECE-B015-6D7A4D7F44DB}"/>
              </a:ext>
            </a:extLst>
          </p:cNvPr>
          <p:cNvSpPr>
            <a:spLocks noGrp="1"/>
          </p:cNvSpPr>
          <p:nvPr>
            <p:ph type="body" sz="quarter" idx="15" hasCustomPrompt="1"/>
          </p:nvPr>
        </p:nvSpPr>
        <p:spPr>
          <a:xfrm>
            <a:off x="6389266" y="3791413"/>
            <a:ext cx="7334672" cy="575103"/>
          </a:xfrm>
        </p:spPr>
        <p:txBody>
          <a:bodyPr>
            <a:normAutofit/>
          </a:bodyPr>
          <a:lstStyle>
            <a:lvl1pPr marL="0" indent="0">
              <a:lnSpc>
                <a:spcPts val="2800"/>
              </a:lnSpc>
              <a:buNone/>
              <a:defRPr sz="2400" b="1"/>
            </a:lvl1pPr>
          </a:lstStyle>
          <a:p>
            <a:pPr lvl="0"/>
            <a:r>
              <a:rPr lang="es-ES" dirty="0" err="1"/>
              <a:t>Aximinct</a:t>
            </a:r>
            <a:r>
              <a:rPr lang="es-ES" dirty="0"/>
              <a:t> </a:t>
            </a:r>
            <a:r>
              <a:rPr lang="es-ES" dirty="0" err="1"/>
              <a:t>emquibus</a:t>
            </a:r>
            <a:r>
              <a:rPr lang="es-ES" dirty="0"/>
              <a:t> et </a:t>
            </a:r>
            <a:r>
              <a:rPr lang="es-ES" dirty="0" err="1"/>
              <a:t>facium</a:t>
            </a:r>
            <a:r>
              <a:rPr lang="es-ES" dirty="0"/>
              <a:t> </a:t>
            </a:r>
            <a:r>
              <a:rPr lang="es-ES" dirty="0" err="1"/>
              <a:t>natur</a:t>
            </a:r>
            <a:endParaRPr lang="es-ES" dirty="0"/>
          </a:p>
        </p:txBody>
      </p:sp>
      <p:sp>
        <p:nvSpPr>
          <p:cNvPr id="19" name="Marcador de texto 17">
            <a:extLst>
              <a:ext uri="{FF2B5EF4-FFF2-40B4-BE49-F238E27FC236}">
                <a16:creationId xmlns:a16="http://schemas.microsoft.com/office/drawing/2014/main" id="{AD3EB5F9-F938-40BF-A1F5-C2F0B3B89612}"/>
              </a:ext>
            </a:extLst>
          </p:cNvPr>
          <p:cNvSpPr>
            <a:spLocks noGrp="1"/>
          </p:cNvSpPr>
          <p:nvPr>
            <p:ph type="body" sz="quarter" idx="16" hasCustomPrompt="1"/>
          </p:nvPr>
        </p:nvSpPr>
        <p:spPr>
          <a:xfrm>
            <a:off x="6386091" y="4376791"/>
            <a:ext cx="7334672" cy="2941584"/>
          </a:xfrm>
        </p:spPr>
        <p:txBody>
          <a:bodyPr>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a:t>
            </a:r>
          </a:p>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a:t>
            </a:r>
          </a:p>
        </p:txBody>
      </p:sp>
      <p:sp>
        <p:nvSpPr>
          <p:cNvPr id="20" name="Marcador de texto 17">
            <a:extLst>
              <a:ext uri="{FF2B5EF4-FFF2-40B4-BE49-F238E27FC236}">
                <a16:creationId xmlns:a16="http://schemas.microsoft.com/office/drawing/2014/main" id="{F31B79CC-203A-485E-A8C2-5CF4EF2C6E5B}"/>
              </a:ext>
            </a:extLst>
          </p:cNvPr>
          <p:cNvSpPr>
            <a:spLocks noGrp="1"/>
          </p:cNvSpPr>
          <p:nvPr>
            <p:ph type="body" sz="quarter" idx="17" hasCustomPrompt="1"/>
          </p:nvPr>
        </p:nvSpPr>
        <p:spPr>
          <a:xfrm>
            <a:off x="1881552" y="4450064"/>
            <a:ext cx="3460068" cy="1049036"/>
          </a:xfrm>
        </p:spPr>
        <p:txBody>
          <a:bodyPr>
            <a:noAutofit/>
          </a:bodyPr>
          <a:lstStyle>
            <a:lvl1pPr marL="0" indent="0">
              <a:lnSpc>
                <a:spcPts val="1800"/>
              </a:lnSpc>
              <a:buNone/>
              <a:defRPr sz="1440" b="0">
                <a:solidFill>
                  <a:schemeClr val="bg1"/>
                </a:solidFill>
              </a:defRPr>
            </a:lvl1pPr>
          </a:lstStyle>
          <a:p>
            <a:pPr lvl="0"/>
            <a:r>
              <a:rPr lang="es-ES" dirty="0"/>
              <a:t>Ma </a:t>
            </a:r>
            <a:r>
              <a:rPr lang="es-ES" dirty="0" err="1"/>
              <a:t>vendest</a:t>
            </a:r>
            <a:r>
              <a:rPr lang="es-ES" dirty="0"/>
              <a:t> as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a:t>
            </a:r>
          </a:p>
        </p:txBody>
      </p:sp>
      <p:sp>
        <p:nvSpPr>
          <p:cNvPr id="21" name="Marcador de posición de imagen 7">
            <a:extLst>
              <a:ext uri="{FF2B5EF4-FFF2-40B4-BE49-F238E27FC236}">
                <a16:creationId xmlns:a16="http://schemas.microsoft.com/office/drawing/2014/main" id="{288C9D37-B96B-4F74-A547-EEFFABD3F7CA}"/>
              </a:ext>
            </a:extLst>
          </p:cNvPr>
          <p:cNvSpPr>
            <a:spLocks noGrp="1"/>
          </p:cNvSpPr>
          <p:nvPr>
            <p:ph type="pic" sz="quarter" idx="13"/>
          </p:nvPr>
        </p:nvSpPr>
        <p:spPr>
          <a:xfrm>
            <a:off x="906996" y="911225"/>
            <a:ext cx="12813767" cy="2403957"/>
          </a:xfrm>
          <a:solidFill>
            <a:schemeClr val="bg1">
              <a:lumMod val="95000"/>
            </a:schemeClr>
          </a:solidFill>
          <a:ln w="12700">
            <a:solidFill>
              <a:srgbClr val="FF3228"/>
            </a:solidFill>
          </a:ln>
        </p:spPr>
        <p:txBody>
          <a:bodyPr/>
          <a:lstStyle/>
          <a:p>
            <a:endParaRPr lang="es-ES" dirty="0"/>
          </a:p>
        </p:txBody>
      </p:sp>
      <p:sp>
        <p:nvSpPr>
          <p:cNvPr id="4" name="Marcador de número de diapositiva 3">
            <a:extLst>
              <a:ext uri="{FF2B5EF4-FFF2-40B4-BE49-F238E27FC236}">
                <a16:creationId xmlns:a16="http://schemas.microsoft.com/office/drawing/2014/main" id="{30459E2A-3164-49CE-8E2D-6CEA93FB23A7}"/>
              </a:ext>
            </a:extLst>
          </p:cNvPr>
          <p:cNvSpPr>
            <a:spLocks noGrp="1"/>
          </p:cNvSpPr>
          <p:nvPr>
            <p:ph type="sldNum" sz="quarter" idx="18"/>
          </p:nvPr>
        </p:nvSpPr>
        <p:spPr/>
        <p:txBody>
          <a:bodyPr/>
          <a:lstStyle/>
          <a:p>
            <a:fld id="{B005B2D1-880E-4846-A216-7D6770BA1332}" type="slidenum">
              <a:rPr lang="es-ES" smtClean="0"/>
              <a:pPr/>
              <a:t>‹Nº›</a:t>
            </a:fld>
            <a:endParaRPr lang="es-ES" dirty="0"/>
          </a:p>
        </p:txBody>
      </p:sp>
      <p:sp>
        <p:nvSpPr>
          <p:cNvPr id="14" name="CuadroTexto 13">
            <a:extLst>
              <a:ext uri="{FF2B5EF4-FFF2-40B4-BE49-F238E27FC236}">
                <a16:creationId xmlns:a16="http://schemas.microsoft.com/office/drawing/2014/main" id="{15024829-CBD6-4287-87FC-8DF3F1318403}"/>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pic>
        <p:nvPicPr>
          <p:cNvPr id="16" name="Gráfico 15">
            <a:extLst>
              <a:ext uri="{FF2B5EF4-FFF2-40B4-BE49-F238E27FC236}">
                <a16:creationId xmlns:a16="http://schemas.microsoft.com/office/drawing/2014/main" id="{53EBFAFB-103E-4A3C-9756-4659E641544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
        <p:nvSpPr>
          <p:cNvPr id="22" name="Rectángulo 21">
            <a:extLst>
              <a:ext uri="{FF2B5EF4-FFF2-40B4-BE49-F238E27FC236}">
                <a16:creationId xmlns:a16="http://schemas.microsoft.com/office/drawing/2014/main" id="{D1AD40A5-A897-4731-BF12-1367B540BA97}"/>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0624679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o + Imagen 02">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2B6BA599-5F15-4877-AA2D-F2A98670851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2" name="Rectángulo 1">
            <a:extLst>
              <a:ext uri="{FF2B5EF4-FFF2-40B4-BE49-F238E27FC236}">
                <a16:creationId xmlns:a16="http://schemas.microsoft.com/office/drawing/2014/main" id="{21D4F7DB-0F2C-408A-ABA7-11AAC130F2AE}"/>
              </a:ext>
            </a:extLst>
          </p:cNvPr>
          <p:cNvSpPr/>
          <p:nvPr userDrawn="1"/>
        </p:nvSpPr>
        <p:spPr>
          <a:xfrm>
            <a:off x="12908496" y="797150"/>
            <a:ext cx="968580" cy="26684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v</a:t>
            </a:r>
          </a:p>
        </p:txBody>
      </p:sp>
      <p:sp>
        <p:nvSpPr>
          <p:cNvPr id="15" name="Marcador de texto 17">
            <a:extLst>
              <a:ext uri="{FF2B5EF4-FFF2-40B4-BE49-F238E27FC236}">
                <a16:creationId xmlns:a16="http://schemas.microsoft.com/office/drawing/2014/main" id="{FD03CA6B-5CA5-4C89-B920-7021E2BD3D7E}"/>
              </a:ext>
            </a:extLst>
          </p:cNvPr>
          <p:cNvSpPr>
            <a:spLocks noGrp="1"/>
          </p:cNvSpPr>
          <p:nvPr>
            <p:ph type="body" sz="quarter" idx="14" hasCustomPrompt="1"/>
          </p:nvPr>
        </p:nvSpPr>
        <p:spPr>
          <a:xfrm>
            <a:off x="1881552" y="3506644"/>
            <a:ext cx="2967851" cy="859873"/>
          </a:xfrm>
        </p:spPr>
        <p:txBody>
          <a:bodyPr>
            <a:normAutofit/>
          </a:bodyPr>
          <a:lstStyle>
            <a:lvl1pPr marL="0" indent="0">
              <a:lnSpc>
                <a:spcPct val="90000"/>
              </a:lnSpc>
              <a:buNone/>
              <a:defRPr lang="es-ES" sz="275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Imus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18" name="Marcador de texto 17">
            <a:extLst>
              <a:ext uri="{FF2B5EF4-FFF2-40B4-BE49-F238E27FC236}">
                <a16:creationId xmlns:a16="http://schemas.microsoft.com/office/drawing/2014/main" id="{B66AA8DE-E799-4ECE-B015-6D7A4D7F44DB}"/>
              </a:ext>
            </a:extLst>
          </p:cNvPr>
          <p:cNvSpPr>
            <a:spLocks noGrp="1"/>
          </p:cNvSpPr>
          <p:nvPr>
            <p:ph type="body" sz="quarter" idx="15" hasCustomPrompt="1"/>
          </p:nvPr>
        </p:nvSpPr>
        <p:spPr>
          <a:xfrm>
            <a:off x="6389266" y="3791413"/>
            <a:ext cx="7334672" cy="585377"/>
          </a:xfrm>
        </p:spPr>
        <p:txBody>
          <a:bodyPr>
            <a:normAutofit/>
          </a:bodyPr>
          <a:lstStyle>
            <a:lvl1pPr marL="0" indent="0">
              <a:lnSpc>
                <a:spcPts val="2800"/>
              </a:lnSpc>
              <a:buNone/>
              <a:defRPr sz="2400" b="1"/>
            </a:lvl1pPr>
          </a:lstStyle>
          <a:p>
            <a:pPr lvl="0"/>
            <a:r>
              <a:rPr lang="es-ES" dirty="0" err="1"/>
              <a:t>Aximinct</a:t>
            </a:r>
            <a:r>
              <a:rPr lang="es-ES" dirty="0"/>
              <a:t> </a:t>
            </a:r>
            <a:r>
              <a:rPr lang="es-ES" dirty="0" err="1"/>
              <a:t>emquibus</a:t>
            </a:r>
            <a:r>
              <a:rPr lang="es-ES" dirty="0"/>
              <a:t> et </a:t>
            </a:r>
            <a:r>
              <a:rPr lang="es-ES" dirty="0" err="1"/>
              <a:t>facium</a:t>
            </a:r>
            <a:r>
              <a:rPr lang="es-ES" dirty="0"/>
              <a:t> </a:t>
            </a:r>
            <a:r>
              <a:rPr lang="es-ES" dirty="0" err="1"/>
              <a:t>natur</a:t>
            </a:r>
            <a:endParaRPr lang="es-ES" dirty="0"/>
          </a:p>
        </p:txBody>
      </p:sp>
      <p:sp>
        <p:nvSpPr>
          <p:cNvPr id="19" name="Marcador de texto 17">
            <a:extLst>
              <a:ext uri="{FF2B5EF4-FFF2-40B4-BE49-F238E27FC236}">
                <a16:creationId xmlns:a16="http://schemas.microsoft.com/office/drawing/2014/main" id="{AD3EB5F9-F938-40BF-A1F5-C2F0B3B89612}"/>
              </a:ext>
            </a:extLst>
          </p:cNvPr>
          <p:cNvSpPr>
            <a:spLocks noGrp="1"/>
          </p:cNvSpPr>
          <p:nvPr>
            <p:ph type="body" sz="quarter" idx="16" hasCustomPrompt="1"/>
          </p:nvPr>
        </p:nvSpPr>
        <p:spPr>
          <a:xfrm>
            <a:off x="6386091" y="4376791"/>
            <a:ext cx="7334672" cy="2941584"/>
          </a:xfrm>
        </p:spPr>
        <p:txBody>
          <a:bodyPr>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a:t>
            </a:r>
          </a:p>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a:t>
            </a:r>
          </a:p>
        </p:txBody>
      </p:sp>
      <p:sp>
        <p:nvSpPr>
          <p:cNvPr id="20" name="Marcador de texto 17">
            <a:extLst>
              <a:ext uri="{FF2B5EF4-FFF2-40B4-BE49-F238E27FC236}">
                <a16:creationId xmlns:a16="http://schemas.microsoft.com/office/drawing/2014/main" id="{F31B79CC-203A-485E-A8C2-5CF4EF2C6E5B}"/>
              </a:ext>
            </a:extLst>
          </p:cNvPr>
          <p:cNvSpPr>
            <a:spLocks noGrp="1"/>
          </p:cNvSpPr>
          <p:nvPr>
            <p:ph type="body" sz="quarter" idx="17" hasCustomPrompt="1"/>
          </p:nvPr>
        </p:nvSpPr>
        <p:spPr>
          <a:xfrm>
            <a:off x="1881552" y="4450064"/>
            <a:ext cx="3460068" cy="1049036"/>
          </a:xfrm>
        </p:spPr>
        <p:txBody>
          <a:bodyPr>
            <a:noAutofit/>
          </a:bodyPr>
          <a:lstStyle>
            <a:lvl1pPr marL="0" indent="0">
              <a:lnSpc>
                <a:spcPts val="1800"/>
              </a:lnSpc>
              <a:buNone/>
              <a:defRPr sz="1440" b="0">
                <a:solidFill>
                  <a:schemeClr val="bg1"/>
                </a:solidFill>
              </a:defRPr>
            </a:lvl1pPr>
          </a:lstStyle>
          <a:p>
            <a:pPr lvl="0"/>
            <a:r>
              <a:rPr lang="es-ES" dirty="0"/>
              <a:t>Ma </a:t>
            </a:r>
            <a:r>
              <a:rPr lang="es-ES" dirty="0" err="1"/>
              <a:t>vendest</a:t>
            </a:r>
            <a:r>
              <a:rPr lang="es-ES" dirty="0"/>
              <a:t> as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a:t>
            </a:r>
          </a:p>
        </p:txBody>
      </p:sp>
      <p:sp>
        <p:nvSpPr>
          <p:cNvPr id="21" name="Marcador de posición de imagen 7">
            <a:extLst>
              <a:ext uri="{FF2B5EF4-FFF2-40B4-BE49-F238E27FC236}">
                <a16:creationId xmlns:a16="http://schemas.microsoft.com/office/drawing/2014/main" id="{288C9D37-B96B-4F74-A547-EEFFABD3F7CA}"/>
              </a:ext>
            </a:extLst>
          </p:cNvPr>
          <p:cNvSpPr>
            <a:spLocks noGrp="1"/>
          </p:cNvSpPr>
          <p:nvPr>
            <p:ph type="pic" sz="quarter" idx="13"/>
          </p:nvPr>
        </p:nvSpPr>
        <p:spPr>
          <a:xfrm>
            <a:off x="906996" y="911225"/>
            <a:ext cx="2400300" cy="2400300"/>
          </a:xfrm>
          <a:solidFill>
            <a:schemeClr val="bg1">
              <a:lumMod val="95000"/>
            </a:schemeClr>
          </a:solidFill>
          <a:ln w="12700">
            <a:solidFill>
              <a:srgbClr val="FF3228"/>
            </a:solidFill>
          </a:ln>
        </p:spPr>
        <p:txBody>
          <a:bodyPr/>
          <a:lstStyle/>
          <a:p>
            <a:endParaRPr lang="es-ES" dirty="0"/>
          </a:p>
        </p:txBody>
      </p:sp>
      <p:sp>
        <p:nvSpPr>
          <p:cNvPr id="4" name="Marcador de número de diapositiva 3">
            <a:extLst>
              <a:ext uri="{FF2B5EF4-FFF2-40B4-BE49-F238E27FC236}">
                <a16:creationId xmlns:a16="http://schemas.microsoft.com/office/drawing/2014/main" id="{30459E2A-3164-49CE-8E2D-6CEA93FB23A7}"/>
              </a:ext>
            </a:extLst>
          </p:cNvPr>
          <p:cNvSpPr>
            <a:spLocks noGrp="1"/>
          </p:cNvSpPr>
          <p:nvPr>
            <p:ph type="sldNum" sz="quarter" idx="18"/>
          </p:nvPr>
        </p:nvSpPr>
        <p:spPr/>
        <p:txBody>
          <a:bodyPr/>
          <a:lstStyle/>
          <a:p>
            <a:fld id="{B005B2D1-880E-4846-A216-7D6770BA1332}" type="slidenum">
              <a:rPr lang="es-ES" smtClean="0"/>
              <a:pPr/>
              <a:t>‹Nº›</a:t>
            </a:fld>
            <a:endParaRPr lang="es-ES" dirty="0"/>
          </a:p>
        </p:txBody>
      </p:sp>
      <p:sp>
        <p:nvSpPr>
          <p:cNvPr id="12" name="Marcador de posición de imagen 7">
            <a:extLst>
              <a:ext uri="{FF2B5EF4-FFF2-40B4-BE49-F238E27FC236}">
                <a16:creationId xmlns:a16="http://schemas.microsoft.com/office/drawing/2014/main" id="{8EEBCDF9-525E-480A-BD30-3DC3F3908675}"/>
              </a:ext>
            </a:extLst>
          </p:cNvPr>
          <p:cNvSpPr>
            <a:spLocks noGrp="1"/>
          </p:cNvSpPr>
          <p:nvPr>
            <p:ph type="pic" sz="quarter" idx="19"/>
          </p:nvPr>
        </p:nvSpPr>
        <p:spPr>
          <a:xfrm>
            <a:off x="3307296" y="911225"/>
            <a:ext cx="2400300" cy="2400300"/>
          </a:xfrm>
          <a:solidFill>
            <a:schemeClr val="bg1">
              <a:lumMod val="95000"/>
            </a:schemeClr>
          </a:solidFill>
          <a:ln w="12700">
            <a:solidFill>
              <a:srgbClr val="FF3228"/>
            </a:solidFill>
          </a:ln>
        </p:spPr>
        <p:txBody>
          <a:bodyPr/>
          <a:lstStyle/>
          <a:p>
            <a:endParaRPr lang="es-ES" dirty="0"/>
          </a:p>
        </p:txBody>
      </p:sp>
      <p:sp>
        <p:nvSpPr>
          <p:cNvPr id="14" name="Marcador de posición de imagen 7">
            <a:extLst>
              <a:ext uri="{FF2B5EF4-FFF2-40B4-BE49-F238E27FC236}">
                <a16:creationId xmlns:a16="http://schemas.microsoft.com/office/drawing/2014/main" id="{7D4767B1-EEF0-4371-8332-D3584B57D6BD}"/>
              </a:ext>
            </a:extLst>
          </p:cNvPr>
          <p:cNvSpPr>
            <a:spLocks noGrp="1"/>
          </p:cNvSpPr>
          <p:nvPr>
            <p:ph type="pic" sz="quarter" idx="20"/>
          </p:nvPr>
        </p:nvSpPr>
        <p:spPr>
          <a:xfrm>
            <a:off x="5707596" y="911225"/>
            <a:ext cx="2400300" cy="2400300"/>
          </a:xfrm>
          <a:solidFill>
            <a:schemeClr val="bg1">
              <a:lumMod val="95000"/>
            </a:schemeClr>
          </a:solidFill>
          <a:ln w="12700">
            <a:solidFill>
              <a:srgbClr val="FF3228"/>
            </a:solidFill>
          </a:ln>
        </p:spPr>
        <p:txBody>
          <a:bodyPr/>
          <a:lstStyle/>
          <a:p>
            <a:endParaRPr lang="es-ES" dirty="0"/>
          </a:p>
        </p:txBody>
      </p:sp>
      <p:sp>
        <p:nvSpPr>
          <p:cNvPr id="17" name="Marcador de posición de imagen 7">
            <a:extLst>
              <a:ext uri="{FF2B5EF4-FFF2-40B4-BE49-F238E27FC236}">
                <a16:creationId xmlns:a16="http://schemas.microsoft.com/office/drawing/2014/main" id="{7081F02A-6A0D-4B68-9D54-11675DB5A120}"/>
              </a:ext>
            </a:extLst>
          </p:cNvPr>
          <p:cNvSpPr>
            <a:spLocks noGrp="1"/>
          </p:cNvSpPr>
          <p:nvPr>
            <p:ph type="pic" sz="quarter" idx="21"/>
          </p:nvPr>
        </p:nvSpPr>
        <p:spPr>
          <a:xfrm>
            <a:off x="8107896" y="911225"/>
            <a:ext cx="2400300" cy="2400300"/>
          </a:xfrm>
          <a:solidFill>
            <a:schemeClr val="bg1">
              <a:lumMod val="95000"/>
            </a:schemeClr>
          </a:solidFill>
          <a:ln w="12700">
            <a:solidFill>
              <a:srgbClr val="FF3228"/>
            </a:solidFill>
          </a:ln>
        </p:spPr>
        <p:txBody>
          <a:bodyPr/>
          <a:lstStyle/>
          <a:p>
            <a:endParaRPr lang="es-ES" dirty="0"/>
          </a:p>
        </p:txBody>
      </p:sp>
      <p:sp>
        <p:nvSpPr>
          <p:cNvPr id="22" name="Marcador de posición de imagen 7">
            <a:extLst>
              <a:ext uri="{FF2B5EF4-FFF2-40B4-BE49-F238E27FC236}">
                <a16:creationId xmlns:a16="http://schemas.microsoft.com/office/drawing/2014/main" id="{AF085857-2F63-4136-A540-34D82EA7541D}"/>
              </a:ext>
            </a:extLst>
          </p:cNvPr>
          <p:cNvSpPr>
            <a:spLocks noGrp="1"/>
          </p:cNvSpPr>
          <p:nvPr>
            <p:ph type="pic" sz="quarter" idx="22"/>
          </p:nvPr>
        </p:nvSpPr>
        <p:spPr>
          <a:xfrm>
            <a:off x="10508196" y="911225"/>
            <a:ext cx="2400300" cy="2400300"/>
          </a:xfrm>
          <a:solidFill>
            <a:schemeClr val="bg1">
              <a:lumMod val="95000"/>
            </a:schemeClr>
          </a:solidFill>
          <a:ln w="12700">
            <a:solidFill>
              <a:srgbClr val="FF3228"/>
            </a:solidFill>
          </a:ln>
        </p:spPr>
        <p:txBody>
          <a:bodyPr/>
          <a:lstStyle/>
          <a:p>
            <a:endParaRPr lang="es-ES" dirty="0"/>
          </a:p>
        </p:txBody>
      </p:sp>
      <p:sp>
        <p:nvSpPr>
          <p:cNvPr id="24" name="CuadroTexto 23">
            <a:extLst>
              <a:ext uri="{FF2B5EF4-FFF2-40B4-BE49-F238E27FC236}">
                <a16:creationId xmlns:a16="http://schemas.microsoft.com/office/drawing/2014/main" id="{F8B3236A-804A-4183-8846-B27391FDDD3F}"/>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pic>
        <p:nvPicPr>
          <p:cNvPr id="26" name="Gráfico 25">
            <a:extLst>
              <a:ext uri="{FF2B5EF4-FFF2-40B4-BE49-F238E27FC236}">
                <a16:creationId xmlns:a16="http://schemas.microsoft.com/office/drawing/2014/main" id="{13A9EBC3-242B-40BD-B095-2470C84FBEC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
        <p:nvSpPr>
          <p:cNvPr id="27" name="Rectángulo 26">
            <a:extLst>
              <a:ext uri="{FF2B5EF4-FFF2-40B4-BE49-F238E27FC236}">
                <a16:creationId xmlns:a16="http://schemas.microsoft.com/office/drawing/2014/main" id="{8259DAC4-CED6-4B6A-841A-8EDBC7FCA487}"/>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7440044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o + Imagen 03">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4E4C891-5756-47D0-997B-DC9C981D72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42F2A480-3D7B-4147-AD69-DDD775FA9708}"/>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9" name="Marcador de posición de imagen 7">
            <a:extLst>
              <a:ext uri="{FF2B5EF4-FFF2-40B4-BE49-F238E27FC236}">
                <a16:creationId xmlns:a16="http://schemas.microsoft.com/office/drawing/2014/main" id="{20C05316-F7DB-4F8C-8A8D-5AF098474019}"/>
              </a:ext>
            </a:extLst>
          </p:cNvPr>
          <p:cNvSpPr>
            <a:spLocks noGrp="1"/>
          </p:cNvSpPr>
          <p:nvPr>
            <p:ph type="pic" sz="quarter" idx="13"/>
          </p:nvPr>
        </p:nvSpPr>
        <p:spPr>
          <a:xfrm>
            <a:off x="4914900" y="911225"/>
            <a:ext cx="6400800" cy="3203575"/>
          </a:xfrm>
          <a:solidFill>
            <a:schemeClr val="bg1">
              <a:lumMod val="95000"/>
            </a:schemeClr>
          </a:solidFill>
          <a:ln w="12700">
            <a:solidFill>
              <a:srgbClr val="FF3228"/>
            </a:solidFill>
          </a:ln>
        </p:spPr>
        <p:txBody>
          <a:bodyPr/>
          <a:lstStyle/>
          <a:p>
            <a:endParaRPr lang="es-ES" dirty="0"/>
          </a:p>
        </p:txBody>
      </p:sp>
      <p:sp>
        <p:nvSpPr>
          <p:cNvPr id="11" name="Marcador de posición de imagen 7">
            <a:extLst>
              <a:ext uri="{FF2B5EF4-FFF2-40B4-BE49-F238E27FC236}">
                <a16:creationId xmlns:a16="http://schemas.microsoft.com/office/drawing/2014/main" id="{4DF422DF-D807-4DB2-8BAC-FB9ED7EDF7F6}"/>
              </a:ext>
            </a:extLst>
          </p:cNvPr>
          <p:cNvSpPr>
            <a:spLocks noGrp="1"/>
          </p:cNvSpPr>
          <p:nvPr>
            <p:ph type="pic" sz="quarter" idx="15"/>
          </p:nvPr>
        </p:nvSpPr>
        <p:spPr>
          <a:xfrm>
            <a:off x="1711325" y="4918073"/>
            <a:ext cx="2400300" cy="2400300"/>
          </a:xfrm>
          <a:solidFill>
            <a:schemeClr val="bg1">
              <a:lumMod val="95000"/>
            </a:schemeClr>
          </a:solidFill>
          <a:ln w="12700">
            <a:solidFill>
              <a:srgbClr val="FF3228"/>
            </a:solidFill>
          </a:ln>
        </p:spPr>
        <p:txBody>
          <a:bodyPr/>
          <a:lstStyle/>
          <a:p>
            <a:endParaRPr lang="es-ES" dirty="0"/>
          </a:p>
        </p:txBody>
      </p:sp>
      <p:sp>
        <p:nvSpPr>
          <p:cNvPr id="12" name="Marcador de posición de imagen 7">
            <a:extLst>
              <a:ext uri="{FF2B5EF4-FFF2-40B4-BE49-F238E27FC236}">
                <a16:creationId xmlns:a16="http://schemas.microsoft.com/office/drawing/2014/main" id="{F14FF012-533F-48E5-AE0A-E08EA28EC6AD}"/>
              </a:ext>
            </a:extLst>
          </p:cNvPr>
          <p:cNvSpPr>
            <a:spLocks noGrp="1"/>
          </p:cNvSpPr>
          <p:nvPr>
            <p:ph type="pic" sz="quarter" idx="16"/>
          </p:nvPr>
        </p:nvSpPr>
        <p:spPr>
          <a:xfrm>
            <a:off x="8915400" y="4918073"/>
            <a:ext cx="2400300" cy="2400300"/>
          </a:xfrm>
          <a:solidFill>
            <a:schemeClr val="bg1">
              <a:lumMod val="95000"/>
            </a:schemeClr>
          </a:solidFill>
          <a:ln w="12700">
            <a:solidFill>
              <a:srgbClr val="FF3228"/>
            </a:solidFill>
          </a:ln>
        </p:spPr>
        <p:txBody>
          <a:bodyPr/>
          <a:lstStyle/>
          <a:p>
            <a:endParaRPr lang="es-ES" dirty="0"/>
          </a:p>
        </p:txBody>
      </p:sp>
      <p:sp>
        <p:nvSpPr>
          <p:cNvPr id="13" name="Marcador de posición de imagen 7">
            <a:extLst>
              <a:ext uri="{FF2B5EF4-FFF2-40B4-BE49-F238E27FC236}">
                <a16:creationId xmlns:a16="http://schemas.microsoft.com/office/drawing/2014/main" id="{EBC33655-F9A5-4750-B5DC-FF30B140D5E2}"/>
              </a:ext>
            </a:extLst>
          </p:cNvPr>
          <p:cNvSpPr>
            <a:spLocks noGrp="1"/>
          </p:cNvSpPr>
          <p:nvPr>
            <p:ph type="pic" sz="quarter" idx="17"/>
          </p:nvPr>
        </p:nvSpPr>
        <p:spPr>
          <a:xfrm>
            <a:off x="2514600" y="1714500"/>
            <a:ext cx="2400300" cy="2400300"/>
          </a:xfrm>
          <a:solidFill>
            <a:schemeClr val="bg1">
              <a:lumMod val="95000"/>
            </a:schemeClr>
          </a:solidFill>
          <a:ln w="12700">
            <a:solidFill>
              <a:srgbClr val="FF3228"/>
            </a:solidFill>
          </a:ln>
        </p:spPr>
        <p:txBody>
          <a:bodyPr/>
          <a:lstStyle/>
          <a:p>
            <a:endParaRPr lang="es-ES" dirty="0"/>
          </a:p>
        </p:txBody>
      </p:sp>
      <p:sp>
        <p:nvSpPr>
          <p:cNvPr id="17" name="Marcador de texto 17">
            <a:extLst>
              <a:ext uri="{FF2B5EF4-FFF2-40B4-BE49-F238E27FC236}">
                <a16:creationId xmlns:a16="http://schemas.microsoft.com/office/drawing/2014/main" id="{84C5C295-7660-4294-86D6-F055C7864050}"/>
              </a:ext>
            </a:extLst>
          </p:cNvPr>
          <p:cNvSpPr>
            <a:spLocks noGrp="1"/>
          </p:cNvSpPr>
          <p:nvPr>
            <p:ph type="body" sz="quarter" idx="14" hasCustomPrompt="1"/>
          </p:nvPr>
        </p:nvSpPr>
        <p:spPr>
          <a:xfrm>
            <a:off x="4276230" y="4280885"/>
            <a:ext cx="3524392" cy="1082223"/>
          </a:xfrm>
        </p:spPr>
        <p:txBody>
          <a:bodyPr>
            <a:normAutofit/>
          </a:bodyPr>
          <a:lstStyle>
            <a:lvl1pPr marL="0" indent="0">
              <a:lnSpc>
                <a:spcPct val="90000"/>
              </a:lnSpc>
              <a:buNone/>
              <a:defRPr lang="es-ES" sz="360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Imus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20" name="Marcador de texto 17">
            <a:extLst>
              <a:ext uri="{FF2B5EF4-FFF2-40B4-BE49-F238E27FC236}">
                <a16:creationId xmlns:a16="http://schemas.microsoft.com/office/drawing/2014/main" id="{EF6AC1CD-A42B-449C-9062-B24D8C18EBAE}"/>
              </a:ext>
            </a:extLst>
          </p:cNvPr>
          <p:cNvSpPr>
            <a:spLocks noGrp="1"/>
          </p:cNvSpPr>
          <p:nvPr>
            <p:ph type="body" sz="quarter" idx="18" hasCustomPrompt="1"/>
          </p:nvPr>
        </p:nvSpPr>
        <p:spPr>
          <a:xfrm>
            <a:off x="4219785" y="5586905"/>
            <a:ext cx="2271326" cy="554251"/>
          </a:xfrm>
        </p:spPr>
        <p:txBody>
          <a:bodyPr lIns="0">
            <a:noAutofit/>
          </a:bodyPr>
          <a:lstStyle>
            <a:lvl1pPr marL="358775" indent="-176213">
              <a:lnSpc>
                <a:spcPts val="1700"/>
              </a:lnSpc>
              <a:spcBef>
                <a:spcPts val="0"/>
              </a:spcBef>
              <a:buSzPct val="120000"/>
              <a:buFont typeface="Wingdings" panose="05000000000000000000" pitchFamily="2" charset="2"/>
              <a:buChar char="§"/>
              <a:defRPr sz="1550" b="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p:txBody>
      </p:sp>
      <p:sp>
        <p:nvSpPr>
          <p:cNvPr id="21" name="Marcador de texto 17">
            <a:extLst>
              <a:ext uri="{FF2B5EF4-FFF2-40B4-BE49-F238E27FC236}">
                <a16:creationId xmlns:a16="http://schemas.microsoft.com/office/drawing/2014/main" id="{FF27EF60-FC31-487D-AE53-BFC9EC47CADF}"/>
              </a:ext>
            </a:extLst>
          </p:cNvPr>
          <p:cNvSpPr>
            <a:spLocks noGrp="1"/>
          </p:cNvSpPr>
          <p:nvPr>
            <p:ph type="body" sz="quarter" idx="19" hasCustomPrompt="1"/>
          </p:nvPr>
        </p:nvSpPr>
        <p:spPr>
          <a:xfrm>
            <a:off x="6436359" y="5586905"/>
            <a:ext cx="2271326" cy="554251"/>
          </a:xfrm>
        </p:spPr>
        <p:txBody>
          <a:bodyPr lIns="0">
            <a:noAutofit/>
          </a:bodyPr>
          <a:lstStyle>
            <a:lvl1pPr marL="358775" indent="-176213">
              <a:lnSpc>
                <a:spcPts val="1700"/>
              </a:lnSpc>
              <a:spcBef>
                <a:spcPts val="0"/>
              </a:spcBef>
              <a:buSzPct val="120000"/>
              <a:buFont typeface="Wingdings" panose="05000000000000000000" pitchFamily="2" charset="2"/>
              <a:buChar char="§"/>
              <a:defRPr sz="1550" b="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p:txBody>
      </p:sp>
      <p:sp>
        <p:nvSpPr>
          <p:cNvPr id="15" name="CuadroTexto 14">
            <a:extLst>
              <a:ext uri="{FF2B5EF4-FFF2-40B4-BE49-F238E27FC236}">
                <a16:creationId xmlns:a16="http://schemas.microsoft.com/office/drawing/2014/main" id="{348634AE-F32A-42A0-9C13-614B9BE2595E}"/>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pic>
        <p:nvPicPr>
          <p:cNvPr id="18" name="Gráfico 17">
            <a:extLst>
              <a:ext uri="{FF2B5EF4-FFF2-40B4-BE49-F238E27FC236}">
                <a16:creationId xmlns:a16="http://schemas.microsoft.com/office/drawing/2014/main" id="{E19F5ADF-2B33-46BA-AF4D-0A33637B19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
        <p:nvSpPr>
          <p:cNvPr id="19" name="Rectángulo 18">
            <a:extLst>
              <a:ext uri="{FF2B5EF4-FFF2-40B4-BE49-F238E27FC236}">
                <a16:creationId xmlns:a16="http://schemas.microsoft.com/office/drawing/2014/main" id="{048F2720-14B1-43D3-99D8-439269AD9D4D}"/>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521467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o + Imagen 04">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C736E012-FDE3-42BC-B1F9-A1FC3B60AE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42F2A480-3D7B-4147-AD69-DDD775FA9708}"/>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13" name="Marcador de posición de imagen 7">
            <a:extLst>
              <a:ext uri="{FF2B5EF4-FFF2-40B4-BE49-F238E27FC236}">
                <a16:creationId xmlns:a16="http://schemas.microsoft.com/office/drawing/2014/main" id="{EBC33655-F9A5-4750-B5DC-FF30B140D5E2}"/>
              </a:ext>
            </a:extLst>
          </p:cNvPr>
          <p:cNvSpPr>
            <a:spLocks noGrp="1"/>
          </p:cNvSpPr>
          <p:nvPr>
            <p:ph type="pic" sz="quarter" idx="17"/>
          </p:nvPr>
        </p:nvSpPr>
        <p:spPr>
          <a:xfrm>
            <a:off x="2514600" y="1714500"/>
            <a:ext cx="2400300" cy="2400300"/>
          </a:xfrm>
          <a:solidFill>
            <a:schemeClr val="bg1">
              <a:lumMod val="95000"/>
            </a:schemeClr>
          </a:solidFill>
          <a:ln w="12700">
            <a:solidFill>
              <a:srgbClr val="FF3228"/>
            </a:solidFill>
          </a:ln>
        </p:spPr>
        <p:txBody>
          <a:bodyPr/>
          <a:lstStyle/>
          <a:p>
            <a:endParaRPr lang="es-ES" dirty="0"/>
          </a:p>
        </p:txBody>
      </p:sp>
      <p:sp>
        <p:nvSpPr>
          <p:cNvPr id="17" name="Marcador de texto 17">
            <a:extLst>
              <a:ext uri="{FF2B5EF4-FFF2-40B4-BE49-F238E27FC236}">
                <a16:creationId xmlns:a16="http://schemas.microsoft.com/office/drawing/2014/main" id="{84C5C295-7660-4294-86D6-F055C7864050}"/>
              </a:ext>
            </a:extLst>
          </p:cNvPr>
          <p:cNvSpPr>
            <a:spLocks noGrp="1"/>
          </p:cNvSpPr>
          <p:nvPr>
            <p:ph type="body" sz="quarter" idx="14" hasCustomPrompt="1"/>
          </p:nvPr>
        </p:nvSpPr>
        <p:spPr>
          <a:xfrm>
            <a:off x="3587607" y="4298452"/>
            <a:ext cx="7170703" cy="554251"/>
          </a:xfrm>
        </p:spPr>
        <p:txBody>
          <a:bodyPr>
            <a:normAutofit/>
          </a:bodyPr>
          <a:lstStyle>
            <a:lvl1pPr marL="0" indent="0">
              <a:lnSpc>
                <a:spcPct val="90000"/>
              </a:lnSpc>
              <a:buNone/>
              <a:defRPr lang="es-ES" sz="289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lmus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18" name="Marcador de posición de imagen 7">
            <a:extLst>
              <a:ext uri="{FF2B5EF4-FFF2-40B4-BE49-F238E27FC236}">
                <a16:creationId xmlns:a16="http://schemas.microsoft.com/office/drawing/2014/main" id="{98F82C54-E041-4961-B68A-84A13C1FB2D8}"/>
              </a:ext>
            </a:extLst>
          </p:cNvPr>
          <p:cNvSpPr>
            <a:spLocks noGrp="1"/>
          </p:cNvSpPr>
          <p:nvPr>
            <p:ph type="pic" sz="quarter" idx="20"/>
          </p:nvPr>
        </p:nvSpPr>
        <p:spPr>
          <a:xfrm>
            <a:off x="4914900" y="1714500"/>
            <a:ext cx="2400300" cy="2400300"/>
          </a:xfrm>
          <a:solidFill>
            <a:schemeClr val="bg1">
              <a:lumMod val="95000"/>
            </a:schemeClr>
          </a:solidFill>
          <a:ln w="12700">
            <a:solidFill>
              <a:srgbClr val="FF3228"/>
            </a:solidFill>
          </a:ln>
        </p:spPr>
        <p:txBody>
          <a:bodyPr/>
          <a:lstStyle/>
          <a:p>
            <a:endParaRPr lang="es-ES" dirty="0"/>
          </a:p>
        </p:txBody>
      </p:sp>
      <p:sp>
        <p:nvSpPr>
          <p:cNvPr id="19" name="Marcador de posición de imagen 7">
            <a:extLst>
              <a:ext uri="{FF2B5EF4-FFF2-40B4-BE49-F238E27FC236}">
                <a16:creationId xmlns:a16="http://schemas.microsoft.com/office/drawing/2014/main" id="{498F53C0-25B8-4416-BB17-5CFFE7E97B0C}"/>
              </a:ext>
            </a:extLst>
          </p:cNvPr>
          <p:cNvSpPr>
            <a:spLocks noGrp="1"/>
          </p:cNvSpPr>
          <p:nvPr>
            <p:ph type="pic" sz="quarter" idx="21"/>
          </p:nvPr>
        </p:nvSpPr>
        <p:spPr>
          <a:xfrm>
            <a:off x="7315200" y="1714500"/>
            <a:ext cx="2400300" cy="2400300"/>
          </a:xfrm>
          <a:solidFill>
            <a:schemeClr val="bg1">
              <a:lumMod val="95000"/>
            </a:schemeClr>
          </a:solidFill>
          <a:ln w="12700">
            <a:solidFill>
              <a:srgbClr val="FF3228"/>
            </a:solidFill>
          </a:ln>
        </p:spPr>
        <p:txBody>
          <a:bodyPr/>
          <a:lstStyle/>
          <a:p>
            <a:endParaRPr lang="es-ES" dirty="0"/>
          </a:p>
        </p:txBody>
      </p:sp>
      <p:sp>
        <p:nvSpPr>
          <p:cNvPr id="22" name="Marcador de posición de imagen 7">
            <a:extLst>
              <a:ext uri="{FF2B5EF4-FFF2-40B4-BE49-F238E27FC236}">
                <a16:creationId xmlns:a16="http://schemas.microsoft.com/office/drawing/2014/main" id="{E4299396-37C3-47E4-B635-8BE73AC26544}"/>
              </a:ext>
            </a:extLst>
          </p:cNvPr>
          <p:cNvSpPr>
            <a:spLocks noGrp="1"/>
          </p:cNvSpPr>
          <p:nvPr>
            <p:ph type="pic" sz="quarter" idx="22"/>
          </p:nvPr>
        </p:nvSpPr>
        <p:spPr>
          <a:xfrm>
            <a:off x="9715500" y="1714500"/>
            <a:ext cx="2400300" cy="2400300"/>
          </a:xfrm>
          <a:solidFill>
            <a:schemeClr val="bg1">
              <a:lumMod val="95000"/>
            </a:schemeClr>
          </a:solidFill>
          <a:ln w="12700">
            <a:solidFill>
              <a:srgbClr val="FF3228"/>
            </a:solidFill>
          </a:ln>
        </p:spPr>
        <p:txBody>
          <a:bodyPr/>
          <a:lstStyle/>
          <a:p>
            <a:endParaRPr lang="es-ES" dirty="0"/>
          </a:p>
        </p:txBody>
      </p:sp>
      <p:sp>
        <p:nvSpPr>
          <p:cNvPr id="24" name="Marcador de texto 17">
            <a:extLst>
              <a:ext uri="{FF2B5EF4-FFF2-40B4-BE49-F238E27FC236}">
                <a16:creationId xmlns:a16="http://schemas.microsoft.com/office/drawing/2014/main" id="{A24DE945-2CE3-4EC7-A127-55E426E25340}"/>
              </a:ext>
            </a:extLst>
          </p:cNvPr>
          <p:cNvSpPr>
            <a:spLocks noGrp="1"/>
          </p:cNvSpPr>
          <p:nvPr>
            <p:ph type="body" sz="quarter" idx="23" hasCustomPrompt="1"/>
          </p:nvPr>
        </p:nvSpPr>
        <p:spPr>
          <a:xfrm>
            <a:off x="3703460" y="4784969"/>
            <a:ext cx="7054849" cy="1344898"/>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a:t>Te </a:t>
            </a:r>
            <a:r>
              <a:rPr lang="es-ES" dirty="0" err="1"/>
              <a:t>cusdaep</a:t>
            </a:r>
            <a:r>
              <a:rPr lang="es-ES" dirty="0"/>
              <a:t> </a:t>
            </a:r>
            <a:r>
              <a:rPr lang="es-ES" dirty="0" err="1"/>
              <a:t>taquuam</a:t>
            </a:r>
            <a:r>
              <a:rPr lang="es-ES" dirty="0"/>
              <a:t>, </a:t>
            </a:r>
            <a:r>
              <a:rPr lang="es-ES" dirty="0" err="1"/>
              <a:t>taquam</a:t>
            </a:r>
            <a:r>
              <a:rPr lang="es-ES" dirty="0"/>
              <a:t>, </a:t>
            </a:r>
            <a:r>
              <a:rPr lang="es-ES" dirty="0" err="1"/>
              <a:t>ea</a:t>
            </a:r>
            <a:r>
              <a:rPr lang="es-ES" dirty="0"/>
              <a:t> </a:t>
            </a:r>
            <a:r>
              <a:rPr lang="es-ES" dirty="0" err="1"/>
              <a:t>dolorisPoribus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5" name="Marcador de texto 8">
            <a:extLst>
              <a:ext uri="{FF2B5EF4-FFF2-40B4-BE49-F238E27FC236}">
                <a16:creationId xmlns:a16="http://schemas.microsoft.com/office/drawing/2014/main" id="{3D775503-C7C8-4604-9DD9-74B7D04AFCCC}"/>
              </a:ext>
            </a:extLst>
          </p:cNvPr>
          <p:cNvSpPr>
            <a:spLocks noGrp="1"/>
          </p:cNvSpPr>
          <p:nvPr>
            <p:ph type="body" sz="quarter" idx="19" hasCustomPrompt="1"/>
          </p:nvPr>
        </p:nvSpPr>
        <p:spPr>
          <a:xfrm>
            <a:off x="3714751"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26" name="Marcador de texto 8">
            <a:extLst>
              <a:ext uri="{FF2B5EF4-FFF2-40B4-BE49-F238E27FC236}">
                <a16:creationId xmlns:a16="http://schemas.microsoft.com/office/drawing/2014/main" id="{FEF82472-BA77-4424-9633-6F836819F35A}"/>
              </a:ext>
            </a:extLst>
          </p:cNvPr>
          <p:cNvSpPr>
            <a:spLocks noGrp="1"/>
          </p:cNvSpPr>
          <p:nvPr>
            <p:ph type="body" sz="quarter" idx="24" hasCustomPrompt="1"/>
          </p:nvPr>
        </p:nvSpPr>
        <p:spPr>
          <a:xfrm>
            <a:off x="5922753"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1" name="Marcador de texto 8">
            <a:extLst>
              <a:ext uri="{FF2B5EF4-FFF2-40B4-BE49-F238E27FC236}">
                <a16:creationId xmlns:a16="http://schemas.microsoft.com/office/drawing/2014/main" id="{2C25FDCB-8A18-4353-AD68-DE9C42E85306}"/>
              </a:ext>
            </a:extLst>
          </p:cNvPr>
          <p:cNvSpPr>
            <a:spLocks noGrp="1"/>
          </p:cNvSpPr>
          <p:nvPr>
            <p:ph type="body" sz="quarter" idx="25" hasCustomPrompt="1"/>
          </p:nvPr>
        </p:nvSpPr>
        <p:spPr>
          <a:xfrm>
            <a:off x="8130755"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2" name="CuadroTexto 31">
            <a:extLst>
              <a:ext uri="{FF2B5EF4-FFF2-40B4-BE49-F238E27FC236}">
                <a16:creationId xmlns:a16="http://schemas.microsoft.com/office/drawing/2014/main" id="{9F4B4B96-4DE9-41D6-8451-E609EA42CEB1}"/>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4" name="Rectángulo 33">
            <a:extLst>
              <a:ext uri="{FF2B5EF4-FFF2-40B4-BE49-F238E27FC236}">
                <a16:creationId xmlns:a16="http://schemas.microsoft.com/office/drawing/2014/main" id="{477BE39B-2C02-47CD-9D3F-4E61D751F409}"/>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Gráfico 15">
            <a:extLst>
              <a:ext uri="{FF2B5EF4-FFF2-40B4-BE49-F238E27FC236}">
                <a16:creationId xmlns:a16="http://schemas.microsoft.com/office/drawing/2014/main" id="{01911160-1F72-43A5-8571-86587F03E3C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1667762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o + Imagen 05">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C736E012-FDE3-42BC-B1F9-A1FC3B60AE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42F2A480-3D7B-4147-AD69-DDD775FA9708}"/>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13" name="Marcador de posición de imagen 7">
            <a:extLst>
              <a:ext uri="{FF2B5EF4-FFF2-40B4-BE49-F238E27FC236}">
                <a16:creationId xmlns:a16="http://schemas.microsoft.com/office/drawing/2014/main" id="{EBC33655-F9A5-4750-B5DC-FF30B140D5E2}"/>
              </a:ext>
            </a:extLst>
          </p:cNvPr>
          <p:cNvSpPr>
            <a:spLocks noGrp="1"/>
          </p:cNvSpPr>
          <p:nvPr>
            <p:ph type="pic" sz="quarter" idx="17"/>
          </p:nvPr>
        </p:nvSpPr>
        <p:spPr>
          <a:xfrm>
            <a:off x="906463" y="1714500"/>
            <a:ext cx="2400300" cy="2400300"/>
          </a:xfrm>
          <a:solidFill>
            <a:schemeClr val="bg1">
              <a:lumMod val="95000"/>
            </a:schemeClr>
          </a:solidFill>
          <a:ln w="12700">
            <a:solidFill>
              <a:srgbClr val="FF3228"/>
            </a:solidFill>
          </a:ln>
        </p:spPr>
        <p:txBody>
          <a:bodyPr/>
          <a:lstStyle/>
          <a:p>
            <a:endParaRPr lang="es-ES" dirty="0"/>
          </a:p>
        </p:txBody>
      </p:sp>
      <p:sp>
        <p:nvSpPr>
          <p:cNvPr id="17" name="Marcador de texto 17">
            <a:extLst>
              <a:ext uri="{FF2B5EF4-FFF2-40B4-BE49-F238E27FC236}">
                <a16:creationId xmlns:a16="http://schemas.microsoft.com/office/drawing/2014/main" id="{84C5C295-7660-4294-86D6-F055C7864050}"/>
              </a:ext>
            </a:extLst>
          </p:cNvPr>
          <p:cNvSpPr>
            <a:spLocks noGrp="1"/>
          </p:cNvSpPr>
          <p:nvPr>
            <p:ph type="body" sz="quarter" idx="14" hasCustomPrompt="1"/>
          </p:nvPr>
        </p:nvSpPr>
        <p:spPr>
          <a:xfrm>
            <a:off x="3587607" y="4298452"/>
            <a:ext cx="7170703" cy="554251"/>
          </a:xfrm>
        </p:spPr>
        <p:txBody>
          <a:bodyPr>
            <a:normAutofit/>
          </a:bodyPr>
          <a:lstStyle>
            <a:lvl1pPr marL="0" indent="0">
              <a:lnSpc>
                <a:spcPct val="90000"/>
              </a:lnSpc>
              <a:buNone/>
              <a:defRPr lang="es-ES" sz="289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lmus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18" name="Marcador de posición de imagen 7">
            <a:extLst>
              <a:ext uri="{FF2B5EF4-FFF2-40B4-BE49-F238E27FC236}">
                <a16:creationId xmlns:a16="http://schemas.microsoft.com/office/drawing/2014/main" id="{98F82C54-E041-4961-B68A-84A13C1FB2D8}"/>
              </a:ext>
            </a:extLst>
          </p:cNvPr>
          <p:cNvSpPr>
            <a:spLocks noGrp="1"/>
          </p:cNvSpPr>
          <p:nvPr>
            <p:ph type="pic" sz="quarter" idx="20"/>
          </p:nvPr>
        </p:nvSpPr>
        <p:spPr>
          <a:xfrm>
            <a:off x="3309938" y="1714500"/>
            <a:ext cx="2400300" cy="2400300"/>
          </a:xfrm>
          <a:solidFill>
            <a:schemeClr val="bg1">
              <a:lumMod val="95000"/>
            </a:schemeClr>
          </a:solidFill>
          <a:ln w="12700">
            <a:solidFill>
              <a:srgbClr val="FF3228"/>
            </a:solidFill>
          </a:ln>
        </p:spPr>
        <p:txBody>
          <a:bodyPr/>
          <a:lstStyle/>
          <a:p>
            <a:endParaRPr lang="es-ES" dirty="0"/>
          </a:p>
        </p:txBody>
      </p:sp>
      <p:sp>
        <p:nvSpPr>
          <p:cNvPr id="19" name="Marcador de posición de imagen 7">
            <a:extLst>
              <a:ext uri="{FF2B5EF4-FFF2-40B4-BE49-F238E27FC236}">
                <a16:creationId xmlns:a16="http://schemas.microsoft.com/office/drawing/2014/main" id="{498F53C0-25B8-4416-BB17-5CFFE7E97B0C}"/>
              </a:ext>
            </a:extLst>
          </p:cNvPr>
          <p:cNvSpPr>
            <a:spLocks noGrp="1"/>
          </p:cNvSpPr>
          <p:nvPr>
            <p:ph type="pic" sz="quarter" idx="21"/>
          </p:nvPr>
        </p:nvSpPr>
        <p:spPr>
          <a:xfrm>
            <a:off x="5710238" y="1714500"/>
            <a:ext cx="2400300" cy="2400300"/>
          </a:xfrm>
          <a:solidFill>
            <a:schemeClr val="bg1">
              <a:lumMod val="95000"/>
            </a:schemeClr>
          </a:solidFill>
          <a:ln w="12700">
            <a:solidFill>
              <a:srgbClr val="FF3228"/>
            </a:solidFill>
          </a:ln>
        </p:spPr>
        <p:txBody>
          <a:bodyPr/>
          <a:lstStyle/>
          <a:p>
            <a:endParaRPr lang="es-ES" dirty="0"/>
          </a:p>
        </p:txBody>
      </p:sp>
      <p:sp>
        <p:nvSpPr>
          <p:cNvPr id="22" name="Marcador de posición de imagen 7">
            <a:extLst>
              <a:ext uri="{FF2B5EF4-FFF2-40B4-BE49-F238E27FC236}">
                <a16:creationId xmlns:a16="http://schemas.microsoft.com/office/drawing/2014/main" id="{E4299396-37C3-47E4-B635-8BE73AC26544}"/>
              </a:ext>
            </a:extLst>
          </p:cNvPr>
          <p:cNvSpPr>
            <a:spLocks noGrp="1"/>
          </p:cNvSpPr>
          <p:nvPr>
            <p:ph type="pic" sz="quarter" idx="22"/>
          </p:nvPr>
        </p:nvSpPr>
        <p:spPr>
          <a:xfrm>
            <a:off x="8110538" y="1714500"/>
            <a:ext cx="2400300" cy="2400300"/>
          </a:xfrm>
          <a:solidFill>
            <a:schemeClr val="bg1">
              <a:lumMod val="95000"/>
            </a:schemeClr>
          </a:solidFill>
          <a:ln w="12700">
            <a:solidFill>
              <a:srgbClr val="FF3228"/>
            </a:solidFill>
          </a:ln>
        </p:spPr>
        <p:txBody>
          <a:bodyPr/>
          <a:lstStyle/>
          <a:p>
            <a:endParaRPr lang="es-ES" dirty="0"/>
          </a:p>
        </p:txBody>
      </p:sp>
      <p:sp>
        <p:nvSpPr>
          <p:cNvPr id="24" name="Marcador de texto 17">
            <a:extLst>
              <a:ext uri="{FF2B5EF4-FFF2-40B4-BE49-F238E27FC236}">
                <a16:creationId xmlns:a16="http://schemas.microsoft.com/office/drawing/2014/main" id="{A24DE945-2CE3-4EC7-A127-55E426E25340}"/>
              </a:ext>
            </a:extLst>
          </p:cNvPr>
          <p:cNvSpPr>
            <a:spLocks noGrp="1"/>
          </p:cNvSpPr>
          <p:nvPr>
            <p:ph type="body" sz="quarter" idx="23" hasCustomPrompt="1"/>
          </p:nvPr>
        </p:nvSpPr>
        <p:spPr>
          <a:xfrm>
            <a:off x="3703460" y="4784969"/>
            <a:ext cx="7054849" cy="1344898"/>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a:t>Te </a:t>
            </a:r>
            <a:r>
              <a:rPr lang="es-ES" dirty="0" err="1"/>
              <a:t>cusdaep</a:t>
            </a:r>
            <a:r>
              <a:rPr lang="es-ES" dirty="0"/>
              <a:t> </a:t>
            </a:r>
            <a:r>
              <a:rPr lang="es-ES" dirty="0" err="1"/>
              <a:t>taquuam</a:t>
            </a:r>
            <a:r>
              <a:rPr lang="es-ES" dirty="0"/>
              <a:t>, </a:t>
            </a:r>
            <a:r>
              <a:rPr lang="es-ES" dirty="0" err="1"/>
              <a:t>taquam</a:t>
            </a:r>
            <a:r>
              <a:rPr lang="es-ES" dirty="0"/>
              <a:t>, </a:t>
            </a:r>
            <a:r>
              <a:rPr lang="es-ES" dirty="0" err="1"/>
              <a:t>ea</a:t>
            </a:r>
            <a:r>
              <a:rPr lang="es-ES" dirty="0"/>
              <a:t> </a:t>
            </a:r>
            <a:r>
              <a:rPr lang="es-ES" dirty="0" err="1"/>
              <a:t>dolorisPoribus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5" name="Marcador de texto 8">
            <a:extLst>
              <a:ext uri="{FF2B5EF4-FFF2-40B4-BE49-F238E27FC236}">
                <a16:creationId xmlns:a16="http://schemas.microsoft.com/office/drawing/2014/main" id="{3D775503-C7C8-4604-9DD9-74B7D04AFCCC}"/>
              </a:ext>
            </a:extLst>
          </p:cNvPr>
          <p:cNvSpPr>
            <a:spLocks noGrp="1"/>
          </p:cNvSpPr>
          <p:nvPr>
            <p:ph type="body" sz="quarter" idx="19" hasCustomPrompt="1"/>
          </p:nvPr>
        </p:nvSpPr>
        <p:spPr>
          <a:xfrm>
            <a:off x="3714751"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26" name="Marcador de texto 8">
            <a:extLst>
              <a:ext uri="{FF2B5EF4-FFF2-40B4-BE49-F238E27FC236}">
                <a16:creationId xmlns:a16="http://schemas.microsoft.com/office/drawing/2014/main" id="{FEF82472-BA77-4424-9633-6F836819F35A}"/>
              </a:ext>
            </a:extLst>
          </p:cNvPr>
          <p:cNvSpPr>
            <a:spLocks noGrp="1"/>
          </p:cNvSpPr>
          <p:nvPr>
            <p:ph type="body" sz="quarter" idx="24" hasCustomPrompt="1"/>
          </p:nvPr>
        </p:nvSpPr>
        <p:spPr>
          <a:xfrm>
            <a:off x="5922753"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1" name="Marcador de texto 8">
            <a:extLst>
              <a:ext uri="{FF2B5EF4-FFF2-40B4-BE49-F238E27FC236}">
                <a16:creationId xmlns:a16="http://schemas.microsoft.com/office/drawing/2014/main" id="{2C25FDCB-8A18-4353-AD68-DE9C42E85306}"/>
              </a:ext>
            </a:extLst>
          </p:cNvPr>
          <p:cNvSpPr>
            <a:spLocks noGrp="1"/>
          </p:cNvSpPr>
          <p:nvPr>
            <p:ph type="body" sz="quarter" idx="25" hasCustomPrompt="1"/>
          </p:nvPr>
        </p:nvSpPr>
        <p:spPr>
          <a:xfrm>
            <a:off x="8130755"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2" name="CuadroTexto 31">
            <a:extLst>
              <a:ext uri="{FF2B5EF4-FFF2-40B4-BE49-F238E27FC236}">
                <a16:creationId xmlns:a16="http://schemas.microsoft.com/office/drawing/2014/main" id="{9F4B4B96-4DE9-41D6-8451-E609EA42CEB1}"/>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4" name="Rectángulo 33">
            <a:extLst>
              <a:ext uri="{FF2B5EF4-FFF2-40B4-BE49-F238E27FC236}">
                <a16:creationId xmlns:a16="http://schemas.microsoft.com/office/drawing/2014/main" id="{477BE39B-2C02-47CD-9D3F-4E61D751F409}"/>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Marcador de posición de imagen 7">
            <a:extLst>
              <a:ext uri="{FF2B5EF4-FFF2-40B4-BE49-F238E27FC236}">
                <a16:creationId xmlns:a16="http://schemas.microsoft.com/office/drawing/2014/main" id="{8AC1F603-16D4-4B7E-9BC4-BCCDDDAB5BC9}"/>
              </a:ext>
            </a:extLst>
          </p:cNvPr>
          <p:cNvSpPr>
            <a:spLocks noGrp="1"/>
          </p:cNvSpPr>
          <p:nvPr>
            <p:ph type="pic" sz="quarter" idx="26"/>
          </p:nvPr>
        </p:nvSpPr>
        <p:spPr>
          <a:xfrm>
            <a:off x="10510838" y="1714500"/>
            <a:ext cx="2400300" cy="2400300"/>
          </a:xfrm>
          <a:solidFill>
            <a:schemeClr val="bg1">
              <a:lumMod val="95000"/>
            </a:schemeClr>
          </a:solidFill>
          <a:ln w="12700">
            <a:solidFill>
              <a:srgbClr val="FF3228"/>
            </a:solidFill>
          </a:ln>
        </p:spPr>
        <p:txBody>
          <a:bodyPr/>
          <a:lstStyle/>
          <a:p>
            <a:endParaRPr lang="es-ES" dirty="0"/>
          </a:p>
        </p:txBody>
      </p:sp>
      <p:pic>
        <p:nvPicPr>
          <p:cNvPr id="21" name="Gráfico 20">
            <a:extLst>
              <a:ext uri="{FF2B5EF4-FFF2-40B4-BE49-F238E27FC236}">
                <a16:creationId xmlns:a16="http://schemas.microsoft.com/office/drawing/2014/main" id="{A0DCA150-0A3B-41D3-8E22-943C3ACECB0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37499828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o + Imagen 06">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C736E012-FDE3-42BC-B1F9-A1FC3B60AE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42F2A480-3D7B-4147-AD69-DDD775FA9708}"/>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13" name="Marcador de posición de imagen 7">
            <a:extLst>
              <a:ext uri="{FF2B5EF4-FFF2-40B4-BE49-F238E27FC236}">
                <a16:creationId xmlns:a16="http://schemas.microsoft.com/office/drawing/2014/main" id="{EBC33655-F9A5-4750-B5DC-FF30B140D5E2}"/>
              </a:ext>
            </a:extLst>
          </p:cNvPr>
          <p:cNvSpPr>
            <a:spLocks noGrp="1"/>
          </p:cNvSpPr>
          <p:nvPr>
            <p:ph type="pic" sz="quarter" idx="17"/>
          </p:nvPr>
        </p:nvSpPr>
        <p:spPr>
          <a:xfrm>
            <a:off x="906463" y="1714500"/>
            <a:ext cx="2400300" cy="2400300"/>
          </a:xfrm>
          <a:solidFill>
            <a:schemeClr val="bg1">
              <a:lumMod val="95000"/>
            </a:schemeClr>
          </a:solidFill>
          <a:ln w="12700">
            <a:solidFill>
              <a:srgbClr val="FF3228"/>
            </a:solidFill>
          </a:ln>
        </p:spPr>
        <p:txBody>
          <a:bodyPr/>
          <a:lstStyle/>
          <a:p>
            <a:endParaRPr lang="es-ES" dirty="0"/>
          </a:p>
        </p:txBody>
      </p:sp>
      <p:sp>
        <p:nvSpPr>
          <p:cNvPr id="17" name="Marcador de texto 17">
            <a:extLst>
              <a:ext uri="{FF2B5EF4-FFF2-40B4-BE49-F238E27FC236}">
                <a16:creationId xmlns:a16="http://schemas.microsoft.com/office/drawing/2014/main" id="{84C5C295-7660-4294-86D6-F055C7864050}"/>
              </a:ext>
            </a:extLst>
          </p:cNvPr>
          <p:cNvSpPr>
            <a:spLocks noGrp="1"/>
          </p:cNvSpPr>
          <p:nvPr>
            <p:ph type="body" sz="quarter" idx="14" hasCustomPrompt="1"/>
          </p:nvPr>
        </p:nvSpPr>
        <p:spPr>
          <a:xfrm>
            <a:off x="3587607" y="4298452"/>
            <a:ext cx="7170703" cy="554251"/>
          </a:xfrm>
        </p:spPr>
        <p:txBody>
          <a:bodyPr>
            <a:normAutofit/>
          </a:bodyPr>
          <a:lstStyle>
            <a:lvl1pPr marL="0" indent="0">
              <a:lnSpc>
                <a:spcPct val="90000"/>
              </a:lnSpc>
              <a:buNone/>
              <a:defRPr lang="es-ES" sz="289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lmus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18" name="Marcador de posición de imagen 7">
            <a:extLst>
              <a:ext uri="{FF2B5EF4-FFF2-40B4-BE49-F238E27FC236}">
                <a16:creationId xmlns:a16="http://schemas.microsoft.com/office/drawing/2014/main" id="{98F82C54-E041-4961-B68A-84A13C1FB2D8}"/>
              </a:ext>
            </a:extLst>
          </p:cNvPr>
          <p:cNvSpPr>
            <a:spLocks noGrp="1"/>
          </p:cNvSpPr>
          <p:nvPr>
            <p:ph type="pic" sz="quarter" idx="20"/>
          </p:nvPr>
        </p:nvSpPr>
        <p:spPr>
          <a:xfrm>
            <a:off x="3309938" y="1714500"/>
            <a:ext cx="2400300" cy="2400300"/>
          </a:xfrm>
          <a:solidFill>
            <a:schemeClr val="bg1">
              <a:lumMod val="95000"/>
            </a:schemeClr>
          </a:solidFill>
          <a:ln w="12700">
            <a:solidFill>
              <a:srgbClr val="FF3228"/>
            </a:solidFill>
          </a:ln>
        </p:spPr>
        <p:txBody>
          <a:bodyPr/>
          <a:lstStyle/>
          <a:p>
            <a:endParaRPr lang="es-ES" dirty="0"/>
          </a:p>
        </p:txBody>
      </p:sp>
      <p:sp>
        <p:nvSpPr>
          <p:cNvPr id="19" name="Marcador de posición de imagen 7">
            <a:extLst>
              <a:ext uri="{FF2B5EF4-FFF2-40B4-BE49-F238E27FC236}">
                <a16:creationId xmlns:a16="http://schemas.microsoft.com/office/drawing/2014/main" id="{498F53C0-25B8-4416-BB17-5CFFE7E97B0C}"/>
              </a:ext>
            </a:extLst>
          </p:cNvPr>
          <p:cNvSpPr>
            <a:spLocks noGrp="1"/>
          </p:cNvSpPr>
          <p:nvPr>
            <p:ph type="pic" sz="quarter" idx="21"/>
          </p:nvPr>
        </p:nvSpPr>
        <p:spPr>
          <a:xfrm>
            <a:off x="5710238" y="1714500"/>
            <a:ext cx="2400300" cy="2400300"/>
          </a:xfrm>
          <a:solidFill>
            <a:schemeClr val="bg1">
              <a:lumMod val="95000"/>
            </a:schemeClr>
          </a:solidFill>
          <a:ln w="12700">
            <a:solidFill>
              <a:srgbClr val="FF3228"/>
            </a:solidFill>
          </a:ln>
        </p:spPr>
        <p:txBody>
          <a:bodyPr/>
          <a:lstStyle/>
          <a:p>
            <a:endParaRPr lang="es-ES" dirty="0"/>
          </a:p>
        </p:txBody>
      </p:sp>
      <p:sp>
        <p:nvSpPr>
          <p:cNvPr id="22" name="Marcador de posición de imagen 7">
            <a:extLst>
              <a:ext uri="{FF2B5EF4-FFF2-40B4-BE49-F238E27FC236}">
                <a16:creationId xmlns:a16="http://schemas.microsoft.com/office/drawing/2014/main" id="{E4299396-37C3-47E4-B635-8BE73AC26544}"/>
              </a:ext>
            </a:extLst>
          </p:cNvPr>
          <p:cNvSpPr>
            <a:spLocks noGrp="1"/>
          </p:cNvSpPr>
          <p:nvPr>
            <p:ph type="pic" sz="quarter" idx="22"/>
          </p:nvPr>
        </p:nvSpPr>
        <p:spPr>
          <a:xfrm>
            <a:off x="8110538" y="1714500"/>
            <a:ext cx="2400300" cy="2400300"/>
          </a:xfrm>
          <a:solidFill>
            <a:schemeClr val="bg1">
              <a:lumMod val="95000"/>
            </a:schemeClr>
          </a:solidFill>
          <a:ln w="12700">
            <a:solidFill>
              <a:srgbClr val="FF3228"/>
            </a:solidFill>
          </a:ln>
        </p:spPr>
        <p:txBody>
          <a:bodyPr/>
          <a:lstStyle/>
          <a:p>
            <a:endParaRPr lang="es-ES" dirty="0"/>
          </a:p>
        </p:txBody>
      </p:sp>
      <p:sp>
        <p:nvSpPr>
          <p:cNvPr id="24" name="Marcador de texto 17">
            <a:extLst>
              <a:ext uri="{FF2B5EF4-FFF2-40B4-BE49-F238E27FC236}">
                <a16:creationId xmlns:a16="http://schemas.microsoft.com/office/drawing/2014/main" id="{A24DE945-2CE3-4EC7-A127-55E426E25340}"/>
              </a:ext>
            </a:extLst>
          </p:cNvPr>
          <p:cNvSpPr>
            <a:spLocks noGrp="1"/>
          </p:cNvSpPr>
          <p:nvPr>
            <p:ph type="body" sz="quarter" idx="23" hasCustomPrompt="1"/>
          </p:nvPr>
        </p:nvSpPr>
        <p:spPr>
          <a:xfrm>
            <a:off x="3703460" y="4784969"/>
            <a:ext cx="7054849" cy="1344898"/>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a:t>Te </a:t>
            </a:r>
            <a:r>
              <a:rPr lang="es-ES" dirty="0" err="1"/>
              <a:t>cusdaep</a:t>
            </a:r>
            <a:r>
              <a:rPr lang="es-ES" dirty="0"/>
              <a:t> </a:t>
            </a:r>
            <a:r>
              <a:rPr lang="es-ES" dirty="0" err="1"/>
              <a:t>taquuam</a:t>
            </a:r>
            <a:r>
              <a:rPr lang="es-ES" dirty="0"/>
              <a:t>, </a:t>
            </a:r>
            <a:r>
              <a:rPr lang="es-ES" dirty="0" err="1"/>
              <a:t>taquam</a:t>
            </a:r>
            <a:r>
              <a:rPr lang="es-ES" dirty="0"/>
              <a:t>, </a:t>
            </a:r>
            <a:r>
              <a:rPr lang="es-ES" dirty="0" err="1"/>
              <a:t>ea</a:t>
            </a:r>
            <a:r>
              <a:rPr lang="es-ES" dirty="0"/>
              <a:t> </a:t>
            </a:r>
            <a:r>
              <a:rPr lang="es-ES" dirty="0" err="1"/>
              <a:t>dolorisPoribus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5" name="Marcador de texto 8">
            <a:extLst>
              <a:ext uri="{FF2B5EF4-FFF2-40B4-BE49-F238E27FC236}">
                <a16:creationId xmlns:a16="http://schemas.microsoft.com/office/drawing/2014/main" id="{3D775503-C7C8-4604-9DD9-74B7D04AFCCC}"/>
              </a:ext>
            </a:extLst>
          </p:cNvPr>
          <p:cNvSpPr>
            <a:spLocks noGrp="1"/>
          </p:cNvSpPr>
          <p:nvPr>
            <p:ph type="body" sz="quarter" idx="19" hasCustomPrompt="1"/>
          </p:nvPr>
        </p:nvSpPr>
        <p:spPr>
          <a:xfrm>
            <a:off x="3714751"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26" name="Marcador de texto 8">
            <a:extLst>
              <a:ext uri="{FF2B5EF4-FFF2-40B4-BE49-F238E27FC236}">
                <a16:creationId xmlns:a16="http://schemas.microsoft.com/office/drawing/2014/main" id="{FEF82472-BA77-4424-9633-6F836819F35A}"/>
              </a:ext>
            </a:extLst>
          </p:cNvPr>
          <p:cNvSpPr>
            <a:spLocks noGrp="1"/>
          </p:cNvSpPr>
          <p:nvPr>
            <p:ph type="body" sz="quarter" idx="24" hasCustomPrompt="1"/>
          </p:nvPr>
        </p:nvSpPr>
        <p:spPr>
          <a:xfrm>
            <a:off x="5922753"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1" name="Marcador de texto 8">
            <a:extLst>
              <a:ext uri="{FF2B5EF4-FFF2-40B4-BE49-F238E27FC236}">
                <a16:creationId xmlns:a16="http://schemas.microsoft.com/office/drawing/2014/main" id="{2C25FDCB-8A18-4353-AD68-DE9C42E85306}"/>
              </a:ext>
            </a:extLst>
          </p:cNvPr>
          <p:cNvSpPr>
            <a:spLocks noGrp="1"/>
          </p:cNvSpPr>
          <p:nvPr>
            <p:ph type="body" sz="quarter" idx="25" hasCustomPrompt="1"/>
          </p:nvPr>
        </p:nvSpPr>
        <p:spPr>
          <a:xfrm>
            <a:off x="8130755"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2" name="CuadroTexto 31">
            <a:extLst>
              <a:ext uri="{FF2B5EF4-FFF2-40B4-BE49-F238E27FC236}">
                <a16:creationId xmlns:a16="http://schemas.microsoft.com/office/drawing/2014/main" id="{9F4B4B96-4DE9-41D6-8451-E609EA42CEB1}"/>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4" name="Rectángulo 33">
            <a:extLst>
              <a:ext uri="{FF2B5EF4-FFF2-40B4-BE49-F238E27FC236}">
                <a16:creationId xmlns:a16="http://schemas.microsoft.com/office/drawing/2014/main" id="{477BE39B-2C02-47CD-9D3F-4E61D751F409}"/>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Marcador de posición de imagen 7">
            <a:extLst>
              <a:ext uri="{FF2B5EF4-FFF2-40B4-BE49-F238E27FC236}">
                <a16:creationId xmlns:a16="http://schemas.microsoft.com/office/drawing/2014/main" id="{8AC1F603-16D4-4B7E-9BC4-BCCDDDAB5BC9}"/>
              </a:ext>
            </a:extLst>
          </p:cNvPr>
          <p:cNvSpPr>
            <a:spLocks noGrp="1"/>
          </p:cNvSpPr>
          <p:nvPr>
            <p:ph type="pic" sz="quarter" idx="26"/>
          </p:nvPr>
        </p:nvSpPr>
        <p:spPr>
          <a:xfrm>
            <a:off x="10510838" y="1714500"/>
            <a:ext cx="2400300" cy="2400300"/>
          </a:xfrm>
          <a:solidFill>
            <a:schemeClr val="bg1">
              <a:lumMod val="95000"/>
            </a:schemeClr>
          </a:solidFill>
          <a:ln w="12700">
            <a:solidFill>
              <a:srgbClr val="FF3228"/>
            </a:solidFill>
          </a:ln>
        </p:spPr>
        <p:txBody>
          <a:bodyPr/>
          <a:lstStyle/>
          <a:p>
            <a:endParaRPr lang="es-ES" dirty="0"/>
          </a:p>
        </p:txBody>
      </p:sp>
      <p:sp>
        <p:nvSpPr>
          <p:cNvPr id="20" name="Marcador de posición de imagen 7">
            <a:extLst>
              <a:ext uri="{FF2B5EF4-FFF2-40B4-BE49-F238E27FC236}">
                <a16:creationId xmlns:a16="http://schemas.microsoft.com/office/drawing/2014/main" id="{67D034BC-BB8D-49E7-947F-922C5A5DACEE}"/>
              </a:ext>
            </a:extLst>
          </p:cNvPr>
          <p:cNvSpPr>
            <a:spLocks noGrp="1"/>
          </p:cNvSpPr>
          <p:nvPr>
            <p:ph type="pic" sz="quarter" idx="27"/>
          </p:nvPr>
        </p:nvSpPr>
        <p:spPr>
          <a:xfrm>
            <a:off x="906463" y="4114800"/>
            <a:ext cx="2400300" cy="2400300"/>
          </a:xfrm>
          <a:solidFill>
            <a:schemeClr val="bg1">
              <a:lumMod val="95000"/>
            </a:schemeClr>
          </a:solidFill>
          <a:ln w="12700">
            <a:solidFill>
              <a:srgbClr val="FF3228"/>
            </a:solidFill>
          </a:ln>
        </p:spPr>
        <p:txBody>
          <a:bodyPr/>
          <a:lstStyle/>
          <a:p>
            <a:endParaRPr lang="es-ES" dirty="0"/>
          </a:p>
        </p:txBody>
      </p:sp>
      <p:pic>
        <p:nvPicPr>
          <p:cNvPr id="23" name="Gráfico 22">
            <a:extLst>
              <a:ext uri="{FF2B5EF4-FFF2-40B4-BE49-F238E27FC236}">
                <a16:creationId xmlns:a16="http://schemas.microsoft.com/office/drawing/2014/main" id="{C809E736-77B4-449E-910C-BC628E508A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4914002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o + Imagen 07">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C736E012-FDE3-42BC-B1F9-A1FC3B60AE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42F2A480-3D7B-4147-AD69-DDD775FA9708}"/>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13" name="Marcador de posición de imagen 7">
            <a:extLst>
              <a:ext uri="{FF2B5EF4-FFF2-40B4-BE49-F238E27FC236}">
                <a16:creationId xmlns:a16="http://schemas.microsoft.com/office/drawing/2014/main" id="{EBC33655-F9A5-4750-B5DC-FF30B140D5E2}"/>
              </a:ext>
            </a:extLst>
          </p:cNvPr>
          <p:cNvSpPr>
            <a:spLocks noGrp="1"/>
          </p:cNvSpPr>
          <p:nvPr>
            <p:ph type="pic" sz="quarter" idx="17"/>
          </p:nvPr>
        </p:nvSpPr>
        <p:spPr>
          <a:xfrm>
            <a:off x="1716087" y="1714500"/>
            <a:ext cx="2400300" cy="2400300"/>
          </a:xfrm>
          <a:solidFill>
            <a:schemeClr val="bg1">
              <a:lumMod val="95000"/>
            </a:schemeClr>
          </a:solidFill>
          <a:ln w="12700">
            <a:solidFill>
              <a:srgbClr val="FF3228"/>
            </a:solidFill>
          </a:ln>
        </p:spPr>
        <p:txBody>
          <a:bodyPr/>
          <a:lstStyle/>
          <a:p>
            <a:endParaRPr lang="es-ES" dirty="0"/>
          </a:p>
        </p:txBody>
      </p:sp>
      <p:sp>
        <p:nvSpPr>
          <p:cNvPr id="17" name="Marcador de texto 17">
            <a:extLst>
              <a:ext uri="{FF2B5EF4-FFF2-40B4-BE49-F238E27FC236}">
                <a16:creationId xmlns:a16="http://schemas.microsoft.com/office/drawing/2014/main" id="{84C5C295-7660-4294-86D6-F055C7864050}"/>
              </a:ext>
            </a:extLst>
          </p:cNvPr>
          <p:cNvSpPr>
            <a:spLocks noGrp="1"/>
          </p:cNvSpPr>
          <p:nvPr>
            <p:ph type="body" sz="quarter" idx="14" hasCustomPrompt="1"/>
          </p:nvPr>
        </p:nvSpPr>
        <p:spPr>
          <a:xfrm>
            <a:off x="3587607" y="4298452"/>
            <a:ext cx="7170703" cy="554251"/>
          </a:xfrm>
        </p:spPr>
        <p:txBody>
          <a:bodyPr>
            <a:normAutofit/>
          </a:bodyPr>
          <a:lstStyle>
            <a:lvl1pPr marL="0" indent="0">
              <a:lnSpc>
                <a:spcPct val="90000"/>
              </a:lnSpc>
              <a:buNone/>
              <a:defRPr lang="es-ES" sz="289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lmus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18" name="Marcador de posición de imagen 7">
            <a:extLst>
              <a:ext uri="{FF2B5EF4-FFF2-40B4-BE49-F238E27FC236}">
                <a16:creationId xmlns:a16="http://schemas.microsoft.com/office/drawing/2014/main" id="{98F82C54-E041-4961-B68A-84A13C1FB2D8}"/>
              </a:ext>
            </a:extLst>
          </p:cNvPr>
          <p:cNvSpPr>
            <a:spLocks noGrp="1"/>
          </p:cNvSpPr>
          <p:nvPr>
            <p:ph type="pic" sz="quarter" idx="20"/>
          </p:nvPr>
        </p:nvSpPr>
        <p:spPr>
          <a:xfrm>
            <a:off x="4119562" y="1714500"/>
            <a:ext cx="2400300" cy="2400300"/>
          </a:xfrm>
          <a:solidFill>
            <a:schemeClr val="bg1">
              <a:lumMod val="95000"/>
            </a:schemeClr>
          </a:solidFill>
          <a:ln w="12700">
            <a:solidFill>
              <a:srgbClr val="FF3228"/>
            </a:solidFill>
          </a:ln>
        </p:spPr>
        <p:txBody>
          <a:bodyPr/>
          <a:lstStyle/>
          <a:p>
            <a:endParaRPr lang="es-ES" dirty="0"/>
          </a:p>
        </p:txBody>
      </p:sp>
      <p:sp>
        <p:nvSpPr>
          <p:cNvPr id="19" name="Marcador de posición de imagen 7">
            <a:extLst>
              <a:ext uri="{FF2B5EF4-FFF2-40B4-BE49-F238E27FC236}">
                <a16:creationId xmlns:a16="http://schemas.microsoft.com/office/drawing/2014/main" id="{498F53C0-25B8-4416-BB17-5CFFE7E97B0C}"/>
              </a:ext>
            </a:extLst>
          </p:cNvPr>
          <p:cNvSpPr>
            <a:spLocks noGrp="1"/>
          </p:cNvSpPr>
          <p:nvPr>
            <p:ph type="pic" sz="quarter" idx="21"/>
          </p:nvPr>
        </p:nvSpPr>
        <p:spPr>
          <a:xfrm>
            <a:off x="6519862" y="1714500"/>
            <a:ext cx="2400300" cy="2400300"/>
          </a:xfrm>
          <a:solidFill>
            <a:schemeClr val="bg1">
              <a:lumMod val="95000"/>
            </a:schemeClr>
          </a:solidFill>
          <a:ln w="12700">
            <a:solidFill>
              <a:srgbClr val="FF3228"/>
            </a:solidFill>
          </a:ln>
        </p:spPr>
        <p:txBody>
          <a:bodyPr/>
          <a:lstStyle/>
          <a:p>
            <a:endParaRPr lang="es-ES" dirty="0"/>
          </a:p>
        </p:txBody>
      </p:sp>
      <p:sp>
        <p:nvSpPr>
          <p:cNvPr id="22" name="Marcador de posición de imagen 7">
            <a:extLst>
              <a:ext uri="{FF2B5EF4-FFF2-40B4-BE49-F238E27FC236}">
                <a16:creationId xmlns:a16="http://schemas.microsoft.com/office/drawing/2014/main" id="{E4299396-37C3-47E4-B635-8BE73AC26544}"/>
              </a:ext>
            </a:extLst>
          </p:cNvPr>
          <p:cNvSpPr>
            <a:spLocks noGrp="1"/>
          </p:cNvSpPr>
          <p:nvPr>
            <p:ph type="pic" sz="quarter" idx="22"/>
          </p:nvPr>
        </p:nvSpPr>
        <p:spPr>
          <a:xfrm>
            <a:off x="8920162" y="1714500"/>
            <a:ext cx="2400300" cy="2400300"/>
          </a:xfrm>
          <a:solidFill>
            <a:schemeClr val="bg1">
              <a:lumMod val="95000"/>
            </a:schemeClr>
          </a:solidFill>
          <a:ln w="12700">
            <a:solidFill>
              <a:srgbClr val="FF3228"/>
            </a:solidFill>
          </a:ln>
        </p:spPr>
        <p:txBody>
          <a:bodyPr/>
          <a:lstStyle/>
          <a:p>
            <a:endParaRPr lang="es-ES" dirty="0"/>
          </a:p>
        </p:txBody>
      </p:sp>
      <p:sp>
        <p:nvSpPr>
          <p:cNvPr id="24" name="Marcador de texto 17">
            <a:extLst>
              <a:ext uri="{FF2B5EF4-FFF2-40B4-BE49-F238E27FC236}">
                <a16:creationId xmlns:a16="http://schemas.microsoft.com/office/drawing/2014/main" id="{A24DE945-2CE3-4EC7-A127-55E426E25340}"/>
              </a:ext>
            </a:extLst>
          </p:cNvPr>
          <p:cNvSpPr>
            <a:spLocks noGrp="1"/>
          </p:cNvSpPr>
          <p:nvPr>
            <p:ph type="body" sz="quarter" idx="23" hasCustomPrompt="1"/>
          </p:nvPr>
        </p:nvSpPr>
        <p:spPr>
          <a:xfrm>
            <a:off x="3703460" y="4784969"/>
            <a:ext cx="7054849" cy="1344898"/>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a:t>Te </a:t>
            </a:r>
            <a:r>
              <a:rPr lang="es-ES" dirty="0" err="1"/>
              <a:t>cusdaep</a:t>
            </a:r>
            <a:r>
              <a:rPr lang="es-ES" dirty="0"/>
              <a:t> </a:t>
            </a:r>
            <a:r>
              <a:rPr lang="es-ES" dirty="0" err="1"/>
              <a:t>taquuam</a:t>
            </a:r>
            <a:r>
              <a:rPr lang="es-ES" dirty="0"/>
              <a:t>, </a:t>
            </a:r>
            <a:r>
              <a:rPr lang="es-ES" dirty="0" err="1"/>
              <a:t>taquam</a:t>
            </a:r>
            <a:r>
              <a:rPr lang="es-ES" dirty="0"/>
              <a:t>, </a:t>
            </a:r>
            <a:r>
              <a:rPr lang="es-ES" dirty="0" err="1"/>
              <a:t>ea</a:t>
            </a:r>
            <a:r>
              <a:rPr lang="es-ES" dirty="0"/>
              <a:t> </a:t>
            </a:r>
            <a:r>
              <a:rPr lang="es-ES" dirty="0" err="1"/>
              <a:t>dolorisPoribus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5" name="Marcador de texto 8">
            <a:extLst>
              <a:ext uri="{FF2B5EF4-FFF2-40B4-BE49-F238E27FC236}">
                <a16:creationId xmlns:a16="http://schemas.microsoft.com/office/drawing/2014/main" id="{3D775503-C7C8-4604-9DD9-74B7D04AFCCC}"/>
              </a:ext>
            </a:extLst>
          </p:cNvPr>
          <p:cNvSpPr>
            <a:spLocks noGrp="1"/>
          </p:cNvSpPr>
          <p:nvPr>
            <p:ph type="body" sz="quarter" idx="19" hasCustomPrompt="1"/>
          </p:nvPr>
        </p:nvSpPr>
        <p:spPr>
          <a:xfrm>
            <a:off x="3714751"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26" name="Marcador de texto 8">
            <a:extLst>
              <a:ext uri="{FF2B5EF4-FFF2-40B4-BE49-F238E27FC236}">
                <a16:creationId xmlns:a16="http://schemas.microsoft.com/office/drawing/2014/main" id="{FEF82472-BA77-4424-9633-6F836819F35A}"/>
              </a:ext>
            </a:extLst>
          </p:cNvPr>
          <p:cNvSpPr>
            <a:spLocks noGrp="1"/>
          </p:cNvSpPr>
          <p:nvPr>
            <p:ph type="body" sz="quarter" idx="24" hasCustomPrompt="1"/>
          </p:nvPr>
        </p:nvSpPr>
        <p:spPr>
          <a:xfrm>
            <a:off x="5922753"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1" name="Marcador de texto 8">
            <a:extLst>
              <a:ext uri="{FF2B5EF4-FFF2-40B4-BE49-F238E27FC236}">
                <a16:creationId xmlns:a16="http://schemas.microsoft.com/office/drawing/2014/main" id="{2C25FDCB-8A18-4353-AD68-DE9C42E85306}"/>
              </a:ext>
            </a:extLst>
          </p:cNvPr>
          <p:cNvSpPr>
            <a:spLocks noGrp="1"/>
          </p:cNvSpPr>
          <p:nvPr>
            <p:ph type="body" sz="quarter" idx="25" hasCustomPrompt="1"/>
          </p:nvPr>
        </p:nvSpPr>
        <p:spPr>
          <a:xfrm>
            <a:off x="8130755"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2" name="CuadroTexto 31">
            <a:extLst>
              <a:ext uri="{FF2B5EF4-FFF2-40B4-BE49-F238E27FC236}">
                <a16:creationId xmlns:a16="http://schemas.microsoft.com/office/drawing/2014/main" id="{9F4B4B96-4DE9-41D6-8451-E609EA42CEB1}"/>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4" name="Rectángulo 33">
            <a:extLst>
              <a:ext uri="{FF2B5EF4-FFF2-40B4-BE49-F238E27FC236}">
                <a16:creationId xmlns:a16="http://schemas.microsoft.com/office/drawing/2014/main" id="{477BE39B-2C02-47CD-9D3F-4E61D751F409}"/>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Marcador de posición de imagen 7">
            <a:extLst>
              <a:ext uri="{FF2B5EF4-FFF2-40B4-BE49-F238E27FC236}">
                <a16:creationId xmlns:a16="http://schemas.microsoft.com/office/drawing/2014/main" id="{8AC1F603-16D4-4B7E-9BC4-BCCDDDAB5BC9}"/>
              </a:ext>
            </a:extLst>
          </p:cNvPr>
          <p:cNvSpPr>
            <a:spLocks noGrp="1"/>
          </p:cNvSpPr>
          <p:nvPr>
            <p:ph type="pic" sz="quarter" idx="26"/>
          </p:nvPr>
        </p:nvSpPr>
        <p:spPr>
          <a:xfrm>
            <a:off x="11320462" y="1714500"/>
            <a:ext cx="2400300" cy="2400300"/>
          </a:xfrm>
          <a:solidFill>
            <a:schemeClr val="bg1">
              <a:lumMod val="95000"/>
            </a:schemeClr>
          </a:solidFill>
          <a:ln w="12700">
            <a:solidFill>
              <a:srgbClr val="FF3228"/>
            </a:solidFill>
          </a:ln>
        </p:spPr>
        <p:txBody>
          <a:bodyPr/>
          <a:lstStyle/>
          <a:p>
            <a:endParaRPr lang="es-ES" dirty="0"/>
          </a:p>
        </p:txBody>
      </p:sp>
      <p:sp>
        <p:nvSpPr>
          <p:cNvPr id="20" name="Marcador de posición de imagen 7">
            <a:extLst>
              <a:ext uri="{FF2B5EF4-FFF2-40B4-BE49-F238E27FC236}">
                <a16:creationId xmlns:a16="http://schemas.microsoft.com/office/drawing/2014/main" id="{67D034BC-BB8D-49E7-947F-922C5A5DACEE}"/>
              </a:ext>
            </a:extLst>
          </p:cNvPr>
          <p:cNvSpPr>
            <a:spLocks noGrp="1"/>
          </p:cNvSpPr>
          <p:nvPr>
            <p:ph type="pic" sz="quarter" idx="27"/>
          </p:nvPr>
        </p:nvSpPr>
        <p:spPr>
          <a:xfrm>
            <a:off x="906463" y="4114800"/>
            <a:ext cx="2400300" cy="2400300"/>
          </a:xfrm>
          <a:solidFill>
            <a:schemeClr val="bg1">
              <a:lumMod val="95000"/>
            </a:schemeClr>
          </a:solidFill>
          <a:ln w="12700">
            <a:solidFill>
              <a:srgbClr val="FF3228"/>
            </a:solidFill>
          </a:ln>
        </p:spPr>
        <p:txBody>
          <a:bodyPr/>
          <a:lstStyle/>
          <a:p>
            <a:endParaRPr lang="es-ES" dirty="0"/>
          </a:p>
        </p:txBody>
      </p:sp>
      <p:sp>
        <p:nvSpPr>
          <p:cNvPr id="21" name="Marcador de posición de imagen 7">
            <a:extLst>
              <a:ext uri="{FF2B5EF4-FFF2-40B4-BE49-F238E27FC236}">
                <a16:creationId xmlns:a16="http://schemas.microsoft.com/office/drawing/2014/main" id="{7FAEAF19-22D9-44E7-96B5-170204E4B50A}"/>
              </a:ext>
            </a:extLst>
          </p:cNvPr>
          <p:cNvSpPr>
            <a:spLocks noGrp="1"/>
          </p:cNvSpPr>
          <p:nvPr>
            <p:ph type="pic" sz="quarter" idx="28"/>
          </p:nvPr>
        </p:nvSpPr>
        <p:spPr>
          <a:xfrm>
            <a:off x="11320462" y="4114800"/>
            <a:ext cx="2400300" cy="2400300"/>
          </a:xfrm>
          <a:solidFill>
            <a:schemeClr val="bg1">
              <a:lumMod val="95000"/>
            </a:schemeClr>
          </a:solidFill>
          <a:ln w="12700">
            <a:solidFill>
              <a:srgbClr val="FF3228"/>
            </a:solidFill>
          </a:ln>
        </p:spPr>
        <p:txBody>
          <a:bodyPr/>
          <a:lstStyle/>
          <a:p>
            <a:endParaRPr lang="es-ES" dirty="0"/>
          </a:p>
        </p:txBody>
      </p:sp>
      <p:pic>
        <p:nvPicPr>
          <p:cNvPr id="27" name="Gráfico 26">
            <a:extLst>
              <a:ext uri="{FF2B5EF4-FFF2-40B4-BE49-F238E27FC236}">
                <a16:creationId xmlns:a16="http://schemas.microsoft.com/office/drawing/2014/main" id="{CCDE9E1A-3233-4FBC-8D0F-9343CD5143F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2477214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o + Imagen 08">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25D4089-B258-44FC-955E-40718A0F125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8" name="CuadroTexto 7">
            <a:extLst>
              <a:ext uri="{FF2B5EF4-FFF2-40B4-BE49-F238E27FC236}">
                <a16:creationId xmlns:a16="http://schemas.microsoft.com/office/drawing/2014/main" id="{B404AC2F-F741-474A-AAAD-A7DB5C81ABB1}"/>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2" name="Marcador de texto 17">
            <a:extLst>
              <a:ext uri="{FF2B5EF4-FFF2-40B4-BE49-F238E27FC236}">
                <a16:creationId xmlns:a16="http://schemas.microsoft.com/office/drawing/2014/main" id="{34A037BA-7E00-432A-9890-BBCE257D6ACC}"/>
              </a:ext>
            </a:extLst>
          </p:cNvPr>
          <p:cNvSpPr>
            <a:spLocks noGrp="1"/>
          </p:cNvSpPr>
          <p:nvPr>
            <p:ph type="body" sz="quarter" idx="14" hasCustomPrompt="1"/>
          </p:nvPr>
        </p:nvSpPr>
        <p:spPr>
          <a:xfrm>
            <a:off x="1121265" y="1923482"/>
            <a:ext cx="4194175" cy="1973263"/>
          </a:xfrm>
        </p:spPr>
        <p:txBody>
          <a:bodyPr>
            <a:normAutofit/>
          </a:bodyPr>
          <a:lstStyle>
            <a:lvl1pPr marL="0" indent="0">
              <a:lnSpc>
                <a:spcPct val="90000"/>
              </a:lnSpc>
              <a:buNone/>
              <a:defRPr lang="es-ES" sz="430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dolor </a:t>
            </a:r>
            <a:r>
              <a:rPr lang="es-ES" dirty="0" err="1">
                <a:solidFill>
                  <a:schemeClr val="bg1"/>
                </a:solidFill>
              </a:rPr>
              <a:t>sit</a:t>
            </a:r>
            <a:endParaRPr lang="es-ES" dirty="0">
              <a:solidFill>
                <a:schemeClr val="bg1"/>
              </a:solidFill>
            </a:endParaRPr>
          </a:p>
        </p:txBody>
      </p:sp>
      <p:sp>
        <p:nvSpPr>
          <p:cNvPr id="13" name="Marcador de texto 17">
            <a:extLst>
              <a:ext uri="{FF2B5EF4-FFF2-40B4-BE49-F238E27FC236}">
                <a16:creationId xmlns:a16="http://schemas.microsoft.com/office/drawing/2014/main" id="{D5939F23-68EC-42A7-A3F4-31F0B1356364}"/>
              </a:ext>
            </a:extLst>
          </p:cNvPr>
          <p:cNvSpPr>
            <a:spLocks noGrp="1"/>
          </p:cNvSpPr>
          <p:nvPr>
            <p:ph type="body" sz="quarter" idx="15" hasCustomPrompt="1"/>
          </p:nvPr>
        </p:nvSpPr>
        <p:spPr>
          <a:xfrm>
            <a:off x="7315199" y="2174406"/>
            <a:ext cx="5681609" cy="494221"/>
          </a:xfrm>
        </p:spPr>
        <p:txBody>
          <a:bodyPr lIns="0">
            <a:normAutofit/>
          </a:bodyPr>
          <a:lstStyle>
            <a:lvl1pPr marL="0" indent="0">
              <a:lnSpc>
                <a:spcPts val="2800"/>
              </a:lnSpc>
              <a:buNone/>
              <a:defRPr sz="2400" b="1"/>
            </a:lvl1pPr>
          </a:lstStyle>
          <a:p>
            <a:pPr lvl="0"/>
            <a:r>
              <a:rPr lang="es-ES" dirty="0" err="1"/>
              <a:t>Aximinct</a:t>
            </a:r>
            <a:r>
              <a:rPr lang="es-ES" dirty="0"/>
              <a:t> </a:t>
            </a:r>
            <a:r>
              <a:rPr lang="es-ES" dirty="0" err="1"/>
              <a:t>emquibus</a:t>
            </a:r>
            <a:r>
              <a:rPr lang="es-ES" dirty="0"/>
              <a:t> et </a:t>
            </a:r>
            <a:r>
              <a:rPr lang="es-ES" dirty="0" err="1"/>
              <a:t>facium</a:t>
            </a:r>
            <a:r>
              <a:rPr lang="es-ES" dirty="0"/>
              <a:t> </a:t>
            </a:r>
            <a:r>
              <a:rPr lang="es-ES" dirty="0" err="1"/>
              <a:t>natur</a:t>
            </a:r>
            <a:endParaRPr lang="es-ES" dirty="0"/>
          </a:p>
        </p:txBody>
      </p:sp>
      <p:sp>
        <p:nvSpPr>
          <p:cNvPr id="14" name="Marcador de texto 17">
            <a:extLst>
              <a:ext uri="{FF2B5EF4-FFF2-40B4-BE49-F238E27FC236}">
                <a16:creationId xmlns:a16="http://schemas.microsoft.com/office/drawing/2014/main" id="{C4B278FF-4E7D-4239-B497-A558A37A4467}"/>
              </a:ext>
            </a:extLst>
          </p:cNvPr>
          <p:cNvSpPr>
            <a:spLocks noGrp="1"/>
          </p:cNvSpPr>
          <p:nvPr>
            <p:ph type="body" sz="quarter" idx="16" hasCustomPrompt="1"/>
          </p:nvPr>
        </p:nvSpPr>
        <p:spPr>
          <a:xfrm>
            <a:off x="7315200" y="2746447"/>
            <a:ext cx="6408738" cy="1833173"/>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a:t>
            </a:r>
            <a:endParaRPr lang="es-ES" dirty="0"/>
          </a:p>
        </p:txBody>
      </p:sp>
      <p:sp>
        <p:nvSpPr>
          <p:cNvPr id="16" name="Marcador de texto 17">
            <a:extLst>
              <a:ext uri="{FF2B5EF4-FFF2-40B4-BE49-F238E27FC236}">
                <a16:creationId xmlns:a16="http://schemas.microsoft.com/office/drawing/2014/main" id="{E00736CE-E999-4D2B-BC2F-789DF823B178}"/>
              </a:ext>
            </a:extLst>
          </p:cNvPr>
          <p:cNvSpPr>
            <a:spLocks noGrp="1"/>
          </p:cNvSpPr>
          <p:nvPr>
            <p:ph type="body" sz="quarter" idx="17" hasCustomPrompt="1"/>
          </p:nvPr>
        </p:nvSpPr>
        <p:spPr>
          <a:xfrm>
            <a:off x="7315200" y="4758127"/>
            <a:ext cx="6408738" cy="1833173"/>
          </a:xfrm>
        </p:spPr>
        <p:txBody>
          <a:bodyPr lIns="0">
            <a:noAutofit/>
          </a:bodyPr>
          <a:lstStyle>
            <a:lvl1pPr marL="358775" indent="-176213">
              <a:lnSpc>
                <a:spcPts val="1700"/>
              </a:lnSpc>
              <a:spcBef>
                <a:spcPts val="800"/>
              </a:spcBef>
              <a:buSzPct val="120000"/>
              <a:buFont typeface="Wingdings" panose="05000000000000000000" pitchFamily="2" charset="2"/>
              <a:buChar char="§"/>
              <a:defRPr sz="1440" b="0">
                <a:solidFill>
                  <a:srgbClr val="1E1E1E"/>
                </a:solidFill>
              </a:defRPr>
            </a:lvl1pPr>
          </a:lstStyle>
          <a:p>
            <a:pPr lvl="0"/>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p>
        </p:txBody>
      </p:sp>
      <p:sp>
        <p:nvSpPr>
          <p:cNvPr id="17" name="Marcador de posición de imagen 7">
            <a:extLst>
              <a:ext uri="{FF2B5EF4-FFF2-40B4-BE49-F238E27FC236}">
                <a16:creationId xmlns:a16="http://schemas.microsoft.com/office/drawing/2014/main" id="{6AB76B8A-2AD0-4548-9313-5716AE13D993}"/>
              </a:ext>
            </a:extLst>
          </p:cNvPr>
          <p:cNvSpPr>
            <a:spLocks noGrp="1"/>
          </p:cNvSpPr>
          <p:nvPr>
            <p:ph type="pic" sz="quarter" idx="13"/>
          </p:nvPr>
        </p:nvSpPr>
        <p:spPr>
          <a:xfrm>
            <a:off x="1712118" y="4108450"/>
            <a:ext cx="4798220" cy="2402682"/>
          </a:xfrm>
          <a:solidFill>
            <a:schemeClr val="bg1">
              <a:lumMod val="95000"/>
            </a:schemeClr>
          </a:solidFill>
          <a:ln w="12700">
            <a:solidFill>
              <a:srgbClr val="FF3228"/>
            </a:solidFill>
          </a:ln>
        </p:spPr>
        <p:txBody>
          <a:bodyPr/>
          <a:lstStyle/>
          <a:p>
            <a:endParaRPr lang="es-ES" dirty="0"/>
          </a:p>
        </p:txBody>
      </p:sp>
      <p:sp>
        <p:nvSpPr>
          <p:cNvPr id="7" name="Marcador de número de diapositiva 6">
            <a:extLst>
              <a:ext uri="{FF2B5EF4-FFF2-40B4-BE49-F238E27FC236}">
                <a16:creationId xmlns:a16="http://schemas.microsoft.com/office/drawing/2014/main" id="{B132D693-3033-44F9-A52D-F0B5E1F45DE5}"/>
              </a:ext>
            </a:extLst>
          </p:cNvPr>
          <p:cNvSpPr>
            <a:spLocks noGrp="1"/>
          </p:cNvSpPr>
          <p:nvPr>
            <p:ph type="sldNum" sz="quarter" idx="18"/>
          </p:nvPr>
        </p:nvSpPr>
        <p:spPr/>
        <p:txBody>
          <a:bodyPr/>
          <a:lstStyle/>
          <a:p>
            <a:fld id="{B005B2D1-880E-4846-A216-7D6770BA1332}" type="slidenum">
              <a:rPr lang="es-ES" smtClean="0"/>
              <a:pPr/>
              <a:t>‹Nº›</a:t>
            </a:fld>
            <a:endParaRPr lang="es-ES" dirty="0"/>
          </a:p>
        </p:txBody>
      </p:sp>
      <p:pic>
        <p:nvPicPr>
          <p:cNvPr id="19" name="Gráfico 18">
            <a:extLst>
              <a:ext uri="{FF2B5EF4-FFF2-40B4-BE49-F238E27FC236}">
                <a16:creationId xmlns:a16="http://schemas.microsoft.com/office/drawing/2014/main" id="{07CC5585-C3DF-4916-9254-C8E54F13CFA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
        <p:nvSpPr>
          <p:cNvPr id="20" name="Rectángulo 19">
            <a:extLst>
              <a:ext uri="{FF2B5EF4-FFF2-40B4-BE49-F238E27FC236}">
                <a16:creationId xmlns:a16="http://schemas.microsoft.com/office/drawing/2014/main" id="{B22C28A2-32AB-417C-B087-61042DD0D4F6}"/>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40862406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o + Imagen 09">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69007C6-D80E-40B1-B81B-15B51FA6D666}"/>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pic>
        <p:nvPicPr>
          <p:cNvPr id="4" name="Imagen 3">
            <a:extLst>
              <a:ext uri="{FF2B5EF4-FFF2-40B4-BE49-F238E27FC236}">
                <a16:creationId xmlns:a16="http://schemas.microsoft.com/office/drawing/2014/main" id="{C05C30AF-CB23-4780-A834-EF92E7E4CAE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5" name="Marcador de posición de imagen 7">
            <a:extLst>
              <a:ext uri="{FF2B5EF4-FFF2-40B4-BE49-F238E27FC236}">
                <a16:creationId xmlns:a16="http://schemas.microsoft.com/office/drawing/2014/main" id="{7093E43B-1BD7-4551-817A-FDBD3494BF4F}"/>
              </a:ext>
            </a:extLst>
          </p:cNvPr>
          <p:cNvSpPr>
            <a:spLocks noGrp="1"/>
          </p:cNvSpPr>
          <p:nvPr>
            <p:ph type="pic" sz="quarter" idx="13"/>
          </p:nvPr>
        </p:nvSpPr>
        <p:spPr>
          <a:xfrm>
            <a:off x="8115617" y="1717675"/>
            <a:ext cx="5600700" cy="5600700"/>
          </a:xfrm>
          <a:solidFill>
            <a:schemeClr val="bg1">
              <a:lumMod val="95000"/>
            </a:schemeClr>
          </a:solidFill>
          <a:ln w="6350">
            <a:solidFill>
              <a:srgbClr val="FF3228"/>
            </a:solidFill>
          </a:ln>
        </p:spPr>
        <p:txBody>
          <a:bodyPr/>
          <a:lstStyle/>
          <a:p>
            <a:endParaRPr lang="es-ES" dirty="0"/>
          </a:p>
        </p:txBody>
      </p:sp>
      <p:sp>
        <p:nvSpPr>
          <p:cNvPr id="6" name="Marcador de posición de imagen 7">
            <a:extLst>
              <a:ext uri="{FF2B5EF4-FFF2-40B4-BE49-F238E27FC236}">
                <a16:creationId xmlns:a16="http://schemas.microsoft.com/office/drawing/2014/main" id="{9032E74F-8093-4998-9665-CE7635E8D4BB}"/>
              </a:ext>
            </a:extLst>
          </p:cNvPr>
          <p:cNvSpPr>
            <a:spLocks noGrp="1"/>
          </p:cNvSpPr>
          <p:nvPr>
            <p:ph type="pic" sz="quarter" idx="17"/>
          </p:nvPr>
        </p:nvSpPr>
        <p:spPr>
          <a:xfrm>
            <a:off x="5707379" y="2514600"/>
            <a:ext cx="2400300" cy="3200400"/>
          </a:xfrm>
          <a:solidFill>
            <a:schemeClr val="bg1">
              <a:lumMod val="95000"/>
            </a:schemeClr>
          </a:solidFill>
          <a:ln w="6350">
            <a:solidFill>
              <a:srgbClr val="FF3228"/>
            </a:solidFill>
          </a:ln>
        </p:spPr>
        <p:txBody>
          <a:bodyPr/>
          <a:lstStyle/>
          <a:p>
            <a:endParaRPr lang="es-ES" dirty="0"/>
          </a:p>
        </p:txBody>
      </p:sp>
      <p:sp>
        <p:nvSpPr>
          <p:cNvPr id="7" name="CuadroTexto 6">
            <a:extLst>
              <a:ext uri="{FF2B5EF4-FFF2-40B4-BE49-F238E27FC236}">
                <a16:creationId xmlns:a16="http://schemas.microsoft.com/office/drawing/2014/main" id="{6C4C39D4-3B2B-4DAB-9583-7FE8D14A6D4C}"/>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9" name="Rectángulo 8">
            <a:extLst>
              <a:ext uri="{FF2B5EF4-FFF2-40B4-BE49-F238E27FC236}">
                <a16:creationId xmlns:a16="http://schemas.microsoft.com/office/drawing/2014/main" id="{9C5C2486-3335-460F-B07F-F035951CCDDD}"/>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Título 11">
            <a:extLst>
              <a:ext uri="{FF2B5EF4-FFF2-40B4-BE49-F238E27FC236}">
                <a16:creationId xmlns:a16="http://schemas.microsoft.com/office/drawing/2014/main" id="{F7984858-BC9D-450C-91C7-2F5EC3169F27}"/>
              </a:ext>
            </a:extLst>
          </p:cNvPr>
          <p:cNvSpPr>
            <a:spLocks noGrp="1"/>
          </p:cNvSpPr>
          <p:nvPr>
            <p:ph type="title" hasCustomPrompt="1"/>
          </p:nvPr>
        </p:nvSpPr>
        <p:spPr>
          <a:xfrm>
            <a:off x="906463" y="1200150"/>
            <a:ext cx="3995737" cy="1187450"/>
          </a:xfrm>
        </p:spPr>
        <p:txBody>
          <a:bodyPr lIns="0" anchor="t">
            <a:noAutofit/>
          </a:bodyPr>
          <a:lstStyle>
            <a:lvl1pPr>
              <a:defRPr sz="4300"/>
            </a:lvl1pPr>
          </a:lstStyle>
          <a:p>
            <a:r>
              <a:rPr lang="es-ES" dirty="0" err="1"/>
              <a:t>Lorem</a:t>
            </a:r>
            <a:r>
              <a:rPr lang="es-ES" dirty="0"/>
              <a:t> </a:t>
            </a:r>
            <a:r>
              <a:rPr lang="es-ES" dirty="0" err="1"/>
              <a:t>Ipsum</a:t>
            </a:r>
            <a:r>
              <a:rPr lang="es-ES" dirty="0"/>
              <a:t> dolor </a:t>
            </a:r>
            <a:r>
              <a:rPr lang="es-ES" dirty="0" err="1"/>
              <a:t>est</a:t>
            </a:r>
            <a:endParaRPr lang="es-ES" dirty="0"/>
          </a:p>
        </p:txBody>
      </p:sp>
      <p:sp>
        <p:nvSpPr>
          <p:cNvPr id="11" name="Marcador de texto 17">
            <a:extLst>
              <a:ext uri="{FF2B5EF4-FFF2-40B4-BE49-F238E27FC236}">
                <a16:creationId xmlns:a16="http://schemas.microsoft.com/office/drawing/2014/main" id="{8A0F77EF-0676-46A4-9337-9F2322D962C3}"/>
              </a:ext>
            </a:extLst>
          </p:cNvPr>
          <p:cNvSpPr>
            <a:spLocks noGrp="1"/>
          </p:cNvSpPr>
          <p:nvPr>
            <p:ph type="body" sz="quarter" idx="15" hasCustomPrompt="1"/>
          </p:nvPr>
        </p:nvSpPr>
        <p:spPr>
          <a:xfrm>
            <a:off x="906463" y="3010284"/>
            <a:ext cx="3995737" cy="494221"/>
          </a:xfrm>
        </p:spPr>
        <p:txBody>
          <a:bodyPr lIns="0">
            <a:normAutofit/>
          </a:bodyPr>
          <a:lstStyle>
            <a:lvl1pPr marL="0" indent="0">
              <a:lnSpc>
                <a:spcPts val="2800"/>
              </a:lnSpc>
              <a:buNone/>
              <a:defRPr sz="2100" b="1"/>
            </a:lvl1pPr>
          </a:lstStyle>
          <a:p>
            <a:pPr lvl="0"/>
            <a:r>
              <a:rPr lang="es-ES" dirty="0"/>
              <a:t>CAFYD</a:t>
            </a:r>
          </a:p>
        </p:txBody>
      </p:sp>
      <p:sp>
        <p:nvSpPr>
          <p:cNvPr id="12" name="Marcador de texto 17">
            <a:extLst>
              <a:ext uri="{FF2B5EF4-FFF2-40B4-BE49-F238E27FC236}">
                <a16:creationId xmlns:a16="http://schemas.microsoft.com/office/drawing/2014/main" id="{C2AE6F78-3D6D-4C25-AAF5-145B5A257873}"/>
              </a:ext>
            </a:extLst>
          </p:cNvPr>
          <p:cNvSpPr>
            <a:spLocks noGrp="1"/>
          </p:cNvSpPr>
          <p:nvPr>
            <p:ph type="body" sz="quarter" idx="18" hasCustomPrompt="1"/>
          </p:nvPr>
        </p:nvSpPr>
        <p:spPr>
          <a:xfrm>
            <a:off x="777833" y="3462657"/>
            <a:ext cx="4091756" cy="1833173"/>
          </a:xfrm>
        </p:spPr>
        <p:txBody>
          <a:bodyPr lIns="0">
            <a:noAutofit/>
          </a:bodyPr>
          <a:lstStyle>
            <a:lvl1pPr marL="358775" indent="-176213">
              <a:lnSpc>
                <a:spcPts val="1600"/>
              </a:lnSpc>
              <a:spcBef>
                <a:spcPts val="600"/>
              </a:spcBef>
              <a:buSzPct val="120000"/>
              <a:buFont typeface="Wingdings" panose="05000000000000000000" pitchFamily="2" charset="2"/>
              <a:buChar char="§"/>
              <a:defRPr sz="1800" b="0">
                <a:solidFill>
                  <a:srgbClr val="1E1E1E"/>
                </a:solidFill>
              </a:defRPr>
            </a:lvl1pPr>
          </a:lstStyle>
          <a:p>
            <a:pPr lvl="0"/>
            <a:r>
              <a:rPr lang="es-ES" dirty="0"/>
              <a:t>Actividad Física y Deporte</a:t>
            </a:r>
          </a:p>
          <a:p>
            <a:pPr lvl="0"/>
            <a:r>
              <a:rPr lang="es-ES" dirty="0"/>
              <a:t>Fisioterapia</a:t>
            </a:r>
          </a:p>
        </p:txBody>
      </p:sp>
      <p:sp>
        <p:nvSpPr>
          <p:cNvPr id="13" name="Marcador de texto 17">
            <a:extLst>
              <a:ext uri="{FF2B5EF4-FFF2-40B4-BE49-F238E27FC236}">
                <a16:creationId xmlns:a16="http://schemas.microsoft.com/office/drawing/2014/main" id="{DBE18D04-5273-4916-9829-330212273FB5}"/>
              </a:ext>
            </a:extLst>
          </p:cNvPr>
          <p:cNvSpPr>
            <a:spLocks noGrp="1"/>
          </p:cNvSpPr>
          <p:nvPr>
            <p:ph type="body" sz="quarter" idx="19" hasCustomPrompt="1"/>
          </p:nvPr>
        </p:nvSpPr>
        <p:spPr>
          <a:xfrm>
            <a:off x="777833" y="5031142"/>
            <a:ext cx="4091756" cy="1833173"/>
          </a:xfrm>
        </p:spPr>
        <p:txBody>
          <a:bodyPr lIns="0">
            <a:noAutofit/>
          </a:bodyPr>
          <a:lstStyle>
            <a:lvl1pPr marL="358775" indent="-176213">
              <a:lnSpc>
                <a:spcPts val="1600"/>
              </a:lnSpc>
              <a:spcBef>
                <a:spcPts val="600"/>
              </a:spcBef>
              <a:buSzPct val="120000"/>
              <a:buFont typeface="Wingdings" panose="05000000000000000000" pitchFamily="2" charset="2"/>
              <a:buChar char="§"/>
              <a:defRPr sz="1800" b="0">
                <a:solidFill>
                  <a:srgbClr val="1E1E1E"/>
                </a:solidFill>
              </a:defRPr>
            </a:lvl1pPr>
          </a:lstStyle>
          <a:p>
            <a:pPr lvl="0"/>
            <a:r>
              <a:rPr lang="es-ES" dirty="0"/>
              <a:t>Farmacia y Biotecnología</a:t>
            </a:r>
          </a:p>
          <a:p>
            <a:pPr lvl="0"/>
            <a:r>
              <a:rPr lang="es-ES" dirty="0"/>
              <a:t>Medicina</a:t>
            </a:r>
          </a:p>
          <a:p>
            <a:pPr lvl="0"/>
            <a:r>
              <a:rPr lang="es-ES" dirty="0"/>
              <a:t>Odontología</a:t>
            </a:r>
          </a:p>
          <a:p>
            <a:pPr lvl="0"/>
            <a:r>
              <a:rPr lang="es-ES" dirty="0"/>
              <a:t>Veterinaria</a:t>
            </a:r>
          </a:p>
          <a:p>
            <a:pPr lvl="0"/>
            <a:r>
              <a:rPr lang="es-ES" dirty="0"/>
              <a:t>Enfermería y Nutrición</a:t>
            </a:r>
          </a:p>
          <a:p>
            <a:pPr lvl="0"/>
            <a:r>
              <a:rPr lang="es-ES" dirty="0"/>
              <a:t>Psicología</a:t>
            </a:r>
          </a:p>
          <a:p>
            <a:pPr lvl="0"/>
            <a:r>
              <a:rPr lang="es-ES" dirty="0"/>
              <a:t>Medio Ambiente</a:t>
            </a:r>
          </a:p>
        </p:txBody>
      </p:sp>
      <p:sp>
        <p:nvSpPr>
          <p:cNvPr id="14" name="Marcador de texto 17">
            <a:extLst>
              <a:ext uri="{FF2B5EF4-FFF2-40B4-BE49-F238E27FC236}">
                <a16:creationId xmlns:a16="http://schemas.microsoft.com/office/drawing/2014/main" id="{87B63EE3-DE84-4C9B-B732-C8D4030CD939}"/>
              </a:ext>
            </a:extLst>
          </p:cNvPr>
          <p:cNvSpPr>
            <a:spLocks noGrp="1"/>
          </p:cNvSpPr>
          <p:nvPr>
            <p:ph type="body" sz="quarter" idx="20" hasCustomPrompt="1"/>
          </p:nvPr>
        </p:nvSpPr>
        <p:spPr>
          <a:xfrm>
            <a:off x="906463" y="4600421"/>
            <a:ext cx="3995737" cy="494221"/>
          </a:xfrm>
        </p:spPr>
        <p:txBody>
          <a:bodyPr lIns="0">
            <a:normAutofit/>
          </a:bodyPr>
          <a:lstStyle>
            <a:lvl1pPr marL="0" indent="0">
              <a:lnSpc>
                <a:spcPts val="2800"/>
              </a:lnSpc>
              <a:buNone/>
              <a:defRPr sz="2100" b="1"/>
            </a:lvl1pPr>
          </a:lstStyle>
          <a:p>
            <a:pPr lvl="0"/>
            <a:r>
              <a:rPr lang="es-ES" dirty="0"/>
              <a:t>CAFYD</a:t>
            </a:r>
          </a:p>
        </p:txBody>
      </p:sp>
      <p:pic>
        <p:nvPicPr>
          <p:cNvPr id="15" name="Gráfico 14">
            <a:extLst>
              <a:ext uri="{FF2B5EF4-FFF2-40B4-BE49-F238E27FC236}">
                <a16:creationId xmlns:a16="http://schemas.microsoft.com/office/drawing/2014/main" id="{4E02422F-8146-4B7E-AEC6-CD6782F4E567}"/>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17348713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o + destacado">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AD098634-9C38-4F2F-90BC-838646C474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12" name="Título 11">
            <a:extLst>
              <a:ext uri="{FF2B5EF4-FFF2-40B4-BE49-F238E27FC236}">
                <a16:creationId xmlns:a16="http://schemas.microsoft.com/office/drawing/2014/main" id="{6DF73CA9-D341-47C7-BA29-DE835B1DECAC}"/>
              </a:ext>
            </a:extLst>
          </p:cNvPr>
          <p:cNvSpPr>
            <a:spLocks noGrp="1"/>
          </p:cNvSpPr>
          <p:nvPr>
            <p:ph type="title" hasCustomPrompt="1"/>
          </p:nvPr>
        </p:nvSpPr>
        <p:spPr>
          <a:xfrm>
            <a:off x="906463" y="1200150"/>
            <a:ext cx="3995737" cy="1187450"/>
          </a:xfrm>
        </p:spPr>
        <p:txBody>
          <a:bodyPr lIns="0" anchor="t">
            <a:noAutofit/>
          </a:bodyPr>
          <a:lstStyle>
            <a:lvl1pPr>
              <a:defRPr sz="4300"/>
            </a:lvl1pPr>
          </a:lstStyle>
          <a:p>
            <a:r>
              <a:rPr lang="es-ES" dirty="0" err="1"/>
              <a:t>Lorem</a:t>
            </a:r>
            <a:r>
              <a:rPr lang="es-ES" dirty="0"/>
              <a:t> </a:t>
            </a:r>
            <a:r>
              <a:rPr lang="es-ES" dirty="0" err="1"/>
              <a:t>ipsum</a:t>
            </a:r>
            <a:r>
              <a:rPr lang="es-ES" dirty="0"/>
              <a:t> dolor </a:t>
            </a:r>
            <a:r>
              <a:rPr lang="es-ES" dirty="0" err="1"/>
              <a:t>sit</a:t>
            </a:r>
            <a:endParaRPr lang="es-ES" dirty="0"/>
          </a:p>
        </p:txBody>
      </p:sp>
      <p:sp>
        <p:nvSpPr>
          <p:cNvPr id="13" name="Marcador de texto 17">
            <a:extLst>
              <a:ext uri="{FF2B5EF4-FFF2-40B4-BE49-F238E27FC236}">
                <a16:creationId xmlns:a16="http://schemas.microsoft.com/office/drawing/2014/main" id="{86DD4D6E-018E-4D2C-B73F-7DC527248645}"/>
              </a:ext>
            </a:extLst>
          </p:cNvPr>
          <p:cNvSpPr>
            <a:spLocks noGrp="1"/>
          </p:cNvSpPr>
          <p:nvPr>
            <p:ph type="body" sz="quarter" idx="16" hasCustomPrompt="1"/>
          </p:nvPr>
        </p:nvSpPr>
        <p:spPr>
          <a:xfrm>
            <a:off x="906463" y="2658463"/>
            <a:ext cx="3221039" cy="3793137"/>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a:t>
            </a:r>
            <a:r>
              <a:rPr lang="es-ES" dirty="0" err="1"/>
              <a:t>qstrum</a:t>
            </a:r>
            <a:r>
              <a:rPr lang="es-ES" dirty="0"/>
              <a:t> quia </a:t>
            </a:r>
            <a:r>
              <a:rPr lang="es-ES" dirty="0" err="1"/>
              <a:t>estemq</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a:t>
            </a:r>
            <a:endParaRPr lang="es-ES" dirty="0"/>
          </a:p>
        </p:txBody>
      </p:sp>
      <p:sp>
        <p:nvSpPr>
          <p:cNvPr id="16" name="Marcador de texto 17">
            <a:extLst>
              <a:ext uri="{FF2B5EF4-FFF2-40B4-BE49-F238E27FC236}">
                <a16:creationId xmlns:a16="http://schemas.microsoft.com/office/drawing/2014/main" id="{0CC11F15-A51A-4969-A633-5CFBF74B0B08}"/>
              </a:ext>
            </a:extLst>
          </p:cNvPr>
          <p:cNvSpPr>
            <a:spLocks noGrp="1"/>
          </p:cNvSpPr>
          <p:nvPr>
            <p:ph type="body" sz="quarter" idx="19" hasCustomPrompt="1"/>
          </p:nvPr>
        </p:nvSpPr>
        <p:spPr>
          <a:xfrm>
            <a:off x="8112664" y="1773751"/>
            <a:ext cx="2424638" cy="2341049"/>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19" name="Marcador de texto 17">
            <a:extLst>
              <a:ext uri="{FF2B5EF4-FFF2-40B4-BE49-F238E27FC236}">
                <a16:creationId xmlns:a16="http://schemas.microsoft.com/office/drawing/2014/main" id="{3F4FA38A-F665-431F-A109-0B7C9881BCB8}"/>
              </a:ext>
            </a:extLst>
          </p:cNvPr>
          <p:cNvSpPr>
            <a:spLocks noGrp="1"/>
          </p:cNvSpPr>
          <p:nvPr>
            <p:ph type="body" sz="quarter" idx="20" hasCustomPrompt="1"/>
          </p:nvPr>
        </p:nvSpPr>
        <p:spPr>
          <a:xfrm>
            <a:off x="8112664" y="1481015"/>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21" name="Marcador de texto 17">
            <a:extLst>
              <a:ext uri="{FF2B5EF4-FFF2-40B4-BE49-F238E27FC236}">
                <a16:creationId xmlns:a16="http://schemas.microsoft.com/office/drawing/2014/main" id="{AA93BD72-42D1-4CF3-8EA4-00687AC8EA45}"/>
              </a:ext>
            </a:extLst>
          </p:cNvPr>
          <p:cNvSpPr>
            <a:spLocks noGrp="1"/>
          </p:cNvSpPr>
          <p:nvPr>
            <p:ph type="body" sz="quarter" idx="22" hasCustomPrompt="1"/>
          </p:nvPr>
        </p:nvSpPr>
        <p:spPr>
          <a:xfrm>
            <a:off x="7665157" y="5721537"/>
            <a:ext cx="5621865" cy="1180224"/>
          </a:xfrm>
        </p:spPr>
        <p:txBody>
          <a:bodyPr lIns="0">
            <a:noAutofit/>
          </a:bodyPr>
          <a:lstStyle>
            <a:lvl1pPr marL="0" indent="0">
              <a:lnSpc>
                <a:spcPts val="1700"/>
              </a:lnSpc>
              <a:spcBef>
                <a:spcPts val="900"/>
              </a:spcBef>
              <a:buNone/>
              <a:defRPr sz="1440" b="0">
                <a:solidFill>
                  <a:schemeClr val="bg1"/>
                </a:solidFill>
              </a:defRPr>
            </a:lvl1pPr>
          </a:lstStyle>
          <a:p>
            <a:pPr lvl="0"/>
            <a:r>
              <a:rPr lang="es-ES" dirty="0"/>
              <a:t>Ma </a:t>
            </a:r>
            <a:r>
              <a:rPr lang="es-ES" dirty="0" err="1"/>
              <a:t>vendest</a:t>
            </a:r>
            <a:r>
              <a:rPr lang="es-ES" dirty="0"/>
              <a:t> as qui </a:t>
            </a:r>
            <a:r>
              <a:rPr lang="es-ES" dirty="0" err="1"/>
              <a:t>beaPoribus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a:t>
            </a:r>
            <a:r>
              <a:rPr lang="es-ES" dirty="0" err="1"/>
              <a:t>qstrum</a:t>
            </a:r>
            <a:r>
              <a:rPr lang="es-ES" dirty="0"/>
              <a:t> q</a:t>
            </a:r>
          </a:p>
        </p:txBody>
      </p:sp>
      <p:sp>
        <p:nvSpPr>
          <p:cNvPr id="22" name="Marcador de texto 17">
            <a:extLst>
              <a:ext uri="{FF2B5EF4-FFF2-40B4-BE49-F238E27FC236}">
                <a16:creationId xmlns:a16="http://schemas.microsoft.com/office/drawing/2014/main" id="{E9C06FA8-3B73-43E3-9BC5-35A805BD2D9E}"/>
              </a:ext>
            </a:extLst>
          </p:cNvPr>
          <p:cNvSpPr>
            <a:spLocks noGrp="1"/>
          </p:cNvSpPr>
          <p:nvPr>
            <p:ph type="body" sz="quarter" idx="15" hasCustomPrompt="1"/>
          </p:nvPr>
        </p:nvSpPr>
        <p:spPr>
          <a:xfrm>
            <a:off x="7665157" y="5170947"/>
            <a:ext cx="5463821" cy="462209"/>
          </a:xfrm>
        </p:spPr>
        <p:txBody>
          <a:bodyPr lIns="0">
            <a:normAutofit/>
          </a:bodyPr>
          <a:lstStyle>
            <a:lvl1pPr marL="0" indent="0">
              <a:lnSpc>
                <a:spcPts val="2800"/>
              </a:lnSpc>
              <a:buNone/>
              <a:defRPr sz="2750" b="1">
                <a:solidFill>
                  <a:schemeClr val="bg1"/>
                </a:solidFill>
              </a:defRPr>
            </a:lvl1pPr>
          </a:lstStyle>
          <a:p>
            <a:pPr lvl="0"/>
            <a:r>
              <a:rPr lang="es-ES" dirty="0" err="1"/>
              <a:t>Lorem</a:t>
            </a:r>
            <a:r>
              <a:rPr lang="es-ES" dirty="0"/>
              <a:t> </a:t>
            </a:r>
            <a:r>
              <a:rPr lang="es-ES" dirty="0" err="1"/>
              <a:t>ipsum</a:t>
            </a:r>
            <a:r>
              <a:rPr lang="es-ES" dirty="0"/>
              <a:t> </a:t>
            </a:r>
            <a:r>
              <a:rPr lang="es-ES" dirty="0" err="1"/>
              <a:t>Imus</a:t>
            </a:r>
            <a:r>
              <a:rPr lang="es-ES" dirty="0"/>
              <a:t> </a:t>
            </a:r>
            <a:r>
              <a:rPr lang="es-ES" dirty="0" err="1"/>
              <a:t>deru</a:t>
            </a:r>
            <a:r>
              <a:rPr lang="es-ES" dirty="0"/>
              <a:t> </a:t>
            </a:r>
            <a:r>
              <a:rPr lang="es-ES" dirty="0" err="1"/>
              <a:t>llam</a:t>
            </a:r>
            <a:endParaRPr lang="es-ES" dirty="0"/>
          </a:p>
        </p:txBody>
      </p:sp>
      <p:sp>
        <p:nvSpPr>
          <p:cNvPr id="2" name="Marcador de número de diapositiva 1">
            <a:extLst>
              <a:ext uri="{FF2B5EF4-FFF2-40B4-BE49-F238E27FC236}">
                <a16:creationId xmlns:a16="http://schemas.microsoft.com/office/drawing/2014/main" id="{11B956B5-474C-4B72-A097-482CBA58CAFD}"/>
              </a:ext>
            </a:extLst>
          </p:cNvPr>
          <p:cNvSpPr>
            <a:spLocks noGrp="1"/>
          </p:cNvSpPr>
          <p:nvPr>
            <p:ph type="sldNum" sz="quarter" idx="23"/>
          </p:nvPr>
        </p:nvSpPr>
        <p:spPr/>
        <p:txBody>
          <a:bodyPr/>
          <a:lstStyle/>
          <a:p>
            <a:fld id="{B005B2D1-880E-4846-A216-7D6770BA1332}" type="slidenum">
              <a:rPr lang="es-ES" smtClean="0"/>
              <a:pPr/>
              <a:t>‹Nº›</a:t>
            </a:fld>
            <a:endParaRPr lang="es-ES" dirty="0"/>
          </a:p>
        </p:txBody>
      </p:sp>
      <p:sp>
        <p:nvSpPr>
          <p:cNvPr id="23" name="Marcador de texto 17">
            <a:extLst>
              <a:ext uri="{FF2B5EF4-FFF2-40B4-BE49-F238E27FC236}">
                <a16:creationId xmlns:a16="http://schemas.microsoft.com/office/drawing/2014/main" id="{56215996-BE86-478A-BB7D-A5A5B6715F06}"/>
              </a:ext>
            </a:extLst>
          </p:cNvPr>
          <p:cNvSpPr>
            <a:spLocks noGrp="1"/>
          </p:cNvSpPr>
          <p:nvPr>
            <p:ph type="body" sz="quarter" idx="24" hasCustomPrompt="1"/>
          </p:nvPr>
        </p:nvSpPr>
        <p:spPr>
          <a:xfrm>
            <a:off x="4913328" y="1773751"/>
            <a:ext cx="2424638" cy="2341049"/>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26" name="Marcador de texto 17">
            <a:extLst>
              <a:ext uri="{FF2B5EF4-FFF2-40B4-BE49-F238E27FC236}">
                <a16:creationId xmlns:a16="http://schemas.microsoft.com/office/drawing/2014/main" id="{D4355630-7B14-407D-8E28-171203EC858E}"/>
              </a:ext>
            </a:extLst>
          </p:cNvPr>
          <p:cNvSpPr>
            <a:spLocks noGrp="1"/>
          </p:cNvSpPr>
          <p:nvPr>
            <p:ph type="body" sz="quarter" idx="25" hasCustomPrompt="1"/>
          </p:nvPr>
        </p:nvSpPr>
        <p:spPr>
          <a:xfrm>
            <a:off x="4913328" y="1481015"/>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27" name="Marcador de texto 17">
            <a:extLst>
              <a:ext uri="{FF2B5EF4-FFF2-40B4-BE49-F238E27FC236}">
                <a16:creationId xmlns:a16="http://schemas.microsoft.com/office/drawing/2014/main" id="{8CB8B76B-0849-49C7-B74A-F2D429C5C057}"/>
              </a:ext>
            </a:extLst>
          </p:cNvPr>
          <p:cNvSpPr>
            <a:spLocks noGrp="1"/>
          </p:cNvSpPr>
          <p:nvPr>
            <p:ph type="body" sz="quarter" idx="26" hasCustomPrompt="1"/>
          </p:nvPr>
        </p:nvSpPr>
        <p:spPr>
          <a:xfrm>
            <a:off x="11312883" y="1773751"/>
            <a:ext cx="2424638" cy="2341049"/>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28" name="Marcador de texto 17">
            <a:extLst>
              <a:ext uri="{FF2B5EF4-FFF2-40B4-BE49-F238E27FC236}">
                <a16:creationId xmlns:a16="http://schemas.microsoft.com/office/drawing/2014/main" id="{833C39CC-E352-4BB2-BDE7-38665F7B02B3}"/>
              </a:ext>
            </a:extLst>
          </p:cNvPr>
          <p:cNvSpPr>
            <a:spLocks noGrp="1"/>
          </p:cNvSpPr>
          <p:nvPr>
            <p:ph type="body" sz="quarter" idx="27" hasCustomPrompt="1"/>
          </p:nvPr>
        </p:nvSpPr>
        <p:spPr>
          <a:xfrm>
            <a:off x="11312883" y="1481015"/>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29" name="CuadroTexto 28">
            <a:extLst>
              <a:ext uri="{FF2B5EF4-FFF2-40B4-BE49-F238E27FC236}">
                <a16:creationId xmlns:a16="http://schemas.microsoft.com/office/drawing/2014/main" id="{975477D0-A98F-4793-B73D-124C47737C0C}"/>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1" name="Rectángulo 30">
            <a:extLst>
              <a:ext uri="{FF2B5EF4-FFF2-40B4-BE49-F238E27FC236}">
                <a16:creationId xmlns:a16="http://schemas.microsoft.com/office/drawing/2014/main" id="{6F2A21CC-AD0D-45B5-879F-848E1DF89384}"/>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7" name="Gráfico 16">
            <a:extLst>
              <a:ext uri="{FF2B5EF4-FFF2-40B4-BE49-F238E27FC236}">
                <a16:creationId xmlns:a16="http://schemas.microsoft.com/office/drawing/2014/main" id="{B8F199B5-CC4B-4B07-BC0C-F2F694FE5AB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524442" y="332974"/>
            <a:ext cx="420914" cy="385200"/>
          </a:xfrm>
          <a:prstGeom prst="rect">
            <a:avLst/>
          </a:prstGeom>
        </p:spPr>
      </p:pic>
    </p:spTree>
    <p:extLst>
      <p:ext uri="{BB962C8B-B14F-4D97-AF65-F5344CB8AC3E}">
        <p14:creationId xmlns:p14="http://schemas.microsoft.com/office/powerpoint/2010/main" val="19781422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o + Imagen columnas 01">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FE33CE54-4ADA-4CAE-A118-8414E019D85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1" name="Marcador de texto 17">
            <a:extLst>
              <a:ext uri="{FF2B5EF4-FFF2-40B4-BE49-F238E27FC236}">
                <a16:creationId xmlns:a16="http://schemas.microsoft.com/office/drawing/2014/main" id="{A5BE6BA0-EF8C-4789-822C-BEE963EC7E2D}"/>
              </a:ext>
            </a:extLst>
          </p:cNvPr>
          <p:cNvSpPr>
            <a:spLocks noGrp="1"/>
          </p:cNvSpPr>
          <p:nvPr>
            <p:ph type="body" sz="quarter" idx="19" hasCustomPrompt="1"/>
          </p:nvPr>
        </p:nvSpPr>
        <p:spPr>
          <a:xfrm>
            <a:off x="906463" y="4712160"/>
            <a:ext cx="2424638" cy="2606215"/>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12" name="Marcador de texto 17">
            <a:extLst>
              <a:ext uri="{FF2B5EF4-FFF2-40B4-BE49-F238E27FC236}">
                <a16:creationId xmlns:a16="http://schemas.microsoft.com/office/drawing/2014/main" id="{DA10493C-84F1-4EEE-AC24-47D0D50A0782}"/>
              </a:ext>
            </a:extLst>
          </p:cNvPr>
          <p:cNvSpPr>
            <a:spLocks noGrp="1"/>
          </p:cNvSpPr>
          <p:nvPr>
            <p:ph type="body" sz="quarter" idx="20" hasCustomPrompt="1"/>
          </p:nvPr>
        </p:nvSpPr>
        <p:spPr>
          <a:xfrm>
            <a:off x="906463" y="4419424"/>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13" name="Marcador de texto 17">
            <a:extLst>
              <a:ext uri="{FF2B5EF4-FFF2-40B4-BE49-F238E27FC236}">
                <a16:creationId xmlns:a16="http://schemas.microsoft.com/office/drawing/2014/main" id="{541F3DA4-12C0-417B-8A35-5A21C5692D8E}"/>
              </a:ext>
            </a:extLst>
          </p:cNvPr>
          <p:cNvSpPr>
            <a:spLocks noGrp="1"/>
          </p:cNvSpPr>
          <p:nvPr>
            <p:ph type="body" sz="quarter" idx="21" hasCustomPrompt="1"/>
          </p:nvPr>
        </p:nvSpPr>
        <p:spPr>
          <a:xfrm>
            <a:off x="10512800" y="4712160"/>
            <a:ext cx="2424638" cy="2606215"/>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14" name="Marcador de texto 17">
            <a:extLst>
              <a:ext uri="{FF2B5EF4-FFF2-40B4-BE49-F238E27FC236}">
                <a16:creationId xmlns:a16="http://schemas.microsoft.com/office/drawing/2014/main" id="{549CA5E7-CE4D-4144-A33B-615B80E66B66}"/>
              </a:ext>
            </a:extLst>
          </p:cNvPr>
          <p:cNvSpPr>
            <a:spLocks noGrp="1"/>
          </p:cNvSpPr>
          <p:nvPr>
            <p:ph type="body" sz="quarter" idx="22" hasCustomPrompt="1"/>
          </p:nvPr>
        </p:nvSpPr>
        <p:spPr>
          <a:xfrm>
            <a:off x="10512800" y="4419424"/>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15" name="Marcador de texto 17">
            <a:extLst>
              <a:ext uri="{FF2B5EF4-FFF2-40B4-BE49-F238E27FC236}">
                <a16:creationId xmlns:a16="http://schemas.microsoft.com/office/drawing/2014/main" id="{B26F822F-19DB-485F-918E-9182FAEE9D46}"/>
              </a:ext>
            </a:extLst>
          </p:cNvPr>
          <p:cNvSpPr>
            <a:spLocks noGrp="1"/>
          </p:cNvSpPr>
          <p:nvPr>
            <p:ph type="body" sz="quarter" idx="23" hasCustomPrompt="1"/>
          </p:nvPr>
        </p:nvSpPr>
        <p:spPr>
          <a:xfrm>
            <a:off x="7315200" y="4712160"/>
            <a:ext cx="2424638" cy="2606215"/>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16" name="Marcador de texto 17">
            <a:extLst>
              <a:ext uri="{FF2B5EF4-FFF2-40B4-BE49-F238E27FC236}">
                <a16:creationId xmlns:a16="http://schemas.microsoft.com/office/drawing/2014/main" id="{5A77DDD7-7CA5-4183-81DC-FDEFA856F552}"/>
              </a:ext>
            </a:extLst>
          </p:cNvPr>
          <p:cNvSpPr>
            <a:spLocks noGrp="1"/>
          </p:cNvSpPr>
          <p:nvPr>
            <p:ph type="body" sz="quarter" idx="24" hasCustomPrompt="1"/>
          </p:nvPr>
        </p:nvSpPr>
        <p:spPr>
          <a:xfrm>
            <a:off x="7315200" y="4419424"/>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17" name="Marcador de texto 17">
            <a:extLst>
              <a:ext uri="{FF2B5EF4-FFF2-40B4-BE49-F238E27FC236}">
                <a16:creationId xmlns:a16="http://schemas.microsoft.com/office/drawing/2014/main" id="{BB59BBE8-7ADF-42A8-A88D-DE4785AC20AC}"/>
              </a:ext>
            </a:extLst>
          </p:cNvPr>
          <p:cNvSpPr>
            <a:spLocks noGrp="1"/>
          </p:cNvSpPr>
          <p:nvPr>
            <p:ph type="body" sz="quarter" idx="25" hasCustomPrompt="1"/>
          </p:nvPr>
        </p:nvSpPr>
        <p:spPr>
          <a:xfrm>
            <a:off x="4100557" y="4712160"/>
            <a:ext cx="2424638" cy="2606215"/>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18" name="Marcador de texto 17">
            <a:extLst>
              <a:ext uri="{FF2B5EF4-FFF2-40B4-BE49-F238E27FC236}">
                <a16:creationId xmlns:a16="http://schemas.microsoft.com/office/drawing/2014/main" id="{7B3079E3-2A2F-44FF-80EE-F62C9820AC0B}"/>
              </a:ext>
            </a:extLst>
          </p:cNvPr>
          <p:cNvSpPr>
            <a:spLocks noGrp="1"/>
          </p:cNvSpPr>
          <p:nvPr>
            <p:ph type="body" sz="quarter" idx="26" hasCustomPrompt="1"/>
          </p:nvPr>
        </p:nvSpPr>
        <p:spPr>
          <a:xfrm>
            <a:off x="4100557" y="4419424"/>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19" name="Marcador de posición de imagen 7">
            <a:extLst>
              <a:ext uri="{FF2B5EF4-FFF2-40B4-BE49-F238E27FC236}">
                <a16:creationId xmlns:a16="http://schemas.microsoft.com/office/drawing/2014/main" id="{3780FA98-8A2D-4AB0-BCB7-3AF138C66FF0}"/>
              </a:ext>
            </a:extLst>
          </p:cNvPr>
          <p:cNvSpPr>
            <a:spLocks noGrp="1"/>
          </p:cNvSpPr>
          <p:nvPr>
            <p:ph type="pic" sz="quarter" idx="13"/>
          </p:nvPr>
        </p:nvSpPr>
        <p:spPr>
          <a:xfrm>
            <a:off x="915351" y="1709736"/>
            <a:ext cx="2400300" cy="2400300"/>
          </a:xfrm>
          <a:solidFill>
            <a:schemeClr val="bg1">
              <a:lumMod val="95000"/>
            </a:schemeClr>
          </a:solidFill>
          <a:ln w="12700">
            <a:solidFill>
              <a:srgbClr val="FF3228"/>
            </a:solidFill>
          </a:ln>
        </p:spPr>
        <p:txBody>
          <a:bodyPr/>
          <a:lstStyle/>
          <a:p>
            <a:endParaRPr lang="es-ES" dirty="0"/>
          </a:p>
        </p:txBody>
      </p:sp>
      <p:sp>
        <p:nvSpPr>
          <p:cNvPr id="27" name="Marcador de posición de imagen 7">
            <a:extLst>
              <a:ext uri="{FF2B5EF4-FFF2-40B4-BE49-F238E27FC236}">
                <a16:creationId xmlns:a16="http://schemas.microsoft.com/office/drawing/2014/main" id="{FEE1D50D-9EF5-4E4F-80DA-C1B761447587}"/>
              </a:ext>
            </a:extLst>
          </p:cNvPr>
          <p:cNvSpPr>
            <a:spLocks noGrp="1"/>
          </p:cNvSpPr>
          <p:nvPr>
            <p:ph type="pic" sz="quarter" idx="27"/>
          </p:nvPr>
        </p:nvSpPr>
        <p:spPr>
          <a:xfrm>
            <a:off x="4113794" y="1709736"/>
            <a:ext cx="2400300" cy="2400300"/>
          </a:xfrm>
          <a:solidFill>
            <a:schemeClr val="bg1">
              <a:lumMod val="95000"/>
            </a:schemeClr>
          </a:solidFill>
          <a:ln w="12700">
            <a:solidFill>
              <a:srgbClr val="FF3228"/>
            </a:solidFill>
          </a:ln>
        </p:spPr>
        <p:txBody>
          <a:bodyPr/>
          <a:lstStyle/>
          <a:p>
            <a:endParaRPr lang="es-ES" dirty="0"/>
          </a:p>
        </p:txBody>
      </p:sp>
      <p:sp>
        <p:nvSpPr>
          <p:cNvPr id="28" name="Marcador de posición de imagen 7">
            <a:extLst>
              <a:ext uri="{FF2B5EF4-FFF2-40B4-BE49-F238E27FC236}">
                <a16:creationId xmlns:a16="http://schemas.microsoft.com/office/drawing/2014/main" id="{5CDBB068-7FD6-4104-9FBE-1725202273B5}"/>
              </a:ext>
            </a:extLst>
          </p:cNvPr>
          <p:cNvSpPr>
            <a:spLocks noGrp="1"/>
          </p:cNvSpPr>
          <p:nvPr>
            <p:ph type="pic" sz="quarter" idx="28"/>
          </p:nvPr>
        </p:nvSpPr>
        <p:spPr>
          <a:xfrm>
            <a:off x="7312237" y="1709736"/>
            <a:ext cx="2400300" cy="2400300"/>
          </a:xfrm>
          <a:solidFill>
            <a:schemeClr val="bg1">
              <a:lumMod val="95000"/>
            </a:schemeClr>
          </a:solidFill>
          <a:ln w="12700">
            <a:solidFill>
              <a:srgbClr val="FF3228"/>
            </a:solidFill>
          </a:ln>
        </p:spPr>
        <p:txBody>
          <a:bodyPr/>
          <a:lstStyle/>
          <a:p>
            <a:endParaRPr lang="es-ES" dirty="0"/>
          </a:p>
        </p:txBody>
      </p:sp>
      <p:sp>
        <p:nvSpPr>
          <p:cNvPr id="29" name="Marcador de posición de imagen 7">
            <a:extLst>
              <a:ext uri="{FF2B5EF4-FFF2-40B4-BE49-F238E27FC236}">
                <a16:creationId xmlns:a16="http://schemas.microsoft.com/office/drawing/2014/main" id="{3C9FEC0F-2668-4B32-85C4-26004524F8C9}"/>
              </a:ext>
            </a:extLst>
          </p:cNvPr>
          <p:cNvSpPr>
            <a:spLocks noGrp="1"/>
          </p:cNvSpPr>
          <p:nvPr>
            <p:ph type="pic" sz="quarter" idx="29"/>
          </p:nvPr>
        </p:nvSpPr>
        <p:spPr>
          <a:xfrm>
            <a:off x="10510680" y="1709736"/>
            <a:ext cx="2400300" cy="2400300"/>
          </a:xfrm>
          <a:solidFill>
            <a:schemeClr val="bg1">
              <a:lumMod val="95000"/>
            </a:schemeClr>
          </a:solidFill>
          <a:ln w="12700">
            <a:solidFill>
              <a:srgbClr val="FF3228"/>
            </a:solidFill>
          </a:ln>
        </p:spPr>
        <p:txBody>
          <a:bodyPr/>
          <a:lstStyle/>
          <a:p>
            <a:endParaRPr lang="es-ES" dirty="0"/>
          </a:p>
        </p:txBody>
      </p:sp>
      <p:sp>
        <p:nvSpPr>
          <p:cNvPr id="2" name="Marcador de número de diapositiva 1">
            <a:extLst>
              <a:ext uri="{FF2B5EF4-FFF2-40B4-BE49-F238E27FC236}">
                <a16:creationId xmlns:a16="http://schemas.microsoft.com/office/drawing/2014/main" id="{E710E39C-7B7A-43D3-8B05-6DA983FD1A78}"/>
              </a:ext>
            </a:extLst>
          </p:cNvPr>
          <p:cNvSpPr>
            <a:spLocks noGrp="1"/>
          </p:cNvSpPr>
          <p:nvPr>
            <p:ph type="sldNum" sz="quarter" idx="30"/>
          </p:nvPr>
        </p:nvSpPr>
        <p:spPr/>
        <p:txBody>
          <a:bodyPr/>
          <a:lstStyle/>
          <a:p>
            <a:fld id="{B005B2D1-880E-4846-A216-7D6770BA1332}" type="slidenum">
              <a:rPr lang="es-ES" smtClean="0"/>
              <a:pPr/>
              <a:t>‹Nº›</a:t>
            </a:fld>
            <a:endParaRPr lang="es-ES" dirty="0"/>
          </a:p>
        </p:txBody>
      </p:sp>
      <p:sp>
        <p:nvSpPr>
          <p:cNvPr id="30" name="CuadroTexto 29">
            <a:extLst>
              <a:ext uri="{FF2B5EF4-FFF2-40B4-BE49-F238E27FC236}">
                <a16:creationId xmlns:a16="http://schemas.microsoft.com/office/drawing/2014/main" id="{EFD41441-FCE1-4F3D-A0ED-1BF629F539E9}"/>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1" name="Rectángulo 30">
            <a:extLst>
              <a:ext uri="{FF2B5EF4-FFF2-40B4-BE49-F238E27FC236}">
                <a16:creationId xmlns:a16="http://schemas.microsoft.com/office/drawing/2014/main" id="{2143B8ED-23C6-4860-B284-E110999C427E}"/>
              </a:ext>
            </a:extLst>
          </p:cNvPr>
          <p:cNvSpPr/>
          <p:nvPr userDrawn="1"/>
        </p:nvSpPr>
        <p:spPr>
          <a:xfrm>
            <a:off x="13723938"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1" name="Gráfico 20">
            <a:extLst>
              <a:ext uri="{FF2B5EF4-FFF2-40B4-BE49-F238E27FC236}">
                <a16:creationId xmlns:a16="http://schemas.microsoft.com/office/drawing/2014/main" id="{65BC441D-1CA2-4DBF-BA8D-07C4683C6D1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Tree>
    <p:extLst>
      <p:ext uri="{BB962C8B-B14F-4D97-AF65-F5344CB8AC3E}">
        <p14:creationId xmlns:p14="http://schemas.microsoft.com/office/powerpoint/2010/main" val="17733620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o + imagen columnas 02">
    <p:bg>
      <p:bgPr>
        <a:solidFill>
          <a:schemeClr val="bg1"/>
        </a:solid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C4749420-973A-4342-AEE0-ECC11A60801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7" name="Marcador de posición de imagen 7">
            <a:extLst>
              <a:ext uri="{FF2B5EF4-FFF2-40B4-BE49-F238E27FC236}">
                <a16:creationId xmlns:a16="http://schemas.microsoft.com/office/drawing/2014/main" id="{2B6BD71C-4096-4F82-8DB0-FF443C8725EC}"/>
              </a:ext>
            </a:extLst>
          </p:cNvPr>
          <p:cNvSpPr>
            <a:spLocks noGrp="1"/>
          </p:cNvSpPr>
          <p:nvPr>
            <p:ph type="pic" sz="quarter" idx="27"/>
          </p:nvPr>
        </p:nvSpPr>
        <p:spPr>
          <a:xfrm>
            <a:off x="3314744" y="1716881"/>
            <a:ext cx="2400300" cy="2400300"/>
          </a:xfrm>
          <a:solidFill>
            <a:schemeClr val="bg1">
              <a:lumMod val="95000"/>
            </a:schemeClr>
          </a:solidFill>
          <a:ln w="12700">
            <a:solidFill>
              <a:srgbClr val="FF3228"/>
            </a:solidFill>
          </a:ln>
        </p:spPr>
        <p:txBody>
          <a:bodyPr/>
          <a:lstStyle/>
          <a:p>
            <a:endParaRPr lang="es-ES" dirty="0"/>
          </a:p>
        </p:txBody>
      </p:sp>
      <p:sp>
        <p:nvSpPr>
          <p:cNvPr id="8" name="Marcador de posición de imagen 7">
            <a:extLst>
              <a:ext uri="{FF2B5EF4-FFF2-40B4-BE49-F238E27FC236}">
                <a16:creationId xmlns:a16="http://schemas.microsoft.com/office/drawing/2014/main" id="{483706D3-653E-403B-8883-D2CF39104E31}"/>
              </a:ext>
            </a:extLst>
          </p:cNvPr>
          <p:cNvSpPr>
            <a:spLocks noGrp="1"/>
          </p:cNvSpPr>
          <p:nvPr>
            <p:ph type="pic" sz="quarter" idx="28"/>
          </p:nvPr>
        </p:nvSpPr>
        <p:spPr>
          <a:xfrm>
            <a:off x="5715044" y="4112419"/>
            <a:ext cx="2400300" cy="2400300"/>
          </a:xfrm>
          <a:solidFill>
            <a:schemeClr val="bg1">
              <a:lumMod val="95000"/>
            </a:schemeClr>
          </a:solidFill>
          <a:ln w="12700">
            <a:solidFill>
              <a:srgbClr val="FF3228"/>
            </a:solidFill>
          </a:ln>
        </p:spPr>
        <p:txBody>
          <a:bodyPr/>
          <a:lstStyle/>
          <a:p>
            <a:endParaRPr lang="es-ES" dirty="0"/>
          </a:p>
        </p:txBody>
      </p:sp>
      <p:sp>
        <p:nvSpPr>
          <p:cNvPr id="9" name="Marcador de posición de imagen 7">
            <a:extLst>
              <a:ext uri="{FF2B5EF4-FFF2-40B4-BE49-F238E27FC236}">
                <a16:creationId xmlns:a16="http://schemas.microsoft.com/office/drawing/2014/main" id="{1B580BCD-8739-47BD-9BF7-6D610A0289D5}"/>
              </a:ext>
            </a:extLst>
          </p:cNvPr>
          <p:cNvSpPr>
            <a:spLocks noGrp="1"/>
          </p:cNvSpPr>
          <p:nvPr>
            <p:ph type="pic" sz="quarter" idx="29"/>
          </p:nvPr>
        </p:nvSpPr>
        <p:spPr>
          <a:xfrm>
            <a:off x="8115344" y="1712119"/>
            <a:ext cx="2400300" cy="2400300"/>
          </a:xfrm>
          <a:solidFill>
            <a:schemeClr val="bg1">
              <a:lumMod val="95000"/>
            </a:schemeClr>
          </a:solidFill>
          <a:ln w="12700">
            <a:solidFill>
              <a:srgbClr val="FF3228"/>
            </a:solidFill>
          </a:ln>
        </p:spPr>
        <p:txBody>
          <a:bodyPr/>
          <a:lstStyle/>
          <a:p>
            <a:endParaRPr lang="es-ES" dirty="0"/>
          </a:p>
        </p:txBody>
      </p:sp>
      <p:sp>
        <p:nvSpPr>
          <p:cNvPr id="10" name="Marcador de posición de imagen 7">
            <a:extLst>
              <a:ext uri="{FF2B5EF4-FFF2-40B4-BE49-F238E27FC236}">
                <a16:creationId xmlns:a16="http://schemas.microsoft.com/office/drawing/2014/main" id="{72D9053C-B7C1-4079-97C4-CD577398C91C}"/>
              </a:ext>
            </a:extLst>
          </p:cNvPr>
          <p:cNvSpPr>
            <a:spLocks noGrp="1"/>
          </p:cNvSpPr>
          <p:nvPr>
            <p:ph type="pic" sz="quarter" idx="30"/>
          </p:nvPr>
        </p:nvSpPr>
        <p:spPr>
          <a:xfrm>
            <a:off x="10515644" y="4112419"/>
            <a:ext cx="2400300" cy="2400300"/>
          </a:xfrm>
          <a:solidFill>
            <a:schemeClr val="bg1">
              <a:lumMod val="95000"/>
            </a:schemeClr>
          </a:solidFill>
          <a:ln w="12700">
            <a:solidFill>
              <a:srgbClr val="FF3228"/>
            </a:solidFill>
          </a:ln>
        </p:spPr>
        <p:txBody>
          <a:bodyPr/>
          <a:lstStyle/>
          <a:p>
            <a:endParaRPr lang="es-ES" dirty="0"/>
          </a:p>
        </p:txBody>
      </p:sp>
      <p:sp>
        <p:nvSpPr>
          <p:cNvPr id="11" name="Marcador de texto 17">
            <a:extLst>
              <a:ext uri="{FF2B5EF4-FFF2-40B4-BE49-F238E27FC236}">
                <a16:creationId xmlns:a16="http://schemas.microsoft.com/office/drawing/2014/main" id="{02BEB712-9524-436F-8DB0-E7213F8A66AB}"/>
              </a:ext>
            </a:extLst>
          </p:cNvPr>
          <p:cNvSpPr>
            <a:spLocks noGrp="1"/>
          </p:cNvSpPr>
          <p:nvPr>
            <p:ph type="body" sz="quarter" idx="19" hasCustomPrompt="1"/>
          </p:nvPr>
        </p:nvSpPr>
        <p:spPr>
          <a:xfrm>
            <a:off x="906463" y="2679612"/>
            <a:ext cx="2020445" cy="1047961"/>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Conempo</a:t>
            </a:r>
            <a:r>
              <a:rPr lang="es-ES" dirty="0"/>
              <a:t> </a:t>
            </a:r>
            <a:r>
              <a:rPr lang="es-ES" dirty="0" err="1"/>
              <a:t>ribusameniminincil</a:t>
            </a:r>
            <a:r>
              <a:rPr lang="es-ES" dirty="0"/>
              <a:t> </a:t>
            </a:r>
            <a:r>
              <a:rPr lang="es-ES" dirty="0" err="1"/>
              <a:t>molupta</a:t>
            </a:r>
            <a:r>
              <a:rPr lang="es-ES" dirty="0"/>
              <a:t> </a:t>
            </a:r>
            <a:r>
              <a:rPr lang="es-ES" dirty="0" err="1"/>
              <a:t>tia</a:t>
            </a:r>
            <a:r>
              <a:rPr lang="es-ES" dirty="0"/>
              <a:t>.</a:t>
            </a:r>
          </a:p>
        </p:txBody>
      </p:sp>
      <p:sp>
        <p:nvSpPr>
          <p:cNvPr id="17" name="Marcador de texto 17">
            <a:extLst>
              <a:ext uri="{FF2B5EF4-FFF2-40B4-BE49-F238E27FC236}">
                <a16:creationId xmlns:a16="http://schemas.microsoft.com/office/drawing/2014/main" id="{7826BE1C-13DA-464E-9EE4-E768156895E6}"/>
              </a:ext>
            </a:extLst>
          </p:cNvPr>
          <p:cNvSpPr>
            <a:spLocks noGrp="1"/>
          </p:cNvSpPr>
          <p:nvPr>
            <p:ph type="body" sz="quarter" idx="33" hasCustomPrompt="1"/>
          </p:nvPr>
        </p:nvSpPr>
        <p:spPr>
          <a:xfrm>
            <a:off x="6102880" y="2221542"/>
            <a:ext cx="1867076" cy="420059"/>
          </a:xfrm>
        </p:spPr>
        <p:txBody>
          <a:bodyPr lIns="0">
            <a:noAutofit/>
          </a:bodyPr>
          <a:lstStyle>
            <a:lvl1pPr marL="0" indent="0">
              <a:lnSpc>
                <a:spcPts val="2400"/>
              </a:lnSpc>
              <a:spcBef>
                <a:spcPts val="900"/>
              </a:spcBef>
              <a:buNone/>
              <a:defRPr sz="2200" b="1">
                <a:solidFill>
                  <a:srgbClr val="1E1E1E"/>
                </a:solidFill>
              </a:defRPr>
            </a:lvl1pPr>
          </a:lstStyle>
          <a:p>
            <a:pPr lvl="0"/>
            <a:r>
              <a:rPr lang="es-ES" dirty="0" err="1"/>
              <a:t>Lorem</a:t>
            </a:r>
            <a:endParaRPr lang="es-ES" dirty="0"/>
          </a:p>
        </p:txBody>
      </p:sp>
      <p:sp>
        <p:nvSpPr>
          <p:cNvPr id="18" name="Marcador de texto 17">
            <a:extLst>
              <a:ext uri="{FF2B5EF4-FFF2-40B4-BE49-F238E27FC236}">
                <a16:creationId xmlns:a16="http://schemas.microsoft.com/office/drawing/2014/main" id="{C2E72049-4AE4-4147-A3CB-8F026BC5AABD}"/>
              </a:ext>
            </a:extLst>
          </p:cNvPr>
          <p:cNvSpPr>
            <a:spLocks noGrp="1"/>
          </p:cNvSpPr>
          <p:nvPr>
            <p:ph type="body" sz="quarter" idx="34" hasCustomPrompt="1"/>
          </p:nvPr>
        </p:nvSpPr>
        <p:spPr>
          <a:xfrm>
            <a:off x="914444" y="2221543"/>
            <a:ext cx="2020445" cy="420058"/>
          </a:xfrm>
        </p:spPr>
        <p:txBody>
          <a:bodyPr lIns="0">
            <a:noAutofit/>
          </a:bodyPr>
          <a:lstStyle>
            <a:lvl1pPr marL="0" indent="0">
              <a:lnSpc>
                <a:spcPts val="2400"/>
              </a:lnSpc>
              <a:spcBef>
                <a:spcPts val="900"/>
              </a:spcBef>
              <a:buNone/>
              <a:defRPr sz="2200" b="1">
                <a:solidFill>
                  <a:srgbClr val="1E1E1E"/>
                </a:solidFill>
              </a:defRPr>
            </a:lvl1pPr>
          </a:lstStyle>
          <a:p>
            <a:pPr lvl="0"/>
            <a:r>
              <a:rPr lang="es-ES" dirty="0" err="1"/>
              <a:t>Lorem</a:t>
            </a:r>
            <a:endParaRPr lang="es-ES" dirty="0"/>
          </a:p>
        </p:txBody>
      </p:sp>
      <p:sp>
        <p:nvSpPr>
          <p:cNvPr id="19" name="Marcador de texto 17">
            <a:extLst>
              <a:ext uri="{FF2B5EF4-FFF2-40B4-BE49-F238E27FC236}">
                <a16:creationId xmlns:a16="http://schemas.microsoft.com/office/drawing/2014/main" id="{596D7099-6EBD-4045-A8C4-1A6A6EA87087}"/>
              </a:ext>
            </a:extLst>
          </p:cNvPr>
          <p:cNvSpPr>
            <a:spLocks noGrp="1"/>
          </p:cNvSpPr>
          <p:nvPr>
            <p:ph type="body" sz="quarter" idx="35" hasCustomPrompt="1"/>
          </p:nvPr>
        </p:nvSpPr>
        <p:spPr>
          <a:xfrm>
            <a:off x="3700820" y="4412536"/>
            <a:ext cx="1864602" cy="452975"/>
          </a:xfrm>
        </p:spPr>
        <p:txBody>
          <a:bodyPr lIns="0">
            <a:noAutofit/>
          </a:bodyPr>
          <a:lstStyle>
            <a:lvl1pPr marL="0" indent="0">
              <a:lnSpc>
                <a:spcPts val="2400"/>
              </a:lnSpc>
              <a:spcBef>
                <a:spcPts val="900"/>
              </a:spcBef>
              <a:buNone/>
              <a:defRPr sz="2200" b="1">
                <a:solidFill>
                  <a:srgbClr val="1E1E1E"/>
                </a:solidFill>
              </a:defRPr>
            </a:lvl1pPr>
          </a:lstStyle>
          <a:p>
            <a:pPr lvl="0"/>
            <a:r>
              <a:rPr lang="es-ES" dirty="0" err="1"/>
              <a:t>Lorem</a:t>
            </a:r>
            <a:endParaRPr lang="es-ES" dirty="0"/>
          </a:p>
        </p:txBody>
      </p:sp>
      <p:sp>
        <p:nvSpPr>
          <p:cNvPr id="20" name="Marcador de texto 17">
            <a:extLst>
              <a:ext uri="{FF2B5EF4-FFF2-40B4-BE49-F238E27FC236}">
                <a16:creationId xmlns:a16="http://schemas.microsoft.com/office/drawing/2014/main" id="{A28AD329-F597-40A3-B151-EB8880A9F01F}"/>
              </a:ext>
            </a:extLst>
          </p:cNvPr>
          <p:cNvSpPr>
            <a:spLocks noGrp="1"/>
          </p:cNvSpPr>
          <p:nvPr>
            <p:ph type="body" sz="quarter" idx="36" hasCustomPrompt="1"/>
          </p:nvPr>
        </p:nvSpPr>
        <p:spPr>
          <a:xfrm>
            <a:off x="8503180" y="4412536"/>
            <a:ext cx="1864602" cy="452975"/>
          </a:xfrm>
        </p:spPr>
        <p:txBody>
          <a:bodyPr lIns="0">
            <a:noAutofit/>
          </a:bodyPr>
          <a:lstStyle>
            <a:lvl1pPr marL="0" indent="0">
              <a:lnSpc>
                <a:spcPts val="2400"/>
              </a:lnSpc>
              <a:spcBef>
                <a:spcPts val="900"/>
              </a:spcBef>
              <a:buNone/>
              <a:defRPr sz="2200" b="1">
                <a:solidFill>
                  <a:srgbClr val="1E1E1E"/>
                </a:solidFill>
              </a:defRPr>
            </a:lvl1pPr>
          </a:lstStyle>
          <a:p>
            <a:pPr lvl="0"/>
            <a:r>
              <a:rPr lang="es-ES" dirty="0" err="1"/>
              <a:t>Lorem</a:t>
            </a:r>
            <a:endParaRPr lang="es-ES" dirty="0"/>
          </a:p>
        </p:txBody>
      </p:sp>
      <p:sp>
        <p:nvSpPr>
          <p:cNvPr id="21" name="Marcador de texto 17">
            <a:extLst>
              <a:ext uri="{FF2B5EF4-FFF2-40B4-BE49-F238E27FC236}">
                <a16:creationId xmlns:a16="http://schemas.microsoft.com/office/drawing/2014/main" id="{AD435A95-D6D1-4231-9A3E-4617CF482278}"/>
              </a:ext>
            </a:extLst>
          </p:cNvPr>
          <p:cNvSpPr>
            <a:spLocks noGrp="1"/>
          </p:cNvSpPr>
          <p:nvPr>
            <p:ph type="body" sz="quarter" idx="37" hasCustomPrompt="1"/>
          </p:nvPr>
        </p:nvSpPr>
        <p:spPr>
          <a:xfrm>
            <a:off x="3700820" y="4862724"/>
            <a:ext cx="1864602" cy="1047961"/>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Conempo</a:t>
            </a:r>
            <a:r>
              <a:rPr lang="es-ES" dirty="0"/>
              <a:t> </a:t>
            </a:r>
            <a:r>
              <a:rPr lang="es-ES" dirty="0" err="1"/>
              <a:t>ribusameniminincil</a:t>
            </a:r>
            <a:r>
              <a:rPr lang="es-ES" dirty="0"/>
              <a:t> </a:t>
            </a:r>
            <a:r>
              <a:rPr lang="es-ES" dirty="0" err="1"/>
              <a:t>molupta</a:t>
            </a:r>
            <a:r>
              <a:rPr lang="es-ES" dirty="0"/>
              <a:t> </a:t>
            </a:r>
            <a:r>
              <a:rPr lang="es-ES" dirty="0" err="1"/>
              <a:t>tia</a:t>
            </a:r>
            <a:r>
              <a:rPr lang="es-ES" dirty="0"/>
              <a:t>.</a:t>
            </a:r>
          </a:p>
        </p:txBody>
      </p:sp>
      <p:sp>
        <p:nvSpPr>
          <p:cNvPr id="22" name="Marcador de texto 17">
            <a:extLst>
              <a:ext uri="{FF2B5EF4-FFF2-40B4-BE49-F238E27FC236}">
                <a16:creationId xmlns:a16="http://schemas.microsoft.com/office/drawing/2014/main" id="{27878A41-CB95-400B-AFDB-0C609F3E30AE}"/>
              </a:ext>
            </a:extLst>
          </p:cNvPr>
          <p:cNvSpPr>
            <a:spLocks noGrp="1"/>
          </p:cNvSpPr>
          <p:nvPr>
            <p:ph type="body" sz="quarter" idx="38" hasCustomPrompt="1"/>
          </p:nvPr>
        </p:nvSpPr>
        <p:spPr>
          <a:xfrm>
            <a:off x="6105354" y="2670563"/>
            <a:ext cx="1864602" cy="1047961"/>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Conempo</a:t>
            </a:r>
            <a:r>
              <a:rPr lang="es-ES" dirty="0"/>
              <a:t> </a:t>
            </a:r>
            <a:r>
              <a:rPr lang="es-ES" dirty="0" err="1"/>
              <a:t>ribusameniminincil</a:t>
            </a:r>
            <a:r>
              <a:rPr lang="es-ES" dirty="0"/>
              <a:t> </a:t>
            </a:r>
            <a:r>
              <a:rPr lang="es-ES" dirty="0" err="1"/>
              <a:t>molupta</a:t>
            </a:r>
            <a:r>
              <a:rPr lang="es-ES" dirty="0"/>
              <a:t> </a:t>
            </a:r>
            <a:r>
              <a:rPr lang="es-ES" dirty="0" err="1"/>
              <a:t>tia</a:t>
            </a:r>
            <a:r>
              <a:rPr lang="es-ES" dirty="0"/>
              <a:t>.</a:t>
            </a:r>
          </a:p>
        </p:txBody>
      </p:sp>
      <p:sp>
        <p:nvSpPr>
          <p:cNvPr id="23" name="Marcador de texto 17">
            <a:extLst>
              <a:ext uri="{FF2B5EF4-FFF2-40B4-BE49-F238E27FC236}">
                <a16:creationId xmlns:a16="http://schemas.microsoft.com/office/drawing/2014/main" id="{DEA2B6A7-2652-47AE-9512-6EAE447D7884}"/>
              </a:ext>
            </a:extLst>
          </p:cNvPr>
          <p:cNvSpPr>
            <a:spLocks noGrp="1"/>
          </p:cNvSpPr>
          <p:nvPr>
            <p:ph type="body" sz="quarter" idx="39" hasCustomPrompt="1"/>
          </p:nvPr>
        </p:nvSpPr>
        <p:spPr>
          <a:xfrm>
            <a:off x="10927818" y="2992195"/>
            <a:ext cx="1864602" cy="903634"/>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Conempo</a:t>
            </a:r>
            <a:r>
              <a:rPr lang="es-ES" dirty="0"/>
              <a:t> </a:t>
            </a:r>
            <a:r>
              <a:rPr lang="es-ES" dirty="0" err="1"/>
              <a:t>ribusameniminincil</a:t>
            </a:r>
            <a:r>
              <a:rPr lang="es-ES" dirty="0"/>
              <a:t> </a:t>
            </a:r>
            <a:r>
              <a:rPr lang="es-ES" dirty="0" err="1"/>
              <a:t>molupta</a:t>
            </a:r>
            <a:r>
              <a:rPr lang="es-ES" dirty="0"/>
              <a:t> </a:t>
            </a:r>
            <a:r>
              <a:rPr lang="es-ES" dirty="0" err="1"/>
              <a:t>tia</a:t>
            </a:r>
            <a:r>
              <a:rPr lang="es-ES" dirty="0"/>
              <a:t>.</a:t>
            </a:r>
          </a:p>
        </p:txBody>
      </p:sp>
      <p:sp>
        <p:nvSpPr>
          <p:cNvPr id="24" name="Marcador de texto 17">
            <a:extLst>
              <a:ext uri="{FF2B5EF4-FFF2-40B4-BE49-F238E27FC236}">
                <a16:creationId xmlns:a16="http://schemas.microsoft.com/office/drawing/2014/main" id="{57D8A415-C600-4A55-BF6D-7DD69EBA7160}"/>
              </a:ext>
            </a:extLst>
          </p:cNvPr>
          <p:cNvSpPr>
            <a:spLocks noGrp="1"/>
          </p:cNvSpPr>
          <p:nvPr>
            <p:ph type="body" sz="quarter" idx="40" hasCustomPrompt="1"/>
          </p:nvPr>
        </p:nvSpPr>
        <p:spPr>
          <a:xfrm>
            <a:off x="8503180" y="4855864"/>
            <a:ext cx="1864602" cy="903634"/>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Conempo</a:t>
            </a:r>
            <a:r>
              <a:rPr lang="es-ES" dirty="0"/>
              <a:t> </a:t>
            </a:r>
            <a:r>
              <a:rPr lang="es-ES" dirty="0" err="1"/>
              <a:t>ribusameniminincil</a:t>
            </a:r>
            <a:r>
              <a:rPr lang="es-ES" dirty="0"/>
              <a:t> </a:t>
            </a:r>
            <a:r>
              <a:rPr lang="es-ES" dirty="0" err="1"/>
              <a:t>molupta</a:t>
            </a:r>
            <a:r>
              <a:rPr lang="es-ES" dirty="0"/>
              <a:t> </a:t>
            </a:r>
            <a:r>
              <a:rPr lang="es-ES" dirty="0" err="1"/>
              <a:t>tia</a:t>
            </a:r>
            <a:r>
              <a:rPr lang="es-ES" dirty="0"/>
              <a:t>.</a:t>
            </a:r>
          </a:p>
        </p:txBody>
      </p:sp>
      <p:sp>
        <p:nvSpPr>
          <p:cNvPr id="25" name="Marcador de posición de imagen 7">
            <a:extLst>
              <a:ext uri="{FF2B5EF4-FFF2-40B4-BE49-F238E27FC236}">
                <a16:creationId xmlns:a16="http://schemas.microsoft.com/office/drawing/2014/main" id="{BC0ED2C7-26B9-41CC-91AD-F983635A2AC7}"/>
              </a:ext>
            </a:extLst>
          </p:cNvPr>
          <p:cNvSpPr>
            <a:spLocks noGrp="1"/>
          </p:cNvSpPr>
          <p:nvPr>
            <p:ph type="pic" sz="quarter" idx="41"/>
          </p:nvPr>
        </p:nvSpPr>
        <p:spPr>
          <a:xfrm>
            <a:off x="914444" y="4112419"/>
            <a:ext cx="2400300" cy="2400300"/>
          </a:xfrm>
          <a:solidFill>
            <a:schemeClr val="bg1">
              <a:lumMod val="95000"/>
            </a:schemeClr>
          </a:solidFill>
          <a:ln w="12700">
            <a:solidFill>
              <a:srgbClr val="FF3228"/>
            </a:solidFill>
          </a:ln>
        </p:spPr>
        <p:txBody>
          <a:bodyPr/>
          <a:lstStyle/>
          <a:p>
            <a:endParaRPr lang="es-ES" dirty="0"/>
          </a:p>
        </p:txBody>
      </p:sp>
      <p:sp>
        <p:nvSpPr>
          <p:cNvPr id="27" name="Marcador de número de diapositiva 1">
            <a:extLst>
              <a:ext uri="{FF2B5EF4-FFF2-40B4-BE49-F238E27FC236}">
                <a16:creationId xmlns:a16="http://schemas.microsoft.com/office/drawing/2014/main" id="{55D377DC-1BD4-48F7-9F8B-253DBAC6D65D}"/>
              </a:ext>
            </a:extLst>
          </p:cNvPr>
          <p:cNvSpPr>
            <a:spLocks noGrp="1"/>
          </p:cNvSpPr>
          <p:nvPr>
            <p:ph type="sldNum" sz="quarter" idx="42"/>
          </p:nvPr>
        </p:nvSpPr>
        <p:spPr>
          <a:xfrm>
            <a:off x="7000489" y="7763089"/>
            <a:ext cx="629422" cy="395242"/>
          </a:xfrm>
        </p:spPr>
        <p:txBody>
          <a:bodyPr/>
          <a:lstStyle/>
          <a:p>
            <a:fld id="{B005B2D1-880E-4846-A216-7D6770BA1332}" type="slidenum">
              <a:rPr lang="es-ES" smtClean="0"/>
              <a:pPr/>
              <a:t>‹Nº›</a:t>
            </a:fld>
            <a:endParaRPr lang="es-ES" dirty="0"/>
          </a:p>
        </p:txBody>
      </p:sp>
      <p:sp>
        <p:nvSpPr>
          <p:cNvPr id="28" name="CuadroTexto 27">
            <a:extLst>
              <a:ext uri="{FF2B5EF4-FFF2-40B4-BE49-F238E27FC236}">
                <a16:creationId xmlns:a16="http://schemas.microsoft.com/office/drawing/2014/main" id="{1455CCC6-D7A2-4FF0-AC4D-19A4B2C0357D}"/>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29" name="Rectángulo 28">
            <a:extLst>
              <a:ext uri="{FF2B5EF4-FFF2-40B4-BE49-F238E27FC236}">
                <a16:creationId xmlns:a16="http://schemas.microsoft.com/office/drawing/2014/main" id="{23B0E2CF-7B5F-4FF7-B687-252D0678CFB3}"/>
              </a:ext>
            </a:extLst>
          </p:cNvPr>
          <p:cNvSpPr/>
          <p:nvPr userDrawn="1"/>
        </p:nvSpPr>
        <p:spPr>
          <a:xfrm>
            <a:off x="13723938"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Marcador de texto 17">
            <a:extLst>
              <a:ext uri="{FF2B5EF4-FFF2-40B4-BE49-F238E27FC236}">
                <a16:creationId xmlns:a16="http://schemas.microsoft.com/office/drawing/2014/main" id="{F163992A-DF44-4D05-8EDB-A335469ABEF3}"/>
              </a:ext>
            </a:extLst>
          </p:cNvPr>
          <p:cNvSpPr>
            <a:spLocks noGrp="1"/>
          </p:cNvSpPr>
          <p:nvPr>
            <p:ph type="body" sz="quarter" idx="43" hasCustomPrompt="1"/>
          </p:nvPr>
        </p:nvSpPr>
        <p:spPr>
          <a:xfrm>
            <a:off x="10927818" y="2221542"/>
            <a:ext cx="1867076" cy="420059"/>
          </a:xfrm>
        </p:spPr>
        <p:txBody>
          <a:bodyPr lIns="0">
            <a:noAutofit/>
          </a:bodyPr>
          <a:lstStyle>
            <a:lvl1pPr marL="0" indent="0">
              <a:lnSpc>
                <a:spcPts val="2400"/>
              </a:lnSpc>
              <a:spcBef>
                <a:spcPts val="900"/>
              </a:spcBef>
              <a:buNone/>
              <a:defRPr sz="2200" b="1">
                <a:solidFill>
                  <a:srgbClr val="1E1E1E"/>
                </a:solidFill>
              </a:defRPr>
            </a:lvl1pPr>
          </a:lstStyle>
          <a:p>
            <a:pPr lvl="0"/>
            <a:r>
              <a:rPr lang="es-ES" dirty="0" err="1"/>
              <a:t>Lorem</a:t>
            </a:r>
            <a:endParaRPr lang="es-ES" dirty="0"/>
          </a:p>
        </p:txBody>
      </p:sp>
      <p:pic>
        <p:nvPicPr>
          <p:cNvPr id="31" name="Gráfico 30">
            <a:extLst>
              <a:ext uri="{FF2B5EF4-FFF2-40B4-BE49-F238E27FC236}">
                <a16:creationId xmlns:a16="http://schemas.microsoft.com/office/drawing/2014/main" id="{C28FE2A7-9CDA-44EF-AE7C-DC54CC00489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Tree>
    <p:extLst>
      <p:ext uri="{BB962C8B-B14F-4D97-AF65-F5344CB8AC3E}">
        <p14:creationId xmlns:p14="http://schemas.microsoft.com/office/powerpoint/2010/main" val="39006473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llage">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BE9038AD-4F25-484C-9C95-556EBB4B89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C28975C6-F89B-46A1-8ECE-1CE87E0387F8}"/>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5" name="CuadroTexto 4">
            <a:extLst>
              <a:ext uri="{FF2B5EF4-FFF2-40B4-BE49-F238E27FC236}">
                <a16:creationId xmlns:a16="http://schemas.microsoft.com/office/drawing/2014/main" id="{0486D824-9395-4AA4-A4E6-32321C8C2AC5}"/>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6" name="Rectángulo 5">
            <a:extLst>
              <a:ext uri="{FF2B5EF4-FFF2-40B4-BE49-F238E27FC236}">
                <a16:creationId xmlns:a16="http://schemas.microsoft.com/office/drawing/2014/main" id="{77A419E7-3AC3-4FD2-8114-8904F031B63C}"/>
              </a:ext>
            </a:extLst>
          </p:cNvPr>
          <p:cNvSpPr/>
          <p:nvPr userDrawn="1"/>
        </p:nvSpPr>
        <p:spPr>
          <a:xfrm>
            <a:off x="13723938"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Marcador de posición de imagen 7">
            <a:extLst>
              <a:ext uri="{FF2B5EF4-FFF2-40B4-BE49-F238E27FC236}">
                <a16:creationId xmlns:a16="http://schemas.microsoft.com/office/drawing/2014/main" id="{AAE88CC5-4677-4714-84F3-21D91E0FC00F}"/>
              </a:ext>
            </a:extLst>
          </p:cNvPr>
          <p:cNvSpPr>
            <a:spLocks noGrp="1"/>
          </p:cNvSpPr>
          <p:nvPr>
            <p:ph type="pic" sz="quarter" idx="27"/>
          </p:nvPr>
        </p:nvSpPr>
        <p:spPr>
          <a:xfrm>
            <a:off x="10514947" y="4114800"/>
            <a:ext cx="2400300" cy="2400300"/>
          </a:xfrm>
          <a:solidFill>
            <a:schemeClr val="bg1">
              <a:lumMod val="95000"/>
            </a:schemeClr>
          </a:solidFill>
          <a:ln w="12700">
            <a:solidFill>
              <a:srgbClr val="FF3228"/>
            </a:solidFill>
          </a:ln>
        </p:spPr>
        <p:txBody>
          <a:bodyPr/>
          <a:lstStyle/>
          <a:p>
            <a:endParaRPr lang="es-ES" dirty="0"/>
          </a:p>
        </p:txBody>
      </p:sp>
      <p:sp>
        <p:nvSpPr>
          <p:cNvPr id="10" name="Marcador de posición de imagen 7">
            <a:extLst>
              <a:ext uri="{FF2B5EF4-FFF2-40B4-BE49-F238E27FC236}">
                <a16:creationId xmlns:a16="http://schemas.microsoft.com/office/drawing/2014/main" id="{2B61235B-D928-4119-BD1E-B6FF4B4CF92A}"/>
              </a:ext>
            </a:extLst>
          </p:cNvPr>
          <p:cNvSpPr>
            <a:spLocks noGrp="1"/>
          </p:cNvSpPr>
          <p:nvPr>
            <p:ph type="pic" sz="quarter" idx="28"/>
          </p:nvPr>
        </p:nvSpPr>
        <p:spPr>
          <a:xfrm>
            <a:off x="4113074" y="4114800"/>
            <a:ext cx="3202126" cy="2400300"/>
          </a:xfrm>
          <a:solidFill>
            <a:schemeClr val="bg1">
              <a:lumMod val="95000"/>
            </a:schemeClr>
          </a:solidFill>
          <a:ln w="12700">
            <a:solidFill>
              <a:srgbClr val="FF3228"/>
            </a:solidFill>
          </a:ln>
        </p:spPr>
        <p:txBody>
          <a:bodyPr/>
          <a:lstStyle/>
          <a:p>
            <a:endParaRPr lang="es-ES" dirty="0"/>
          </a:p>
        </p:txBody>
      </p:sp>
      <p:sp>
        <p:nvSpPr>
          <p:cNvPr id="11" name="Marcador de posición de imagen 7">
            <a:extLst>
              <a:ext uri="{FF2B5EF4-FFF2-40B4-BE49-F238E27FC236}">
                <a16:creationId xmlns:a16="http://schemas.microsoft.com/office/drawing/2014/main" id="{B8938292-5682-4E13-BED5-423F843591F7}"/>
              </a:ext>
            </a:extLst>
          </p:cNvPr>
          <p:cNvSpPr>
            <a:spLocks noGrp="1"/>
          </p:cNvSpPr>
          <p:nvPr>
            <p:ph type="pic" sz="quarter" idx="29"/>
          </p:nvPr>
        </p:nvSpPr>
        <p:spPr>
          <a:xfrm>
            <a:off x="4903975" y="1714500"/>
            <a:ext cx="3202126" cy="2400300"/>
          </a:xfrm>
          <a:solidFill>
            <a:schemeClr val="bg1">
              <a:lumMod val="95000"/>
            </a:schemeClr>
          </a:solidFill>
          <a:ln w="12700">
            <a:solidFill>
              <a:srgbClr val="FF3228"/>
            </a:solidFill>
          </a:ln>
        </p:spPr>
        <p:txBody>
          <a:bodyPr/>
          <a:lstStyle/>
          <a:p>
            <a:endParaRPr lang="es-ES" dirty="0"/>
          </a:p>
        </p:txBody>
      </p:sp>
      <p:sp>
        <p:nvSpPr>
          <p:cNvPr id="12" name="Marcador de posición de imagen 7">
            <a:extLst>
              <a:ext uri="{FF2B5EF4-FFF2-40B4-BE49-F238E27FC236}">
                <a16:creationId xmlns:a16="http://schemas.microsoft.com/office/drawing/2014/main" id="{28DCFB5F-D0E2-4D64-9DCE-B4916B44634B}"/>
              </a:ext>
            </a:extLst>
          </p:cNvPr>
          <p:cNvSpPr>
            <a:spLocks noGrp="1"/>
          </p:cNvSpPr>
          <p:nvPr>
            <p:ph type="pic" sz="quarter" idx="30"/>
          </p:nvPr>
        </p:nvSpPr>
        <p:spPr>
          <a:xfrm>
            <a:off x="7312821" y="4913312"/>
            <a:ext cx="3202126" cy="2400300"/>
          </a:xfrm>
          <a:solidFill>
            <a:schemeClr val="bg1">
              <a:lumMod val="95000"/>
            </a:schemeClr>
          </a:solidFill>
          <a:ln w="12700">
            <a:solidFill>
              <a:srgbClr val="FF3228"/>
            </a:solidFill>
          </a:ln>
        </p:spPr>
        <p:txBody>
          <a:bodyPr/>
          <a:lstStyle/>
          <a:p>
            <a:endParaRPr lang="es-ES" dirty="0"/>
          </a:p>
        </p:txBody>
      </p:sp>
      <p:sp>
        <p:nvSpPr>
          <p:cNvPr id="13" name="Marcador de posición de imagen 7">
            <a:extLst>
              <a:ext uri="{FF2B5EF4-FFF2-40B4-BE49-F238E27FC236}">
                <a16:creationId xmlns:a16="http://schemas.microsoft.com/office/drawing/2014/main" id="{8DA2106E-067F-447B-B878-CE7CA1C20467}"/>
              </a:ext>
            </a:extLst>
          </p:cNvPr>
          <p:cNvSpPr>
            <a:spLocks noGrp="1"/>
          </p:cNvSpPr>
          <p:nvPr>
            <p:ph type="pic" sz="quarter" idx="31"/>
          </p:nvPr>
        </p:nvSpPr>
        <p:spPr>
          <a:xfrm>
            <a:off x="10514947" y="1714500"/>
            <a:ext cx="3202126" cy="2400300"/>
          </a:xfrm>
          <a:solidFill>
            <a:schemeClr val="bg1">
              <a:lumMod val="95000"/>
            </a:schemeClr>
          </a:solidFill>
          <a:ln w="12700">
            <a:solidFill>
              <a:srgbClr val="FF3228"/>
            </a:solidFill>
          </a:ln>
        </p:spPr>
        <p:txBody>
          <a:bodyPr/>
          <a:lstStyle/>
          <a:p>
            <a:endParaRPr lang="es-ES" dirty="0"/>
          </a:p>
        </p:txBody>
      </p:sp>
      <p:sp>
        <p:nvSpPr>
          <p:cNvPr id="14" name="Marcador de posición de imagen 7">
            <a:extLst>
              <a:ext uri="{FF2B5EF4-FFF2-40B4-BE49-F238E27FC236}">
                <a16:creationId xmlns:a16="http://schemas.microsoft.com/office/drawing/2014/main" id="{33664C4B-3043-462E-8507-E1E80D9C8494}"/>
              </a:ext>
            </a:extLst>
          </p:cNvPr>
          <p:cNvSpPr>
            <a:spLocks noGrp="1"/>
          </p:cNvSpPr>
          <p:nvPr>
            <p:ph type="pic" sz="quarter" idx="32"/>
          </p:nvPr>
        </p:nvSpPr>
        <p:spPr>
          <a:xfrm>
            <a:off x="8106101" y="915988"/>
            <a:ext cx="2411600" cy="3997324"/>
          </a:xfrm>
          <a:solidFill>
            <a:schemeClr val="bg1">
              <a:lumMod val="95000"/>
            </a:schemeClr>
          </a:solidFill>
          <a:ln w="12700">
            <a:solidFill>
              <a:srgbClr val="FF3228"/>
            </a:solidFill>
          </a:ln>
        </p:spPr>
        <p:txBody>
          <a:bodyPr/>
          <a:lstStyle/>
          <a:p>
            <a:endParaRPr lang="es-ES" dirty="0"/>
          </a:p>
        </p:txBody>
      </p:sp>
      <p:sp>
        <p:nvSpPr>
          <p:cNvPr id="15" name="Marcador de posición de imagen 7">
            <a:extLst>
              <a:ext uri="{FF2B5EF4-FFF2-40B4-BE49-F238E27FC236}">
                <a16:creationId xmlns:a16="http://schemas.microsoft.com/office/drawing/2014/main" id="{343CE43E-28E9-477C-A5E5-C851AD230074}"/>
              </a:ext>
            </a:extLst>
          </p:cNvPr>
          <p:cNvSpPr>
            <a:spLocks noGrp="1"/>
          </p:cNvSpPr>
          <p:nvPr>
            <p:ph type="pic" sz="quarter" idx="33"/>
          </p:nvPr>
        </p:nvSpPr>
        <p:spPr>
          <a:xfrm>
            <a:off x="1702785" y="1714500"/>
            <a:ext cx="2411600" cy="3997324"/>
          </a:xfrm>
          <a:solidFill>
            <a:schemeClr val="bg1">
              <a:lumMod val="95000"/>
            </a:schemeClr>
          </a:solidFill>
          <a:ln w="12700">
            <a:solidFill>
              <a:srgbClr val="FF3228"/>
            </a:solidFill>
          </a:ln>
        </p:spPr>
        <p:txBody>
          <a:bodyPr/>
          <a:lstStyle/>
          <a:p>
            <a:endParaRPr lang="es-ES" dirty="0"/>
          </a:p>
        </p:txBody>
      </p:sp>
      <p:pic>
        <p:nvPicPr>
          <p:cNvPr id="16" name="Gráfico 15">
            <a:extLst>
              <a:ext uri="{FF2B5EF4-FFF2-40B4-BE49-F238E27FC236}">
                <a16:creationId xmlns:a16="http://schemas.microsoft.com/office/drawing/2014/main" id="{5B12E5B8-D748-4E62-BC7E-C6BC70F186C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Tree>
    <p:extLst>
      <p:ext uri="{BB962C8B-B14F-4D97-AF65-F5344CB8AC3E}">
        <p14:creationId xmlns:p14="http://schemas.microsoft.com/office/powerpoint/2010/main" val="37280036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n columnas">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3E83959-CC60-4784-8801-76D3F62B8A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12" name="Marcador de texto 17">
            <a:extLst>
              <a:ext uri="{FF2B5EF4-FFF2-40B4-BE49-F238E27FC236}">
                <a16:creationId xmlns:a16="http://schemas.microsoft.com/office/drawing/2014/main" id="{DA10493C-84F1-4EEE-AC24-47D0D50A0782}"/>
              </a:ext>
            </a:extLst>
          </p:cNvPr>
          <p:cNvSpPr>
            <a:spLocks noGrp="1"/>
          </p:cNvSpPr>
          <p:nvPr>
            <p:ph type="body" sz="quarter" idx="20" hasCustomPrompt="1"/>
          </p:nvPr>
        </p:nvSpPr>
        <p:spPr>
          <a:xfrm>
            <a:off x="906463" y="6796000"/>
            <a:ext cx="2424638" cy="373062"/>
          </a:xfrm>
        </p:spPr>
        <p:txBody>
          <a:bodyPr lIns="0">
            <a:noAutofit/>
          </a:bodyPr>
          <a:lstStyle>
            <a:lvl1pPr marL="0" indent="0">
              <a:lnSpc>
                <a:spcPts val="1700"/>
              </a:lnSpc>
              <a:spcBef>
                <a:spcPts val="900"/>
              </a:spcBef>
              <a:buNone/>
              <a:defRPr sz="2200" b="1">
                <a:solidFill>
                  <a:srgbClr val="1E1E1E"/>
                </a:solidFill>
              </a:defRPr>
            </a:lvl1pPr>
          </a:lstStyle>
          <a:p>
            <a:pPr lvl="0"/>
            <a:r>
              <a:rPr lang="es-ES" dirty="0" err="1"/>
              <a:t>Lorem</a:t>
            </a:r>
            <a:endParaRPr lang="es-ES" dirty="0"/>
          </a:p>
        </p:txBody>
      </p:sp>
      <p:sp>
        <p:nvSpPr>
          <p:cNvPr id="19" name="Marcador de posición de imagen 7">
            <a:extLst>
              <a:ext uri="{FF2B5EF4-FFF2-40B4-BE49-F238E27FC236}">
                <a16:creationId xmlns:a16="http://schemas.microsoft.com/office/drawing/2014/main" id="{3780FA98-8A2D-4AB0-BCB7-3AF138C66FF0}"/>
              </a:ext>
            </a:extLst>
          </p:cNvPr>
          <p:cNvSpPr>
            <a:spLocks noGrp="1"/>
          </p:cNvSpPr>
          <p:nvPr>
            <p:ph type="pic" sz="quarter" idx="13"/>
          </p:nvPr>
        </p:nvSpPr>
        <p:spPr>
          <a:xfrm>
            <a:off x="915809" y="3311789"/>
            <a:ext cx="2400300" cy="3200400"/>
          </a:xfrm>
          <a:solidFill>
            <a:schemeClr val="bg1">
              <a:lumMod val="95000"/>
            </a:schemeClr>
          </a:solidFill>
          <a:ln w="12700">
            <a:solidFill>
              <a:srgbClr val="FF3228"/>
            </a:solidFill>
          </a:ln>
        </p:spPr>
        <p:txBody>
          <a:bodyPr/>
          <a:lstStyle/>
          <a:p>
            <a:endParaRPr lang="es-ES" dirty="0"/>
          </a:p>
        </p:txBody>
      </p:sp>
      <p:sp>
        <p:nvSpPr>
          <p:cNvPr id="27" name="Marcador de posición de imagen 7">
            <a:extLst>
              <a:ext uri="{FF2B5EF4-FFF2-40B4-BE49-F238E27FC236}">
                <a16:creationId xmlns:a16="http://schemas.microsoft.com/office/drawing/2014/main" id="{9B7EE6F7-5DD1-4328-A105-7EE021AF7520}"/>
              </a:ext>
            </a:extLst>
          </p:cNvPr>
          <p:cNvSpPr>
            <a:spLocks noGrp="1"/>
          </p:cNvSpPr>
          <p:nvPr>
            <p:ph type="pic" sz="quarter" idx="30"/>
          </p:nvPr>
        </p:nvSpPr>
        <p:spPr>
          <a:xfrm>
            <a:off x="4115253" y="3311789"/>
            <a:ext cx="2400300" cy="3200400"/>
          </a:xfrm>
          <a:solidFill>
            <a:schemeClr val="bg1">
              <a:lumMod val="95000"/>
            </a:schemeClr>
          </a:solidFill>
          <a:ln w="12700">
            <a:solidFill>
              <a:srgbClr val="FF3228"/>
            </a:solidFill>
          </a:ln>
        </p:spPr>
        <p:txBody>
          <a:bodyPr/>
          <a:lstStyle/>
          <a:p>
            <a:endParaRPr lang="es-ES" dirty="0"/>
          </a:p>
        </p:txBody>
      </p:sp>
      <p:sp>
        <p:nvSpPr>
          <p:cNvPr id="28" name="Marcador de texto 17">
            <a:extLst>
              <a:ext uri="{FF2B5EF4-FFF2-40B4-BE49-F238E27FC236}">
                <a16:creationId xmlns:a16="http://schemas.microsoft.com/office/drawing/2014/main" id="{4A82BA9A-73BC-4751-94CD-B4947A2EC9D8}"/>
              </a:ext>
            </a:extLst>
          </p:cNvPr>
          <p:cNvSpPr>
            <a:spLocks noGrp="1"/>
          </p:cNvSpPr>
          <p:nvPr>
            <p:ph type="body" sz="quarter" idx="31" hasCustomPrompt="1"/>
          </p:nvPr>
        </p:nvSpPr>
        <p:spPr>
          <a:xfrm>
            <a:off x="4110081" y="6796000"/>
            <a:ext cx="2424638" cy="373062"/>
          </a:xfrm>
        </p:spPr>
        <p:txBody>
          <a:bodyPr lIns="0">
            <a:noAutofit/>
          </a:bodyPr>
          <a:lstStyle>
            <a:lvl1pPr marL="0" indent="0">
              <a:lnSpc>
                <a:spcPts val="1700"/>
              </a:lnSpc>
              <a:spcBef>
                <a:spcPts val="900"/>
              </a:spcBef>
              <a:buNone/>
              <a:defRPr sz="2200" b="1">
                <a:solidFill>
                  <a:srgbClr val="1E1E1E"/>
                </a:solidFill>
              </a:defRPr>
            </a:lvl1pPr>
          </a:lstStyle>
          <a:p>
            <a:pPr lvl="0"/>
            <a:r>
              <a:rPr lang="es-ES" dirty="0" err="1"/>
              <a:t>Lorem</a:t>
            </a:r>
            <a:endParaRPr lang="es-ES" dirty="0"/>
          </a:p>
        </p:txBody>
      </p:sp>
      <p:sp>
        <p:nvSpPr>
          <p:cNvPr id="29" name="Marcador de texto 17">
            <a:extLst>
              <a:ext uri="{FF2B5EF4-FFF2-40B4-BE49-F238E27FC236}">
                <a16:creationId xmlns:a16="http://schemas.microsoft.com/office/drawing/2014/main" id="{33529615-CAB1-40F7-910D-B5988DA2A4FD}"/>
              </a:ext>
            </a:extLst>
          </p:cNvPr>
          <p:cNvSpPr>
            <a:spLocks noGrp="1"/>
          </p:cNvSpPr>
          <p:nvPr>
            <p:ph type="body" sz="quarter" idx="32" hasCustomPrompt="1"/>
          </p:nvPr>
        </p:nvSpPr>
        <p:spPr>
          <a:xfrm>
            <a:off x="7313699" y="6796000"/>
            <a:ext cx="2424638" cy="373062"/>
          </a:xfrm>
        </p:spPr>
        <p:txBody>
          <a:bodyPr lIns="0">
            <a:noAutofit/>
          </a:bodyPr>
          <a:lstStyle>
            <a:lvl1pPr marL="0" indent="0">
              <a:lnSpc>
                <a:spcPts val="1700"/>
              </a:lnSpc>
              <a:spcBef>
                <a:spcPts val="900"/>
              </a:spcBef>
              <a:buNone/>
              <a:defRPr sz="2200" b="1">
                <a:solidFill>
                  <a:srgbClr val="1E1E1E"/>
                </a:solidFill>
              </a:defRPr>
            </a:lvl1pPr>
          </a:lstStyle>
          <a:p>
            <a:pPr lvl="0"/>
            <a:r>
              <a:rPr lang="es-ES" dirty="0" err="1"/>
              <a:t>Lorem</a:t>
            </a:r>
            <a:endParaRPr lang="es-ES" dirty="0"/>
          </a:p>
        </p:txBody>
      </p:sp>
      <p:sp>
        <p:nvSpPr>
          <p:cNvPr id="30" name="Marcador de texto 17">
            <a:extLst>
              <a:ext uri="{FF2B5EF4-FFF2-40B4-BE49-F238E27FC236}">
                <a16:creationId xmlns:a16="http://schemas.microsoft.com/office/drawing/2014/main" id="{531B6A6B-EDF3-44B1-B8FD-71880D1D4A09}"/>
              </a:ext>
            </a:extLst>
          </p:cNvPr>
          <p:cNvSpPr>
            <a:spLocks noGrp="1"/>
          </p:cNvSpPr>
          <p:nvPr>
            <p:ph type="body" sz="quarter" idx="33" hasCustomPrompt="1"/>
          </p:nvPr>
        </p:nvSpPr>
        <p:spPr>
          <a:xfrm>
            <a:off x="10517317" y="6796000"/>
            <a:ext cx="2424638" cy="373062"/>
          </a:xfrm>
        </p:spPr>
        <p:txBody>
          <a:bodyPr lIns="0">
            <a:noAutofit/>
          </a:bodyPr>
          <a:lstStyle>
            <a:lvl1pPr marL="0" indent="0">
              <a:lnSpc>
                <a:spcPts val="1700"/>
              </a:lnSpc>
              <a:spcBef>
                <a:spcPts val="900"/>
              </a:spcBef>
              <a:buNone/>
              <a:defRPr sz="2200" b="1">
                <a:solidFill>
                  <a:srgbClr val="1E1E1E"/>
                </a:solidFill>
              </a:defRPr>
            </a:lvl1pPr>
          </a:lstStyle>
          <a:p>
            <a:pPr lvl="0"/>
            <a:r>
              <a:rPr lang="es-ES" dirty="0" err="1"/>
              <a:t>Lorem</a:t>
            </a:r>
            <a:endParaRPr lang="es-ES" dirty="0"/>
          </a:p>
        </p:txBody>
      </p:sp>
      <p:sp>
        <p:nvSpPr>
          <p:cNvPr id="31" name="Marcador de posición de imagen 7">
            <a:extLst>
              <a:ext uri="{FF2B5EF4-FFF2-40B4-BE49-F238E27FC236}">
                <a16:creationId xmlns:a16="http://schemas.microsoft.com/office/drawing/2014/main" id="{ECAD0CE9-C014-473B-B81E-D00278C0EDA4}"/>
              </a:ext>
            </a:extLst>
          </p:cNvPr>
          <p:cNvSpPr>
            <a:spLocks noGrp="1"/>
          </p:cNvSpPr>
          <p:nvPr>
            <p:ph type="pic" sz="quarter" idx="34"/>
          </p:nvPr>
        </p:nvSpPr>
        <p:spPr>
          <a:xfrm>
            <a:off x="10514142" y="3311789"/>
            <a:ext cx="2400300" cy="3200400"/>
          </a:xfrm>
          <a:solidFill>
            <a:schemeClr val="bg1">
              <a:lumMod val="95000"/>
            </a:schemeClr>
          </a:solidFill>
          <a:ln w="12700">
            <a:solidFill>
              <a:srgbClr val="FF3228"/>
            </a:solidFill>
          </a:ln>
        </p:spPr>
        <p:txBody>
          <a:bodyPr/>
          <a:lstStyle/>
          <a:p>
            <a:endParaRPr lang="es-ES" dirty="0"/>
          </a:p>
        </p:txBody>
      </p:sp>
      <p:sp>
        <p:nvSpPr>
          <p:cNvPr id="32" name="Marcador de posición de imagen 7">
            <a:extLst>
              <a:ext uri="{FF2B5EF4-FFF2-40B4-BE49-F238E27FC236}">
                <a16:creationId xmlns:a16="http://schemas.microsoft.com/office/drawing/2014/main" id="{72034AD0-67BB-4325-86C0-147FA927D81D}"/>
              </a:ext>
            </a:extLst>
          </p:cNvPr>
          <p:cNvSpPr>
            <a:spLocks noGrp="1"/>
          </p:cNvSpPr>
          <p:nvPr>
            <p:ph type="pic" sz="quarter" idx="35"/>
          </p:nvPr>
        </p:nvSpPr>
        <p:spPr>
          <a:xfrm>
            <a:off x="7314697" y="3311789"/>
            <a:ext cx="2400300" cy="3200400"/>
          </a:xfrm>
          <a:solidFill>
            <a:schemeClr val="bg1">
              <a:lumMod val="95000"/>
            </a:schemeClr>
          </a:solidFill>
          <a:ln w="12700">
            <a:solidFill>
              <a:srgbClr val="FF3228"/>
            </a:solidFill>
          </a:ln>
        </p:spPr>
        <p:txBody>
          <a:bodyPr/>
          <a:lstStyle/>
          <a:p>
            <a:endParaRPr lang="es-ES" dirty="0"/>
          </a:p>
        </p:txBody>
      </p:sp>
      <p:sp>
        <p:nvSpPr>
          <p:cNvPr id="33" name="Título 11">
            <a:extLst>
              <a:ext uri="{FF2B5EF4-FFF2-40B4-BE49-F238E27FC236}">
                <a16:creationId xmlns:a16="http://schemas.microsoft.com/office/drawing/2014/main" id="{D69F669D-28FA-4B0C-BB9C-7D685998EDE7}"/>
              </a:ext>
            </a:extLst>
          </p:cNvPr>
          <p:cNvSpPr>
            <a:spLocks noGrp="1"/>
          </p:cNvSpPr>
          <p:nvPr>
            <p:ph type="title" hasCustomPrompt="1"/>
          </p:nvPr>
        </p:nvSpPr>
        <p:spPr>
          <a:xfrm>
            <a:off x="906464" y="1694833"/>
            <a:ext cx="4240890" cy="625828"/>
          </a:xfrm>
        </p:spPr>
        <p:txBody>
          <a:bodyPr lIns="0">
            <a:noAutofit/>
          </a:bodyPr>
          <a:lstStyle>
            <a:lvl1pPr>
              <a:defRPr sz="4600"/>
            </a:lvl1pPr>
          </a:lstStyle>
          <a:p>
            <a:r>
              <a:rPr lang="es-ES" dirty="0" err="1"/>
              <a:t>Lorem</a:t>
            </a:r>
            <a:r>
              <a:rPr lang="es-ES" dirty="0"/>
              <a:t> </a:t>
            </a:r>
            <a:r>
              <a:rPr lang="es-ES" dirty="0" err="1"/>
              <a:t>ipsum</a:t>
            </a:r>
            <a:r>
              <a:rPr lang="es-ES" dirty="0"/>
              <a:t> dolor </a:t>
            </a:r>
            <a:r>
              <a:rPr lang="es-ES" dirty="0" err="1"/>
              <a:t>sit</a:t>
            </a:r>
            <a:endParaRPr lang="es-ES" dirty="0"/>
          </a:p>
        </p:txBody>
      </p:sp>
      <p:sp>
        <p:nvSpPr>
          <p:cNvPr id="16" name="Marcador de número de diapositiva 2">
            <a:extLst>
              <a:ext uri="{FF2B5EF4-FFF2-40B4-BE49-F238E27FC236}">
                <a16:creationId xmlns:a16="http://schemas.microsoft.com/office/drawing/2014/main" id="{E500FB5D-351F-4575-B7EF-810D1F51C889}"/>
              </a:ext>
            </a:extLst>
          </p:cNvPr>
          <p:cNvSpPr>
            <a:spLocks noGrp="1"/>
          </p:cNvSpPr>
          <p:nvPr>
            <p:ph type="sldNum" sz="quarter" idx="10"/>
          </p:nvPr>
        </p:nvSpPr>
        <p:spPr>
          <a:xfrm>
            <a:off x="7000489" y="7763089"/>
            <a:ext cx="629422" cy="395242"/>
          </a:xfrm>
        </p:spPr>
        <p:txBody>
          <a:bodyPr/>
          <a:lstStyle/>
          <a:p>
            <a:fld id="{B005B2D1-880E-4846-A216-7D6770BA1332}" type="slidenum">
              <a:rPr lang="es-ES" smtClean="0"/>
              <a:pPr/>
              <a:t>‹Nº›</a:t>
            </a:fld>
            <a:endParaRPr lang="es-ES" dirty="0"/>
          </a:p>
        </p:txBody>
      </p:sp>
      <p:sp>
        <p:nvSpPr>
          <p:cNvPr id="17" name="CuadroTexto 16">
            <a:extLst>
              <a:ext uri="{FF2B5EF4-FFF2-40B4-BE49-F238E27FC236}">
                <a16:creationId xmlns:a16="http://schemas.microsoft.com/office/drawing/2014/main" id="{613F3599-100D-4EDE-B625-2E2870DC607E}"/>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8" name="Rectángulo 17">
            <a:extLst>
              <a:ext uri="{FF2B5EF4-FFF2-40B4-BE49-F238E27FC236}">
                <a16:creationId xmlns:a16="http://schemas.microsoft.com/office/drawing/2014/main" id="{48FE9D57-2BEB-4433-B31D-D8E3AE3E3FAE}"/>
              </a:ext>
            </a:extLst>
          </p:cNvPr>
          <p:cNvSpPr/>
          <p:nvPr userDrawn="1"/>
        </p:nvSpPr>
        <p:spPr>
          <a:xfrm>
            <a:off x="13723938"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2" name="Gráfico 21">
            <a:extLst>
              <a:ext uri="{FF2B5EF4-FFF2-40B4-BE49-F238E27FC236}">
                <a16:creationId xmlns:a16="http://schemas.microsoft.com/office/drawing/2014/main" id="{42EB7D3F-F701-4629-95CA-4222EB22828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Tree>
    <p:extLst>
      <p:ext uri="{BB962C8B-B14F-4D97-AF65-F5344CB8AC3E}">
        <p14:creationId xmlns:p14="http://schemas.microsoft.com/office/powerpoint/2010/main" val="36165135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a">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EDAE9AC-0B11-4609-A9F3-836E7EDB8C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21" name="Título 11">
            <a:extLst>
              <a:ext uri="{FF2B5EF4-FFF2-40B4-BE49-F238E27FC236}">
                <a16:creationId xmlns:a16="http://schemas.microsoft.com/office/drawing/2014/main" id="{C35EAEC0-F4A2-4FAD-BDFC-45B79A41E2C5}"/>
              </a:ext>
            </a:extLst>
          </p:cNvPr>
          <p:cNvSpPr>
            <a:spLocks noGrp="1"/>
          </p:cNvSpPr>
          <p:nvPr>
            <p:ph type="title" hasCustomPrompt="1"/>
          </p:nvPr>
        </p:nvSpPr>
        <p:spPr>
          <a:xfrm>
            <a:off x="906463" y="1552503"/>
            <a:ext cx="4811360" cy="1017545"/>
          </a:xfrm>
        </p:spPr>
        <p:txBody>
          <a:bodyPr lIns="0" anchor="t">
            <a:noAutofit/>
          </a:bodyPr>
          <a:lstStyle>
            <a:lvl1pPr>
              <a:defRPr sz="3600"/>
            </a:lvl1pPr>
          </a:lstStyle>
          <a:p>
            <a:r>
              <a:rPr lang="es-ES" dirty="0" err="1"/>
              <a:t>Lorem</a:t>
            </a:r>
            <a:r>
              <a:rPr lang="es-ES" dirty="0"/>
              <a:t> </a:t>
            </a:r>
            <a:r>
              <a:rPr lang="es-ES" dirty="0" err="1"/>
              <a:t>Ipsum</a:t>
            </a:r>
            <a:r>
              <a:rPr lang="es-ES" dirty="0"/>
              <a:t>,</a:t>
            </a:r>
            <a:br>
              <a:rPr lang="es-ES" dirty="0"/>
            </a:br>
            <a:r>
              <a:rPr lang="es-ES" dirty="0"/>
              <a:t>dolor </a:t>
            </a:r>
            <a:r>
              <a:rPr lang="es-ES" dirty="0" err="1"/>
              <a:t>est</a:t>
            </a:r>
            <a:endParaRPr lang="es-ES" dirty="0"/>
          </a:p>
        </p:txBody>
      </p:sp>
      <p:sp>
        <p:nvSpPr>
          <p:cNvPr id="24" name="Marcador de texto 17">
            <a:extLst>
              <a:ext uri="{FF2B5EF4-FFF2-40B4-BE49-F238E27FC236}">
                <a16:creationId xmlns:a16="http://schemas.microsoft.com/office/drawing/2014/main" id="{52C19EA0-FEE8-45CC-9FD5-DFBD52A41016}"/>
              </a:ext>
            </a:extLst>
          </p:cNvPr>
          <p:cNvSpPr>
            <a:spLocks noGrp="1"/>
          </p:cNvSpPr>
          <p:nvPr>
            <p:ph type="body" sz="quarter" idx="25" hasCustomPrompt="1"/>
          </p:nvPr>
        </p:nvSpPr>
        <p:spPr>
          <a:xfrm>
            <a:off x="3216985" y="3695700"/>
            <a:ext cx="2424638" cy="493526"/>
          </a:xfrm>
        </p:spPr>
        <p:txBody>
          <a:bodyPr lIns="0">
            <a:noAutofit/>
          </a:bodyPr>
          <a:lstStyle>
            <a:lvl1pPr marL="171450" indent="-171450">
              <a:lnSpc>
                <a:spcPct val="100000"/>
              </a:lnSpc>
              <a:spcBef>
                <a:spcPts val="0"/>
              </a:spcBef>
              <a:buFont typeface="Wingdings" panose="05000000000000000000" pitchFamily="2" charset="2"/>
              <a:buChar char="§"/>
              <a:defRPr sz="1050" b="0">
                <a:solidFill>
                  <a:srgbClr val="7D7878"/>
                </a:solidFill>
              </a:defRPr>
            </a:lvl1pPr>
          </a:lstStyle>
          <a:p>
            <a:pPr lvl="0"/>
            <a:r>
              <a:rPr lang="es-ES" dirty="0"/>
              <a:t>Campus </a:t>
            </a:r>
            <a:r>
              <a:rPr lang="es-ES" dirty="0" err="1"/>
              <a:t>Villaciciosa</a:t>
            </a:r>
            <a:r>
              <a:rPr lang="es-ES" dirty="0"/>
              <a:t> de Odón</a:t>
            </a:r>
          </a:p>
          <a:p>
            <a:pPr lvl="0"/>
            <a:r>
              <a:rPr lang="es-ES" dirty="0"/>
              <a:t>Campus </a:t>
            </a:r>
            <a:r>
              <a:rPr lang="es-ES" dirty="0" err="1"/>
              <a:t>Lorem</a:t>
            </a:r>
            <a:r>
              <a:rPr lang="es-ES" dirty="0"/>
              <a:t> </a:t>
            </a:r>
            <a:r>
              <a:rPr lang="es-ES" dirty="0" err="1"/>
              <a:t>Ipsum</a:t>
            </a:r>
            <a:endParaRPr lang="es-ES" dirty="0"/>
          </a:p>
        </p:txBody>
      </p:sp>
      <p:sp>
        <p:nvSpPr>
          <p:cNvPr id="31" name="Marcador de texto 17">
            <a:extLst>
              <a:ext uri="{FF2B5EF4-FFF2-40B4-BE49-F238E27FC236}">
                <a16:creationId xmlns:a16="http://schemas.microsoft.com/office/drawing/2014/main" id="{E91D8595-2E68-4BF7-8A44-C2F3954E16CB}"/>
              </a:ext>
            </a:extLst>
          </p:cNvPr>
          <p:cNvSpPr>
            <a:spLocks noGrp="1"/>
          </p:cNvSpPr>
          <p:nvPr>
            <p:ph type="body" sz="quarter" idx="26" hasCustomPrompt="1"/>
          </p:nvPr>
        </p:nvSpPr>
        <p:spPr>
          <a:xfrm>
            <a:off x="2844669" y="3469818"/>
            <a:ext cx="2949354" cy="225882"/>
          </a:xfrm>
        </p:spPr>
        <p:txBody>
          <a:bodyPr lIns="0">
            <a:noAutofit/>
          </a:bodyPr>
          <a:lstStyle>
            <a:lvl1pPr marL="0" indent="0">
              <a:lnSpc>
                <a:spcPts val="1700"/>
              </a:lnSpc>
              <a:spcBef>
                <a:spcPts val="900"/>
              </a:spcBef>
              <a:buNone/>
              <a:defRPr sz="1400" b="1">
                <a:solidFill>
                  <a:srgbClr val="504B4B"/>
                </a:solidFill>
              </a:defRPr>
            </a:lvl1pPr>
          </a:lstStyle>
          <a:p>
            <a:pPr lvl="0"/>
            <a:r>
              <a:rPr lang="es-ES" dirty="0"/>
              <a:t>Universidad </a:t>
            </a:r>
            <a:r>
              <a:rPr lang="es-ES" dirty="0" err="1"/>
              <a:t>Euripea</a:t>
            </a:r>
            <a:r>
              <a:rPr lang="es-ES" dirty="0"/>
              <a:t> de Madrid</a:t>
            </a:r>
          </a:p>
        </p:txBody>
      </p:sp>
      <p:sp>
        <p:nvSpPr>
          <p:cNvPr id="2" name="Marcador de número de diapositiva 1">
            <a:extLst>
              <a:ext uri="{FF2B5EF4-FFF2-40B4-BE49-F238E27FC236}">
                <a16:creationId xmlns:a16="http://schemas.microsoft.com/office/drawing/2014/main" id="{0F56DA75-FAAD-482B-9A3D-89FD62DA8BC6}"/>
              </a:ext>
            </a:extLst>
          </p:cNvPr>
          <p:cNvSpPr>
            <a:spLocks noGrp="1"/>
          </p:cNvSpPr>
          <p:nvPr>
            <p:ph type="sldNum" sz="quarter" idx="27"/>
          </p:nvPr>
        </p:nvSpPr>
        <p:spPr/>
        <p:txBody>
          <a:bodyPr/>
          <a:lstStyle/>
          <a:p>
            <a:fld id="{B005B2D1-880E-4846-A216-7D6770BA1332}" type="slidenum">
              <a:rPr lang="es-ES" smtClean="0"/>
              <a:pPr/>
              <a:t>‹Nº›</a:t>
            </a:fld>
            <a:endParaRPr lang="es-ES" dirty="0"/>
          </a:p>
        </p:txBody>
      </p:sp>
      <p:sp>
        <p:nvSpPr>
          <p:cNvPr id="15" name="CuadroTexto 14">
            <a:extLst>
              <a:ext uri="{FF2B5EF4-FFF2-40B4-BE49-F238E27FC236}">
                <a16:creationId xmlns:a16="http://schemas.microsoft.com/office/drawing/2014/main" id="{043A20FD-3088-4C08-A896-40C73FCB5BA3}"/>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pic>
        <p:nvPicPr>
          <p:cNvPr id="10" name="Gráfico 9">
            <a:extLst>
              <a:ext uri="{FF2B5EF4-FFF2-40B4-BE49-F238E27FC236}">
                <a16:creationId xmlns:a16="http://schemas.microsoft.com/office/drawing/2014/main" id="{629E4406-5AB3-40E1-AE60-3E9D5E3BE02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
        <p:nvSpPr>
          <p:cNvPr id="11" name="Rectángulo 10">
            <a:extLst>
              <a:ext uri="{FF2B5EF4-FFF2-40B4-BE49-F238E27FC236}">
                <a16:creationId xmlns:a16="http://schemas.microsoft.com/office/drawing/2014/main" id="{1271302C-5883-42E5-890D-1DFC7529C145}"/>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7152213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Video 01">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AC068F99-764F-424E-8024-130EAA167B6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2" name="CuadroTexto 11">
            <a:extLst>
              <a:ext uri="{FF2B5EF4-FFF2-40B4-BE49-F238E27FC236}">
                <a16:creationId xmlns:a16="http://schemas.microsoft.com/office/drawing/2014/main" id="{EFB1D499-716A-4201-8286-436D35BCDF83}"/>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3" name="Marcador de texto 17">
            <a:extLst>
              <a:ext uri="{FF2B5EF4-FFF2-40B4-BE49-F238E27FC236}">
                <a16:creationId xmlns:a16="http://schemas.microsoft.com/office/drawing/2014/main" id="{A78FCA1D-CCE6-4157-8F93-C7B67280B1C3}"/>
              </a:ext>
            </a:extLst>
          </p:cNvPr>
          <p:cNvSpPr>
            <a:spLocks noGrp="1"/>
          </p:cNvSpPr>
          <p:nvPr>
            <p:ph type="body" sz="quarter" idx="15" hasCustomPrompt="1"/>
          </p:nvPr>
        </p:nvSpPr>
        <p:spPr>
          <a:xfrm>
            <a:off x="906463" y="2164756"/>
            <a:ext cx="3160712" cy="683816"/>
          </a:xfrm>
        </p:spPr>
        <p:txBody>
          <a:bodyPr lIns="0">
            <a:normAutofit/>
          </a:bodyPr>
          <a:lstStyle>
            <a:lvl1pPr marL="0" indent="0">
              <a:lnSpc>
                <a:spcPts val="2800"/>
              </a:lnSpc>
              <a:buNone/>
              <a:defRPr sz="2400" b="1"/>
            </a:lvl1pPr>
          </a:lstStyle>
          <a:p>
            <a:pPr lvl="0"/>
            <a:r>
              <a:rPr lang="es-ES" dirty="0" err="1"/>
              <a:t>Aximinct</a:t>
            </a:r>
            <a:r>
              <a:rPr lang="es-ES" dirty="0"/>
              <a:t> </a:t>
            </a:r>
            <a:r>
              <a:rPr lang="es-ES" dirty="0" err="1"/>
              <a:t>emquibus</a:t>
            </a:r>
            <a:r>
              <a:rPr lang="es-ES" dirty="0"/>
              <a:t> et </a:t>
            </a:r>
            <a:r>
              <a:rPr lang="es-ES" dirty="0" err="1"/>
              <a:t>facium</a:t>
            </a:r>
            <a:r>
              <a:rPr lang="es-ES" dirty="0"/>
              <a:t> </a:t>
            </a:r>
            <a:r>
              <a:rPr lang="es-ES" dirty="0" err="1"/>
              <a:t>natur</a:t>
            </a:r>
            <a:endParaRPr lang="es-ES" dirty="0"/>
          </a:p>
        </p:txBody>
      </p:sp>
      <p:sp>
        <p:nvSpPr>
          <p:cNvPr id="14" name="Marcador de texto 17">
            <a:extLst>
              <a:ext uri="{FF2B5EF4-FFF2-40B4-BE49-F238E27FC236}">
                <a16:creationId xmlns:a16="http://schemas.microsoft.com/office/drawing/2014/main" id="{C9B153C2-A5A2-4A37-B4C4-93BE5322D946}"/>
              </a:ext>
            </a:extLst>
          </p:cNvPr>
          <p:cNvSpPr>
            <a:spLocks noGrp="1"/>
          </p:cNvSpPr>
          <p:nvPr>
            <p:ph type="body" sz="quarter" idx="16" hasCustomPrompt="1"/>
          </p:nvPr>
        </p:nvSpPr>
        <p:spPr>
          <a:xfrm>
            <a:off x="906463" y="3082449"/>
            <a:ext cx="4043094" cy="2951858"/>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a:t>
            </a:r>
            <a:r>
              <a:rPr lang="es-ES" dirty="0"/>
              <a:t>.</a:t>
            </a:r>
          </a:p>
          <a:p>
            <a:pPr lvl="0"/>
            <a:r>
              <a:rPr lang="es-ES" dirty="0"/>
              <a:t> </a:t>
            </a:r>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a:t>
            </a:r>
          </a:p>
        </p:txBody>
      </p:sp>
      <p:sp>
        <p:nvSpPr>
          <p:cNvPr id="19" name="Marcador de medios 18">
            <a:extLst>
              <a:ext uri="{FF2B5EF4-FFF2-40B4-BE49-F238E27FC236}">
                <a16:creationId xmlns:a16="http://schemas.microsoft.com/office/drawing/2014/main" id="{169C610A-8CEB-49BD-A02C-33C7C6C6EFDD}"/>
              </a:ext>
            </a:extLst>
          </p:cNvPr>
          <p:cNvSpPr>
            <a:spLocks noGrp="1"/>
          </p:cNvSpPr>
          <p:nvPr>
            <p:ph type="media" sz="quarter" idx="17"/>
          </p:nvPr>
        </p:nvSpPr>
        <p:spPr>
          <a:xfrm>
            <a:off x="5708651" y="1709737"/>
            <a:ext cx="8001000" cy="4800600"/>
          </a:xfrm>
          <a:solidFill>
            <a:schemeClr val="bg1">
              <a:lumMod val="95000"/>
            </a:schemeClr>
          </a:solidFill>
          <a:ln w="12700">
            <a:solidFill>
              <a:srgbClr val="FF3228"/>
            </a:solidFill>
          </a:ln>
        </p:spPr>
        <p:txBody>
          <a:bodyPr vert="horz" lIns="91440" tIns="45720" rIns="91440" bIns="45720" rtlCol="0">
            <a:normAutofit/>
          </a:bodyPr>
          <a:lstStyle>
            <a:lvl1pPr>
              <a:defRPr lang="es-ES" dirty="0"/>
            </a:lvl1pPr>
          </a:lstStyle>
          <a:p>
            <a:pPr lvl="0"/>
            <a:endParaRPr lang="es-ES" dirty="0"/>
          </a:p>
        </p:txBody>
      </p:sp>
      <p:sp>
        <p:nvSpPr>
          <p:cNvPr id="4" name="Marcador de número de diapositiva 3">
            <a:extLst>
              <a:ext uri="{FF2B5EF4-FFF2-40B4-BE49-F238E27FC236}">
                <a16:creationId xmlns:a16="http://schemas.microsoft.com/office/drawing/2014/main" id="{D430ADB0-29E8-4183-AE20-D83159E4C07D}"/>
              </a:ext>
            </a:extLst>
          </p:cNvPr>
          <p:cNvSpPr>
            <a:spLocks noGrp="1"/>
          </p:cNvSpPr>
          <p:nvPr>
            <p:ph type="sldNum" sz="quarter" idx="18"/>
          </p:nvPr>
        </p:nvSpPr>
        <p:spPr/>
        <p:txBody>
          <a:bodyPr/>
          <a:lstStyle/>
          <a:p>
            <a:fld id="{B005B2D1-880E-4846-A216-7D6770BA1332}" type="slidenum">
              <a:rPr lang="es-ES" smtClean="0"/>
              <a:pPr/>
              <a:t>‹Nº›</a:t>
            </a:fld>
            <a:endParaRPr lang="es-ES" dirty="0"/>
          </a:p>
        </p:txBody>
      </p:sp>
      <p:sp>
        <p:nvSpPr>
          <p:cNvPr id="16" name="Rectángulo 15">
            <a:extLst>
              <a:ext uri="{FF2B5EF4-FFF2-40B4-BE49-F238E27FC236}">
                <a16:creationId xmlns:a16="http://schemas.microsoft.com/office/drawing/2014/main" id="{96E7B0EF-E60B-4C99-93CC-1F4F6D612EB6}"/>
              </a:ext>
            </a:extLst>
          </p:cNvPr>
          <p:cNvSpPr/>
          <p:nvPr userDrawn="1"/>
        </p:nvSpPr>
        <p:spPr>
          <a:xfrm>
            <a:off x="13723938"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Gráfico 9">
            <a:extLst>
              <a:ext uri="{FF2B5EF4-FFF2-40B4-BE49-F238E27FC236}">
                <a16:creationId xmlns:a16="http://schemas.microsoft.com/office/drawing/2014/main" id="{02E95C61-5472-48C9-8E90-F334A42CE12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Tree>
    <p:extLst>
      <p:ext uri="{BB962C8B-B14F-4D97-AF65-F5344CB8AC3E}">
        <p14:creationId xmlns:p14="http://schemas.microsoft.com/office/powerpoint/2010/main" val="29051135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Video 02">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976856B-1B10-45A4-B212-5F51115827D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2" name="CuadroTexto 11">
            <a:extLst>
              <a:ext uri="{FF2B5EF4-FFF2-40B4-BE49-F238E27FC236}">
                <a16:creationId xmlns:a16="http://schemas.microsoft.com/office/drawing/2014/main" id="{EFB1D499-716A-4201-8286-436D35BCDF83}"/>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3" name="Marcador de texto 17">
            <a:extLst>
              <a:ext uri="{FF2B5EF4-FFF2-40B4-BE49-F238E27FC236}">
                <a16:creationId xmlns:a16="http://schemas.microsoft.com/office/drawing/2014/main" id="{A78FCA1D-CCE6-4157-8F93-C7B67280B1C3}"/>
              </a:ext>
            </a:extLst>
          </p:cNvPr>
          <p:cNvSpPr>
            <a:spLocks noGrp="1"/>
          </p:cNvSpPr>
          <p:nvPr>
            <p:ph type="body" sz="quarter" idx="15" hasCustomPrompt="1"/>
          </p:nvPr>
        </p:nvSpPr>
        <p:spPr>
          <a:xfrm>
            <a:off x="11312845" y="2441186"/>
            <a:ext cx="2411093" cy="1216413"/>
          </a:xfrm>
        </p:spPr>
        <p:txBody>
          <a:bodyPr lIns="0">
            <a:normAutofit/>
          </a:bodyPr>
          <a:lstStyle>
            <a:lvl1pPr marL="0" indent="0">
              <a:lnSpc>
                <a:spcPts val="2800"/>
              </a:lnSpc>
              <a:buNone/>
              <a:defRPr sz="2400" b="1"/>
            </a:lvl1pPr>
          </a:lstStyle>
          <a:p>
            <a:pPr lvl="0"/>
            <a:r>
              <a:rPr lang="es-ES" dirty="0" err="1"/>
              <a:t>Aximinct</a:t>
            </a:r>
            <a:r>
              <a:rPr lang="es-ES" dirty="0"/>
              <a:t> </a:t>
            </a:r>
            <a:r>
              <a:rPr lang="es-ES" dirty="0" err="1"/>
              <a:t>emquibus</a:t>
            </a:r>
            <a:br>
              <a:rPr lang="es-ES" dirty="0"/>
            </a:br>
            <a:r>
              <a:rPr lang="es-ES" dirty="0"/>
              <a:t>et </a:t>
            </a:r>
            <a:r>
              <a:rPr lang="es-ES" dirty="0" err="1"/>
              <a:t>facium</a:t>
            </a:r>
            <a:r>
              <a:rPr lang="es-ES" dirty="0"/>
              <a:t> </a:t>
            </a:r>
            <a:r>
              <a:rPr lang="es-ES" dirty="0" err="1"/>
              <a:t>natur</a:t>
            </a:r>
            <a:endParaRPr lang="es-ES" dirty="0"/>
          </a:p>
        </p:txBody>
      </p:sp>
      <p:sp>
        <p:nvSpPr>
          <p:cNvPr id="14" name="Marcador de texto 17">
            <a:extLst>
              <a:ext uri="{FF2B5EF4-FFF2-40B4-BE49-F238E27FC236}">
                <a16:creationId xmlns:a16="http://schemas.microsoft.com/office/drawing/2014/main" id="{C9B153C2-A5A2-4A37-B4C4-93BE5322D946}"/>
              </a:ext>
            </a:extLst>
          </p:cNvPr>
          <p:cNvSpPr>
            <a:spLocks noGrp="1"/>
          </p:cNvSpPr>
          <p:nvPr>
            <p:ph type="body" sz="quarter" idx="16" hasCustomPrompt="1"/>
          </p:nvPr>
        </p:nvSpPr>
        <p:spPr>
          <a:xfrm>
            <a:off x="11312845" y="3745440"/>
            <a:ext cx="2377226" cy="2742319"/>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ex, </a:t>
            </a:r>
            <a:r>
              <a:rPr lang="es-ES" dirty="0" err="1"/>
              <a:t>ullabore</a:t>
            </a:r>
            <a:r>
              <a:rPr lang="es-ES" dirty="0"/>
              <a:t>..</a:t>
            </a:r>
          </a:p>
        </p:txBody>
      </p:sp>
      <p:sp>
        <p:nvSpPr>
          <p:cNvPr id="19" name="Marcador de medios 18">
            <a:extLst>
              <a:ext uri="{FF2B5EF4-FFF2-40B4-BE49-F238E27FC236}">
                <a16:creationId xmlns:a16="http://schemas.microsoft.com/office/drawing/2014/main" id="{169C610A-8CEB-49BD-A02C-33C7C6C6EFDD}"/>
              </a:ext>
            </a:extLst>
          </p:cNvPr>
          <p:cNvSpPr>
            <a:spLocks noGrp="1"/>
          </p:cNvSpPr>
          <p:nvPr>
            <p:ph type="media" sz="quarter" idx="17"/>
          </p:nvPr>
        </p:nvSpPr>
        <p:spPr>
          <a:xfrm>
            <a:off x="911226" y="1712912"/>
            <a:ext cx="9601200" cy="5600700"/>
          </a:xfrm>
          <a:solidFill>
            <a:schemeClr val="bg1">
              <a:lumMod val="95000"/>
            </a:schemeClr>
          </a:solidFill>
          <a:ln w="12700">
            <a:solidFill>
              <a:srgbClr val="FF3228"/>
            </a:solidFill>
          </a:ln>
        </p:spPr>
        <p:txBody>
          <a:bodyPr vert="horz" lIns="91440" tIns="45720" rIns="91440" bIns="45720" rtlCol="0">
            <a:normAutofit/>
          </a:bodyPr>
          <a:lstStyle>
            <a:lvl1pPr>
              <a:defRPr lang="es-ES" dirty="0"/>
            </a:lvl1pPr>
          </a:lstStyle>
          <a:p>
            <a:pPr lvl="0"/>
            <a:endParaRPr lang="es-ES" dirty="0"/>
          </a:p>
        </p:txBody>
      </p:sp>
      <p:sp>
        <p:nvSpPr>
          <p:cNvPr id="4" name="Marcador de número de diapositiva 3">
            <a:extLst>
              <a:ext uri="{FF2B5EF4-FFF2-40B4-BE49-F238E27FC236}">
                <a16:creationId xmlns:a16="http://schemas.microsoft.com/office/drawing/2014/main" id="{D430ADB0-29E8-4183-AE20-D83159E4C07D}"/>
              </a:ext>
            </a:extLst>
          </p:cNvPr>
          <p:cNvSpPr>
            <a:spLocks noGrp="1"/>
          </p:cNvSpPr>
          <p:nvPr>
            <p:ph type="sldNum" sz="quarter" idx="18"/>
          </p:nvPr>
        </p:nvSpPr>
        <p:spPr/>
        <p:txBody>
          <a:bodyPr/>
          <a:lstStyle/>
          <a:p>
            <a:fld id="{B005B2D1-880E-4846-A216-7D6770BA1332}" type="slidenum">
              <a:rPr lang="es-ES" smtClean="0"/>
              <a:pPr/>
              <a:t>‹Nº›</a:t>
            </a:fld>
            <a:endParaRPr lang="es-ES" dirty="0"/>
          </a:p>
        </p:txBody>
      </p:sp>
      <p:sp>
        <p:nvSpPr>
          <p:cNvPr id="16" name="Rectángulo 15">
            <a:extLst>
              <a:ext uri="{FF2B5EF4-FFF2-40B4-BE49-F238E27FC236}">
                <a16:creationId xmlns:a16="http://schemas.microsoft.com/office/drawing/2014/main" id="{96E7B0EF-E60B-4C99-93CC-1F4F6D612EB6}"/>
              </a:ext>
            </a:extLst>
          </p:cNvPr>
          <p:cNvSpPr/>
          <p:nvPr userDrawn="1"/>
        </p:nvSpPr>
        <p:spPr>
          <a:xfrm>
            <a:off x="13723938"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Gráfico 9">
            <a:extLst>
              <a:ext uri="{FF2B5EF4-FFF2-40B4-BE49-F238E27FC236}">
                <a16:creationId xmlns:a16="http://schemas.microsoft.com/office/drawing/2014/main" id="{31E16921-0A8F-4550-9360-FF9B9DC96C2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Tree>
    <p:extLst>
      <p:ext uri="{BB962C8B-B14F-4D97-AF65-F5344CB8AC3E}">
        <p14:creationId xmlns:p14="http://schemas.microsoft.com/office/powerpoint/2010/main" val="2508736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stacado rojo 01">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6813DD7-5AAB-469F-A55F-E0B0879C14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4" name="Rectángulo 3">
            <a:extLst>
              <a:ext uri="{FF2B5EF4-FFF2-40B4-BE49-F238E27FC236}">
                <a16:creationId xmlns:a16="http://schemas.microsoft.com/office/drawing/2014/main" id="{30F9259F-958B-42DA-8086-83650D25877B}"/>
              </a:ext>
            </a:extLst>
          </p:cNvPr>
          <p:cNvSpPr/>
          <p:nvPr userDrawn="1"/>
        </p:nvSpPr>
        <p:spPr>
          <a:xfrm>
            <a:off x="9708797" y="3308350"/>
            <a:ext cx="800100" cy="8001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Rectángulo 19">
            <a:extLst>
              <a:ext uri="{FF2B5EF4-FFF2-40B4-BE49-F238E27FC236}">
                <a16:creationId xmlns:a16="http://schemas.microsoft.com/office/drawing/2014/main" id="{A12ED80D-9979-4A2A-A7AF-1A927F9FF1EE}"/>
              </a:ext>
            </a:extLst>
          </p:cNvPr>
          <p:cNvSpPr/>
          <p:nvPr userDrawn="1"/>
        </p:nvSpPr>
        <p:spPr>
          <a:xfrm>
            <a:off x="5717823" y="3308350"/>
            <a:ext cx="800100" cy="8001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20">
            <a:extLst>
              <a:ext uri="{FF2B5EF4-FFF2-40B4-BE49-F238E27FC236}">
                <a16:creationId xmlns:a16="http://schemas.microsoft.com/office/drawing/2014/main" id="{84B03785-BFD2-44C5-BB4E-3B16BD97B804}"/>
              </a:ext>
            </a:extLst>
          </p:cNvPr>
          <p:cNvSpPr/>
          <p:nvPr userDrawn="1"/>
        </p:nvSpPr>
        <p:spPr>
          <a:xfrm>
            <a:off x="1712244" y="3308350"/>
            <a:ext cx="800100" cy="8001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ítulo 11">
            <a:extLst>
              <a:ext uri="{FF2B5EF4-FFF2-40B4-BE49-F238E27FC236}">
                <a16:creationId xmlns:a16="http://schemas.microsoft.com/office/drawing/2014/main" id="{E45EE8D0-3795-421B-8794-6F214183AE2D}"/>
              </a:ext>
            </a:extLst>
          </p:cNvPr>
          <p:cNvSpPr>
            <a:spLocks noGrp="1"/>
          </p:cNvSpPr>
          <p:nvPr>
            <p:ph type="title" hasCustomPrompt="1"/>
          </p:nvPr>
        </p:nvSpPr>
        <p:spPr>
          <a:xfrm>
            <a:off x="906463" y="1220611"/>
            <a:ext cx="7390870" cy="625828"/>
          </a:xfrm>
        </p:spPr>
        <p:txBody>
          <a:bodyPr lIns="0">
            <a:noAutofit/>
          </a:bodyPr>
          <a:lstStyle>
            <a:lvl1pPr>
              <a:defRPr sz="4300"/>
            </a:lvl1pPr>
          </a:lstStyle>
          <a:p>
            <a:r>
              <a:rPr lang="es-ES" dirty="0" err="1"/>
              <a:t>Lorem</a:t>
            </a:r>
            <a:r>
              <a:rPr lang="es-ES" dirty="0"/>
              <a:t> </a:t>
            </a:r>
            <a:r>
              <a:rPr lang="es-ES" dirty="0" err="1"/>
              <a:t>ipsum</a:t>
            </a:r>
            <a:r>
              <a:rPr lang="es-ES" dirty="0"/>
              <a:t> dolor </a:t>
            </a:r>
            <a:r>
              <a:rPr lang="es-ES" dirty="0" err="1"/>
              <a:t>sit</a:t>
            </a:r>
            <a:r>
              <a:rPr lang="es-ES" dirty="0"/>
              <a:t> </a:t>
            </a:r>
            <a:r>
              <a:rPr lang="es-ES" dirty="0" err="1"/>
              <a:t>ipsum</a:t>
            </a:r>
            <a:endParaRPr lang="es-ES" dirty="0"/>
          </a:p>
        </p:txBody>
      </p:sp>
      <p:sp>
        <p:nvSpPr>
          <p:cNvPr id="13" name="Marcador de texto 17">
            <a:extLst>
              <a:ext uri="{FF2B5EF4-FFF2-40B4-BE49-F238E27FC236}">
                <a16:creationId xmlns:a16="http://schemas.microsoft.com/office/drawing/2014/main" id="{7D66B800-7A66-4A48-A91A-7D0987C03448}"/>
              </a:ext>
            </a:extLst>
          </p:cNvPr>
          <p:cNvSpPr>
            <a:spLocks noGrp="1"/>
          </p:cNvSpPr>
          <p:nvPr>
            <p:ph type="body" sz="quarter" idx="22" hasCustomPrompt="1"/>
          </p:nvPr>
        </p:nvSpPr>
        <p:spPr>
          <a:xfrm>
            <a:off x="1704624" y="5100648"/>
            <a:ext cx="3262487" cy="1819441"/>
          </a:xfrm>
        </p:spPr>
        <p:txBody>
          <a:bodyPr lIns="0">
            <a:noAutofit/>
          </a:bodyPr>
          <a:lstStyle>
            <a:lvl1pPr marL="0" indent="0">
              <a:lnSpc>
                <a:spcPts val="1700"/>
              </a:lnSpc>
              <a:spcBef>
                <a:spcPts val="900"/>
              </a:spcBef>
              <a:buNone/>
              <a:defRPr sz="1440" b="0">
                <a:solidFill>
                  <a:schemeClr val="bg1"/>
                </a:solidFill>
              </a:defRPr>
            </a:lvl1pPr>
          </a:lstStyle>
          <a:p>
            <a:pPr lvl="0"/>
            <a:r>
              <a:rPr lang="es-ES" dirty="0"/>
              <a:t>Ma </a:t>
            </a:r>
            <a:r>
              <a:rPr lang="es-ES" dirty="0" err="1"/>
              <a:t>vendest</a:t>
            </a:r>
            <a:r>
              <a:rPr lang="es-ES" dirty="0"/>
              <a:t> as qui </a:t>
            </a:r>
            <a:r>
              <a:rPr lang="es-ES" dirty="0" err="1"/>
              <a:t>beaPoribus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quid </a:t>
            </a:r>
            <a:r>
              <a:rPr lang="es-ES" dirty="0" err="1"/>
              <a:t>ullestrum</a:t>
            </a:r>
            <a:r>
              <a:rPr lang="es-ES" dirty="0"/>
              <a:t> quia </a:t>
            </a:r>
            <a:r>
              <a:rPr lang="es-ES" dirty="0" err="1"/>
              <a:t>estemqu</a:t>
            </a:r>
            <a:r>
              <a:rPr lang="es-ES" dirty="0"/>
              <a:t>.</a:t>
            </a:r>
          </a:p>
          <a:p>
            <a:pPr lvl="0"/>
            <a:r>
              <a:rPr lang="es-ES" dirty="0" err="1"/>
              <a:t>Estemque</a:t>
            </a:r>
            <a:r>
              <a:rPr lang="es-ES" dirty="0"/>
              <a:t> </a:t>
            </a:r>
            <a:r>
              <a:rPr lang="es-ES" dirty="0" err="1"/>
              <a:t>Lorem</a:t>
            </a:r>
            <a:r>
              <a:rPr lang="es-ES" dirty="0"/>
              <a:t> </a:t>
            </a:r>
            <a:r>
              <a:rPr lang="es-ES" dirty="0" err="1"/>
              <a:t>ipsum</a:t>
            </a:r>
            <a:r>
              <a:rPr lang="es-ES" dirty="0"/>
              <a:t> </a:t>
            </a:r>
            <a:r>
              <a:rPr lang="es-ES" dirty="0" err="1"/>
              <a:t>milupta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quiadit</a:t>
            </a:r>
            <a:r>
              <a:rPr lang="es-ES" dirty="0"/>
              <a:t> </a:t>
            </a:r>
            <a:r>
              <a:rPr lang="es-ES" dirty="0" err="1"/>
              <a:t>samus</a:t>
            </a:r>
            <a:r>
              <a:rPr lang="es-ES" dirty="0"/>
              <a:t> </a:t>
            </a:r>
            <a:r>
              <a:rPr lang="es-ES" dirty="0" err="1"/>
              <a:t>amsa</a:t>
            </a:r>
            <a:r>
              <a:rPr lang="es-ES" dirty="0"/>
              <a:t> </a:t>
            </a:r>
            <a:r>
              <a:rPr lang="es-ES" dirty="0" err="1"/>
              <a:t>conse</a:t>
            </a:r>
            <a:r>
              <a:rPr lang="es-ES" dirty="0"/>
              <a:t> </a:t>
            </a:r>
            <a:r>
              <a:rPr lang="es-ES" dirty="0" err="1"/>
              <a:t>conet</a:t>
            </a:r>
            <a:r>
              <a:rPr lang="es-ES" dirty="0"/>
              <a:t> </a:t>
            </a:r>
            <a:r>
              <a:rPr lang="es-ES" dirty="0" err="1"/>
              <a:t>ullabor</a:t>
            </a:r>
            <a:r>
              <a:rPr lang="es-ES" dirty="0"/>
              <a:t>.</a:t>
            </a:r>
          </a:p>
        </p:txBody>
      </p:sp>
      <p:sp>
        <p:nvSpPr>
          <p:cNvPr id="14" name="Marcador de texto 17">
            <a:extLst>
              <a:ext uri="{FF2B5EF4-FFF2-40B4-BE49-F238E27FC236}">
                <a16:creationId xmlns:a16="http://schemas.microsoft.com/office/drawing/2014/main" id="{17103512-22F3-4B94-A25D-048AE848AB37}"/>
              </a:ext>
            </a:extLst>
          </p:cNvPr>
          <p:cNvSpPr>
            <a:spLocks noGrp="1"/>
          </p:cNvSpPr>
          <p:nvPr>
            <p:ph type="body" sz="quarter" idx="15" hasCustomPrompt="1"/>
          </p:nvPr>
        </p:nvSpPr>
        <p:spPr>
          <a:xfrm>
            <a:off x="1704624" y="4295110"/>
            <a:ext cx="2833509" cy="805538"/>
          </a:xfrm>
        </p:spPr>
        <p:txBody>
          <a:bodyPr lIns="0">
            <a:noAutofit/>
          </a:bodyPr>
          <a:lstStyle>
            <a:lvl1pPr marL="0" indent="0">
              <a:lnSpc>
                <a:spcPts val="2800"/>
              </a:lnSpc>
              <a:buNone/>
              <a:defRPr sz="2200" b="1">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15" name="Marcador de texto 17">
            <a:extLst>
              <a:ext uri="{FF2B5EF4-FFF2-40B4-BE49-F238E27FC236}">
                <a16:creationId xmlns:a16="http://schemas.microsoft.com/office/drawing/2014/main" id="{D38D5DB7-327A-41B5-90F2-CBC66EE13DBD}"/>
              </a:ext>
            </a:extLst>
          </p:cNvPr>
          <p:cNvSpPr>
            <a:spLocks noGrp="1"/>
          </p:cNvSpPr>
          <p:nvPr>
            <p:ph type="body" sz="quarter" idx="23" hasCustomPrompt="1"/>
          </p:nvPr>
        </p:nvSpPr>
        <p:spPr>
          <a:xfrm>
            <a:off x="5717823" y="5100648"/>
            <a:ext cx="3262487" cy="1819441"/>
          </a:xfrm>
        </p:spPr>
        <p:txBody>
          <a:bodyPr lIns="0">
            <a:noAutofit/>
          </a:bodyPr>
          <a:lstStyle>
            <a:lvl1pPr marL="0" indent="0">
              <a:lnSpc>
                <a:spcPts val="1700"/>
              </a:lnSpc>
              <a:spcBef>
                <a:spcPts val="900"/>
              </a:spcBef>
              <a:buNone/>
              <a:defRPr sz="1440" b="0">
                <a:solidFill>
                  <a:schemeClr val="bg1"/>
                </a:solidFill>
              </a:defRPr>
            </a:lvl1pPr>
          </a:lstStyle>
          <a:p>
            <a:pPr lvl="0"/>
            <a:r>
              <a:rPr lang="es-ES" dirty="0"/>
              <a:t>Ma </a:t>
            </a:r>
            <a:r>
              <a:rPr lang="es-ES" dirty="0" err="1"/>
              <a:t>vendest</a:t>
            </a:r>
            <a:r>
              <a:rPr lang="es-ES" dirty="0"/>
              <a:t> as qui </a:t>
            </a:r>
            <a:r>
              <a:rPr lang="es-ES" dirty="0" err="1"/>
              <a:t>beaPoribus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quid </a:t>
            </a:r>
            <a:r>
              <a:rPr lang="es-ES" dirty="0" err="1"/>
              <a:t>ullestrum</a:t>
            </a:r>
            <a:r>
              <a:rPr lang="es-ES" dirty="0"/>
              <a:t> quia </a:t>
            </a:r>
            <a:r>
              <a:rPr lang="es-ES" dirty="0" err="1"/>
              <a:t>estemqu</a:t>
            </a:r>
            <a:r>
              <a:rPr lang="es-ES" dirty="0"/>
              <a:t>.</a:t>
            </a:r>
          </a:p>
          <a:p>
            <a:pPr lvl="0"/>
            <a:r>
              <a:rPr lang="es-ES" dirty="0" err="1"/>
              <a:t>Estemque</a:t>
            </a:r>
            <a:r>
              <a:rPr lang="es-ES" dirty="0"/>
              <a:t> </a:t>
            </a:r>
            <a:r>
              <a:rPr lang="es-ES" dirty="0" err="1"/>
              <a:t>Lorem</a:t>
            </a:r>
            <a:r>
              <a:rPr lang="es-ES" dirty="0"/>
              <a:t> </a:t>
            </a:r>
            <a:r>
              <a:rPr lang="es-ES" dirty="0" err="1"/>
              <a:t>ipsum</a:t>
            </a:r>
            <a:r>
              <a:rPr lang="es-ES" dirty="0"/>
              <a:t> </a:t>
            </a:r>
            <a:r>
              <a:rPr lang="es-ES" dirty="0" err="1"/>
              <a:t>milupta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quiadit</a:t>
            </a:r>
            <a:r>
              <a:rPr lang="es-ES" dirty="0"/>
              <a:t> </a:t>
            </a:r>
            <a:r>
              <a:rPr lang="es-ES" dirty="0" err="1"/>
              <a:t>samus</a:t>
            </a:r>
            <a:r>
              <a:rPr lang="es-ES" dirty="0"/>
              <a:t> </a:t>
            </a:r>
            <a:r>
              <a:rPr lang="es-ES" dirty="0" err="1"/>
              <a:t>amsa</a:t>
            </a:r>
            <a:r>
              <a:rPr lang="es-ES" dirty="0"/>
              <a:t> </a:t>
            </a:r>
            <a:r>
              <a:rPr lang="es-ES" dirty="0" err="1"/>
              <a:t>conse</a:t>
            </a:r>
            <a:r>
              <a:rPr lang="es-ES" dirty="0"/>
              <a:t> </a:t>
            </a:r>
            <a:r>
              <a:rPr lang="es-ES" dirty="0" err="1"/>
              <a:t>conet</a:t>
            </a:r>
            <a:r>
              <a:rPr lang="es-ES" dirty="0"/>
              <a:t> </a:t>
            </a:r>
            <a:r>
              <a:rPr lang="es-ES" dirty="0" err="1"/>
              <a:t>ullabor</a:t>
            </a:r>
            <a:r>
              <a:rPr lang="es-ES" dirty="0"/>
              <a:t>.</a:t>
            </a:r>
          </a:p>
        </p:txBody>
      </p:sp>
      <p:sp>
        <p:nvSpPr>
          <p:cNvPr id="16" name="Marcador de texto 17">
            <a:extLst>
              <a:ext uri="{FF2B5EF4-FFF2-40B4-BE49-F238E27FC236}">
                <a16:creationId xmlns:a16="http://schemas.microsoft.com/office/drawing/2014/main" id="{135959A0-73A1-4A20-8540-8FF5678BCD75}"/>
              </a:ext>
            </a:extLst>
          </p:cNvPr>
          <p:cNvSpPr>
            <a:spLocks noGrp="1"/>
          </p:cNvSpPr>
          <p:nvPr>
            <p:ph type="body" sz="quarter" idx="24" hasCustomPrompt="1"/>
          </p:nvPr>
        </p:nvSpPr>
        <p:spPr>
          <a:xfrm>
            <a:off x="5717823" y="4295110"/>
            <a:ext cx="2833509" cy="805538"/>
          </a:xfrm>
        </p:spPr>
        <p:txBody>
          <a:bodyPr lIns="0">
            <a:noAutofit/>
          </a:bodyPr>
          <a:lstStyle>
            <a:lvl1pPr marL="0" indent="0">
              <a:lnSpc>
                <a:spcPts val="2800"/>
              </a:lnSpc>
              <a:buNone/>
              <a:defRPr sz="2200" b="1">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17" name="Marcador de texto 17">
            <a:extLst>
              <a:ext uri="{FF2B5EF4-FFF2-40B4-BE49-F238E27FC236}">
                <a16:creationId xmlns:a16="http://schemas.microsoft.com/office/drawing/2014/main" id="{0255EA5E-DA24-4DFD-B54F-784F7AF35D5B}"/>
              </a:ext>
            </a:extLst>
          </p:cNvPr>
          <p:cNvSpPr>
            <a:spLocks noGrp="1"/>
          </p:cNvSpPr>
          <p:nvPr>
            <p:ph type="body" sz="quarter" idx="25" hasCustomPrompt="1"/>
          </p:nvPr>
        </p:nvSpPr>
        <p:spPr>
          <a:xfrm>
            <a:off x="9731022" y="5100648"/>
            <a:ext cx="3262487" cy="1819441"/>
          </a:xfrm>
        </p:spPr>
        <p:txBody>
          <a:bodyPr lIns="0">
            <a:noAutofit/>
          </a:bodyPr>
          <a:lstStyle>
            <a:lvl1pPr marL="0" indent="0">
              <a:lnSpc>
                <a:spcPts val="1700"/>
              </a:lnSpc>
              <a:spcBef>
                <a:spcPts val="900"/>
              </a:spcBef>
              <a:buNone/>
              <a:defRPr sz="1440" b="0">
                <a:solidFill>
                  <a:schemeClr val="bg1"/>
                </a:solidFill>
              </a:defRPr>
            </a:lvl1pPr>
          </a:lstStyle>
          <a:p>
            <a:pPr lvl="0"/>
            <a:r>
              <a:rPr lang="es-ES" dirty="0"/>
              <a:t>Ma </a:t>
            </a:r>
            <a:r>
              <a:rPr lang="es-ES" dirty="0" err="1"/>
              <a:t>vendest</a:t>
            </a:r>
            <a:r>
              <a:rPr lang="es-ES" dirty="0"/>
              <a:t> as qui </a:t>
            </a:r>
            <a:r>
              <a:rPr lang="es-ES" dirty="0" err="1"/>
              <a:t>beaPoribus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quid </a:t>
            </a:r>
            <a:r>
              <a:rPr lang="es-ES" dirty="0" err="1"/>
              <a:t>ullestrum</a:t>
            </a:r>
            <a:r>
              <a:rPr lang="es-ES" dirty="0"/>
              <a:t> quia </a:t>
            </a:r>
            <a:r>
              <a:rPr lang="es-ES" dirty="0" err="1"/>
              <a:t>estemqu</a:t>
            </a:r>
            <a:r>
              <a:rPr lang="es-ES" dirty="0"/>
              <a:t>.</a:t>
            </a:r>
          </a:p>
          <a:p>
            <a:pPr lvl="0"/>
            <a:r>
              <a:rPr lang="es-ES" dirty="0" err="1"/>
              <a:t>Estemque</a:t>
            </a:r>
            <a:r>
              <a:rPr lang="es-ES" dirty="0"/>
              <a:t> </a:t>
            </a:r>
            <a:r>
              <a:rPr lang="es-ES" dirty="0" err="1"/>
              <a:t>Lorem</a:t>
            </a:r>
            <a:r>
              <a:rPr lang="es-ES" dirty="0"/>
              <a:t> </a:t>
            </a:r>
            <a:r>
              <a:rPr lang="es-ES" dirty="0" err="1"/>
              <a:t>ipsum</a:t>
            </a:r>
            <a:r>
              <a:rPr lang="es-ES" dirty="0"/>
              <a:t> </a:t>
            </a:r>
            <a:r>
              <a:rPr lang="es-ES" dirty="0" err="1"/>
              <a:t>milupta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quiadit</a:t>
            </a:r>
            <a:r>
              <a:rPr lang="es-ES" dirty="0"/>
              <a:t> </a:t>
            </a:r>
            <a:r>
              <a:rPr lang="es-ES" dirty="0" err="1"/>
              <a:t>samus</a:t>
            </a:r>
            <a:r>
              <a:rPr lang="es-ES" dirty="0"/>
              <a:t> </a:t>
            </a:r>
            <a:r>
              <a:rPr lang="es-ES" dirty="0" err="1"/>
              <a:t>amsa</a:t>
            </a:r>
            <a:r>
              <a:rPr lang="es-ES" dirty="0"/>
              <a:t> </a:t>
            </a:r>
            <a:r>
              <a:rPr lang="es-ES" dirty="0" err="1"/>
              <a:t>conse</a:t>
            </a:r>
            <a:r>
              <a:rPr lang="es-ES" dirty="0"/>
              <a:t> </a:t>
            </a:r>
            <a:r>
              <a:rPr lang="es-ES" dirty="0" err="1"/>
              <a:t>conet</a:t>
            </a:r>
            <a:r>
              <a:rPr lang="es-ES" dirty="0"/>
              <a:t> </a:t>
            </a:r>
            <a:r>
              <a:rPr lang="es-ES" dirty="0" err="1"/>
              <a:t>ullabor</a:t>
            </a:r>
            <a:r>
              <a:rPr lang="es-ES" dirty="0"/>
              <a:t>.</a:t>
            </a:r>
          </a:p>
        </p:txBody>
      </p:sp>
      <p:sp>
        <p:nvSpPr>
          <p:cNvPr id="18" name="Marcador de texto 17">
            <a:extLst>
              <a:ext uri="{FF2B5EF4-FFF2-40B4-BE49-F238E27FC236}">
                <a16:creationId xmlns:a16="http://schemas.microsoft.com/office/drawing/2014/main" id="{6E9F5C62-B4A7-41AD-B76A-EE9A620CFDBA}"/>
              </a:ext>
            </a:extLst>
          </p:cNvPr>
          <p:cNvSpPr>
            <a:spLocks noGrp="1"/>
          </p:cNvSpPr>
          <p:nvPr>
            <p:ph type="body" sz="quarter" idx="26" hasCustomPrompt="1"/>
          </p:nvPr>
        </p:nvSpPr>
        <p:spPr>
          <a:xfrm>
            <a:off x="9731022" y="4295110"/>
            <a:ext cx="2833509" cy="805538"/>
          </a:xfrm>
        </p:spPr>
        <p:txBody>
          <a:bodyPr lIns="0">
            <a:noAutofit/>
          </a:bodyPr>
          <a:lstStyle>
            <a:lvl1pPr marL="0" indent="0">
              <a:lnSpc>
                <a:spcPts val="2800"/>
              </a:lnSpc>
              <a:buNone/>
              <a:defRPr sz="2200" b="1">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24" name="CuadroTexto 23">
            <a:extLst>
              <a:ext uri="{FF2B5EF4-FFF2-40B4-BE49-F238E27FC236}">
                <a16:creationId xmlns:a16="http://schemas.microsoft.com/office/drawing/2014/main" id="{FA4665B7-FA7B-481D-B03C-01821A72BCB7}"/>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28" name="Marcador de número de diapositiva 1">
            <a:extLst>
              <a:ext uri="{FF2B5EF4-FFF2-40B4-BE49-F238E27FC236}">
                <a16:creationId xmlns:a16="http://schemas.microsoft.com/office/drawing/2014/main" id="{8D50867C-CB97-40D7-9852-5217F1B68BFA}"/>
              </a:ext>
            </a:extLst>
          </p:cNvPr>
          <p:cNvSpPr>
            <a:spLocks noGrp="1"/>
          </p:cNvSpPr>
          <p:nvPr>
            <p:ph type="sldNum" sz="quarter" idx="30"/>
          </p:nvPr>
        </p:nvSpPr>
        <p:spPr>
          <a:xfrm>
            <a:off x="7000489" y="7763089"/>
            <a:ext cx="629422" cy="395242"/>
          </a:xfrm>
        </p:spPr>
        <p:txBody>
          <a:bodyPr/>
          <a:lstStyle/>
          <a:p>
            <a:fld id="{B005B2D1-880E-4846-A216-7D6770BA1332}" type="slidenum">
              <a:rPr lang="es-ES" smtClean="0"/>
              <a:pPr/>
              <a:t>‹Nº›</a:t>
            </a:fld>
            <a:endParaRPr lang="es-ES" dirty="0"/>
          </a:p>
        </p:txBody>
      </p:sp>
      <p:sp>
        <p:nvSpPr>
          <p:cNvPr id="29" name="Rectángulo 28">
            <a:extLst>
              <a:ext uri="{FF2B5EF4-FFF2-40B4-BE49-F238E27FC236}">
                <a16:creationId xmlns:a16="http://schemas.microsoft.com/office/drawing/2014/main" id="{639C77E3-4418-4CF8-8DB6-6EAEF652764C}"/>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9" name="Gráfico 18">
            <a:extLst>
              <a:ext uri="{FF2B5EF4-FFF2-40B4-BE49-F238E27FC236}">
                <a16:creationId xmlns:a16="http://schemas.microsoft.com/office/drawing/2014/main" id="{35B930F3-1326-4124-9326-5D4EF0AF7D5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8528539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estacado rojo  02">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E0E9459-B8E5-4C8D-B2B6-4F0E78FC7B0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2" name="Título 11">
            <a:extLst>
              <a:ext uri="{FF2B5EF4-FFF2-40B4-BE49-F238E27FC236}">
                <a16:creationId xmlns:a16="http://schemas.microsoft.com/office/drawing/2014/main" id="{E45EE8D0-3795-421B-8794-6F214183AE2D}"/>
              </a:ext>
            </a:extLst>
          </p:cNvPr>
          <p:cNvSpPr>
            <a:spLocks noGrp="1"/>
          </p:cNvSpPr>
          <p:nvPr>
            <p:ph type="title" hasCustomPrompt="1"/>
          </p:nvPr>
        </p:nvSpPr>
        <p:spPr>
          <a:xfrm>
            <a:off x="906463" y="2321558"/>
            <a:ext cx="4811360" cy="1017545"/>
          </a:xfrm>
        </p:spPr>
        <p:txBody>
          <a:bodyPr lIns="0">
            <a:noAutofit/>
          </a:bodyPr>
          <a:lstStyle>
            <a:lvl1pPr>
              <a:defRPr sz="4300"/>
            </a:lvl1pPr>
          </a:lstStyle>
          <a:p>
            <a:r>
              <a:rPr lang="es-ES" dirty="0" err="1"/>
              <a:t>Lorem</a:t>
            </a:r>
            <a:r>
              <a:rPr lang="es-ES" dirty="0"/>
              <a:t> </a:t>
            </a:r>
            <a:r>
              <a:rPr lang="es-ES" dirty="0" err="1"/>
              <a:t>ipsum</a:t>
            </a:r>
            <a:r>
              <a:rPr lang="es-ES" dirty="0"/>
              <a:t> dolor </a:t>
            </a:r>
            <a:r>
              <a:rPr lang="es-ES" dirty="0" err="1"/>
              <a:t>sit</a:t>
            </a:r>
            <a:r>
              <a:rPr lang="es-ES" dirty="0"/>
              <a:t> </a:t>
            </a:r>
            <a:r>
              <a:rPr lang="es-ES" dirty="0" err="1"/>
              <a:t>ipsum</a:t>
            </a:r>
            <a:endParaRPr lang="es-ES" dirty="0"/>
          </a:p>
        </p:txBody>
      </p:sp>
      <p:sp>
        <p:nvSpPr>
          <p:cNvPr id="19" name="Marcador de texto 17">
            <a:extLst>
              <a:ext uri="{FF2B5EF4-FFF2-40B4-BE49-F238E27FC236}">
                <a16:creationId xmlns:a16="http://schemas.microsoft.com/office/drawing/2014/main" id="{35A5DA2D-4E6F-40F0-8594-B41F695D394D}"/>
              </a:ext>
            </a:extLst>
          </p:cNvPr>
          <p:cNvSpPr>
            <a:spLocks noGrp="1"/>
          </p:cNvSpPr>
          <p:nvPr>
            <p:ph type="body" sz="quarter" idx="28" hasCustomPrompt="1"/>
          </p:nvPr>
        </p:nvSpPr>
        <p:spPr>
          <a:xfrm>
            <a:off x="7746685" y="2734672"/>
            <a:ext cx="2322846" cy="1098511"/>
          </a:xfrm>
        </p:spPr>
        <p:txBody>
          <a:bodyPr lIns="0">
            <a:noAutofit/>
          </a:bodyPr>
          <a:lstStyle>
            <a:lvl1pPr marL="0" indent="0" algn="ctr">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20" name="Marcador de texto 17">
            <a:extLst>
              <a:ext uri="{FF2B5EF4-FFF2-40B4-BE49-F238E27FC236}">
                <a16:creationId xmlns:a16="http://schemas.microsoft.com/office/drawing/2014/main" id="{6F9A1F28-DDBB-46FB-AD57-A8D447F0945F}"/>
              </a:ext>
            </a:extLst>
          </p:cNvPr>
          <p:cNvSpPr>
            <a:spLocks noGrp="1"/>
          </p:cNvSpPr>
          <p:nvPr>
            <p:ph type="body" sz="quarter" idx="29" hasCustomPrompt="1"/>
          </p:nvPr>
        </p:nvSpPr>
        <p:spPr>
          <a:xfrm>
            <a:off x="7746686" y="2251915"/>
            <a:ext cx="2322845" cy="462209"/>
          </a:xfrm>
        </p:spPr>
        <p:txBody>
          <a:bodyPr lIns="0">
            <a:normAutofit/>
          </a:bodyPr>
          <a:lstStyle>
            <a:lvl1pPr marL="0" indent="0" algn="ctr">
              <a:lnSpc>
                <a:spcPts val="2800"/>
              </a:lnSpc>
              <a:buNone/>
              <a:defRPr sz="2800" b="1">
                <a:solidFill>
                  <a:schemeClr val="bg1"/>
                </a:solidFill>
              </a:defRPr>
            </a:lvl1pPr>
          </a:lstStyle>
          <a:p>
            <a:pPr lvl="0"/>
            <a:r>
              <a:rPr lang="es-ES" dirty="0" err="1"/>
              <a:t>Lorem</a:t>
            </a:r>
            <a:r>
              <a:rPr lang="es-ES" dirty="0"/>
              <a:t> </a:t>
            </a:r>
            <a:r>
              <a:rPr lang="es-ES" dirty="0" err="1"/>
              <a:t>ipsum</a:t>
            </a:r>
            <a:endParaRPr lang="es-ES" dirty="0"/>
          </a:p>
        </p:txBody>
      </p:sp>
      <p:sp>
        <p:nvSpPr>
          <p:cNvPr id="21" name="Marcador de texto 17">
            <a:extLst>
              <a:ext uri="{FF2B5EF4-FFF2-40B4-BE49-F238E27FC236}">
                <a16:creationId xmlns:a16="http://schemas.microsoft.com/office/drawing/2014/main" id="{B3CCE7E5-483B-4D05-A9C8-5D66C5A57396}"/>
              </a:ext>
            </a:extLst>
          </p:cNvPr>
          <p:cNvSpPr>
            <a:spLocks noGrp="1"/>
          </p:cNvSpPr>
          <p:nvPr>
            <p:ph type="body" sz="quarter" idx="16" hasCustomPrompt="1"/>
          </p:nvPr>
        </p:nvSpPr>
        <p:spPr>
          <a:xfrm>
            <a:off x="906463" y="3616193"/>
            <a:ext cx="5699820" cy="341133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a:t>
            </a:r>
          </a:p>
          <a:p>
            <a:pPr lvl="0"/>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a:t>
            </a:r>
            <a:r>
              <a:rPr lang="es-ES" dirty="0"/>
              <a:t>.</a:t>
            </a:r>
          </a:p>
          <a:p>
            <a:pPr marL="0" marR="0" lvl="0" indent="0" algn="l" defTabSz="1097280" rtl="0" eaLnBrk="1" fontAlgn="auto" latinLnBrk="0" hangingPunct="1">
              <a:lnSpc>
                <a:spcPts val="1700"/>
              </a:lnSpc>
              <a:spcBef>
                <a:spcPts val="900"/>
              </a:spcBef>
              <a:spcAft>
                <a:spcPts val="0"/>
              </a:spcAft>
              <a:buClr>
                <a:srgbClr val="FF3228"/>
              </a:buClr>
              <a:buSzTx/>
              <a:buFont typeface="Wingdings" panose="05000000000000000000" pitchFamily="2" charset="2"/>
              <a:buNone/>
              <a:tabLst/>
              <a:defRPr/>
            </a:pPr>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a:t>
            </a:r>
            <a:r>
              <a:rPr lang="es-ES" dirty="0"/>
              <a:t> </a:t>
            </a:r>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a:t>
            </a:r>
          </a:p>
        </p:txBody>
      </p:sp>
      <p:sp>
        <p:nvSpPr>
          <p:cNvPr id="23" name="Marcador de texto 17">
            <a:extLst>
              <a:ext uri="{FF2B5EF4-FFF2-40B4-BE49-F238E27FC236}">
                <a16:creationId xmlns:a16="http://schemas.microsoft.com/office/drawing/2014/main" id="{640C55DC-E61D-45D3-A700-DB5918588A99}"/>
              </a:ext>
            </a:extLst>
          </p:cNvPr>
          <p:cNvSpPr>
            <a:spLocks noGrp="1"/>
          </p:cNvSpPr>
          <p:nvPr>
            <p:ph type="body" sz="quarter" idx="30" hasCustomPrompt="1"/>
          </p:nvPr>
        </p:nvSpPr>
        <p:spPr>
          <a:xfrm>
            <a:off x="10947549" y="2734672"/>
            <a:ext cx="2322846" cy="1098511"/>
          </a:xfrm>
        </p:spPr>
        <p:txBody>
          <a:bodyPr lIns="0">
            <a:noAutofit/>
          </a:bodyPr>
          <a:lstStyle>
            <a:lvl1pPr marL="0" indent="0" algn="ctr">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24" name="Marcador de texto 17">
            <a:extLst>
              <a:ext uri="{FF2B5EF4-FFF2-40B4-BE49-F238E27FC236}">
                <a16:creationId xmlns:a16="http://schemas.microsoft.com/office/drawing/2014/main" id="{24A76FCA-CB34-4B58-8F61-D8981ED6F85C}"/>
              </a:ext>
            </a:extLst>
          </p:cNvPr>
          <p:cNvSpPr>
            <a:spLocks noGrp="1"/>
          </p:cNvSpPr>
          <p:nvPr>
            <p:ph type="body" sz="quarter" idx="31" hasCustomPrompt="1"/>
          </p:nvPr>
        </p:nvSpPr>
        <p:spPr>
          <a:xfrm>
            <a:off x="10947550" y="2251915"/>
            <a:ext cx="2322845" cy="462209"/>
          </a:xfrm>
        </p:spPr>
        <p:txBody>
          <a:bodyPr lIns="0">
            <a:normAutofit/>
          </a:bodyPr>
          <a:lstStyle>
            <a:lvl1pPr marL="0" indent="0" algn="ctr">
              <a:lnSpc>
                <a:spcPts val="2800"/>
              </a:lnSpc>
              <a:buNone/>
              <a:defRPr sz="2800" b="1">
                <a:solidFill>
                  <a:schemeClr val="bg1"/>
                </a:solidFill>
              </a:defRPr>
            </a:lvl1pPr>
          </a:lstStyle>
          <a:p>
            <a:pPr lvl="0"/>
            <a:r>
              <a:rPr lang="es-ES" dirty="0" err="1"/>
              <a:t>Lorem</a:t>
            </a:r>
            <a:r>
              <a:rPr lang="es-ES" dirty="0"/>
              <a:t> </a:t>
            </a:r>
            <a:r>
              <a:rPr lang="es-ES" dirty="0" err="1"/>
              <a:t>ipsum</a:t>
            </a:r>
            <a:endParaRPr lang="es-ES" dirty="0"/>
          </a:p>
        </p:txBody>
      </p:sp>
      <p:sp>
        <p:nvSpPr>
          <p:cNvPr id="28" name="Marcador de texto 17">
            <a:extLst>
              <a:ext uri="{FF2B5EF4-FFF2-40B4-BE49-F238E27FC236}">
                <a16:creationId xmlns:a16="http://schemas.microsoft.com/office/drawing/2014/main" id="{952B7A81-FFDE-4C63-97B3-995F4AC8BA8A}"/>
              </a:ext>
            </a:extLst>
          </p:cNvPr>
          <p:cNvSpPr>
            <a:spLocks noGrp="1"/>
          </p:cNvSpPr>
          <p:nvPr>
            <p:ph type="body" sz="quarter" idx="32" hasCustomPrompt="1"/>
          </p:nvPr>
        </p:nvSpPr>
        <p:spPr>
          <a:xfrm>
            <a:off x="7746685" y="6039330"/>
            <a:ext cx="2322846" cy="1098511"/>
          </a:xfrm>
        </p:spPr>
        <p:txBody>
          <a:bodyPr lIns="0">
            <a:noAutofit/>
          </a:bodyPr>
          <a:lstStyle>
            <a:lvl1pPr marL="0" indent="0" algn="ctr">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29" name="Marcador de texto 17">
            <a:extLst>
              <a:ext uri="{FF2B5EF4-FFF2-40B4-BE49-F238E27FC236}">
                <a16:creationId xmlns:a16="http://schemas.microsoft.com/office/drawing/2014/main" id="{65652406-D231-444A-977F-5CA411D79B74}"/>
              </a:ext>
            </a:extLst>
          </p:cNvPr>
          <p:cNvSpPr>
            <a:spLocks noGrp="1"/>
          </p:cNvSpPr>
          <p:nvPr>
            <p:ph type="body" sz="quarter" idx="33" hasCustomPrompt="1"/>
          </p:nvPr>
        </p:nvSpPr>
        <p:spPr>
          <a:xfrm>
            <a:off x="7746686" y="5556573"/>
            <a:ext cx="2322845" cy="462209"/>
          </a:xfrm>
        </p:spPr>
        <p:txBody>
          <a:bodyPr lIns="0">
            <a:normAutofit/>
          </a:bodyPr>
          <a:lstStyle>
            <a:lvl1pPr marL="0" indent="0" algn="ctr">
              <a:lnSpc>
                <a:spcPts val="2800"/>
              </a:lnSpc>
              <a:buNone/>
              <a:defRPr sz="2800" b="1">
                <a:solidFill>
                  <a:schemeClr val="bg1"/>
                </a:solidFill>
              </a:defRPr>
            </a:lvl1pPr>
          </a:lstStyle>
          <a:p>
            <a:pPr lvl="0"/>
            <a:r>
              <a:rPr lang="es-ES" dirty="0" err="1"/>
              <a:t>Lorem</a:t>
            </a:r>
            <a:r>
              <a:rPr lang="es-ES" dirty="0"/>
              <a:t> </a:t>
            </a:r>
            <a:r>
              <a:rPr lang="es-ES" dirty="0" err="1"/>
              <a:t>ipsum</a:t>
            </a:r>
            <a:endParaRPr lang="es-ES" dirty="0"/>
          </a:p>
        </p:txBody>
      </p:sp>
      <p:sp>
        <p:nvSpPr>
          <p:cNvPr id="30" name="Marcador de texto 17">
            <a:extLst>
              <a:ext uri="{FF2B5EF4-FFF2-40B4-BE49-F238E27FC236}">
                <a16:creationId xmlns:a16="http://schemas.microsoft.com/office/drawing/2014/main" id="{E4D2A615-C2E7-4A9B-A1AA-BB9CE7C687CB}"/>
              </a:ext>
            </a:extLst>
          </p:cNvPr>
          <p:cNvSpPr>
            <a:spLocks noGrp="1"/>
          </p:cNvSpPr>
          <p:nvPr>
            <p:ph type="body" sz="quarter" idx="34" hasCustomPrompt="1"/>
          </p:nvPr>
        </p:nvSpPr>
        <p:spPr>
          <a:xfrm>
            <a:off x="10947549" y="6039330"/>
            <a:ext cx="2322846" cy="1098511"/>
          </a:xfrm>
        </p:spPr>
        <p:txBody>
          <a:bodyPr lIns="0">
            <a:noAutofit/>
          </a:bodyPr>
          <a:lstStyle>
            <a:lvl1pPr marL="0" indent="0" algn="ctr">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31" name="Marcador de texto 17">
            <a:extLst>
              <a:ext uri="{FF2B5EF4-FFF2-40B4-BE49-F238E27FC236}">
                <a16:creationId xmlns:a16="http://schemas.microsoft.com/office/drawing/2014/main" id="{672FC0A1-441D-4DF9-82A5-463E836C04E9}"/>
              </a:ext>
            </a:extLst>
          </p:cNvPr>
          <p:cNvSpPr>
            <a:spLocks noGrp="1"/>
          </p:cNvSpPr>
          <p:nvPr>
            <p:ph type="body" sz="quarter" idx="35" hasCustomPrompt="1"/>
          </p:nvPr>
        </p:nvSpPr>
        <p:spPr>
          <a:xfrm>
            <a:off x="10947550" y="5556573"/>
            <a:ext cx="2322845" cy="462209"/>
          </a:xfrm>
        </p:spPr>
        <p:txBody>
          <a:bodyPr lIns="0">
            <a:normAutofit/>
          </a:bodyPr>
          <a:lstStyle>
            <a:lvl1pPr marL="0" indent="0" algn="ctr">
              <a:lnSpc>
                <a:spcPts val="2800"/>
              </a:lnSpc>
              <a:buNone/>
              <a:defRPr sz="2800" b="1">
                <a:solidFill>
                  <a:schemeClr val="bg1"/>
                </a:solidFill>
              </a:defRPr>
            </a:lvl1pPr>
          </a:lstStyle>
          <a:p>
            <a:pPr lvl="0"/>
            <a:r>
              <a:rPr lang="es-ES" dirty="0" err="1"/>
              <a:t>Lorem</a:t>
            </a:r>
            <a:r>
              <a:rPr lang="es-ES" dirty="0"/>
              <a:t> </a:t>
            </a:r>
            <a:r>
              <a:rPr lang="es-ES" dirty="0" err="1"/>
              <a:t>ipsum</a:t>
            </a:r>
            <a:endParaRPr lang="es-ES" dirty="0"/>
          </a:p>
        </p:txBody>
      </p:sp>
      <p:sp>
        <p:nvSpPr>
          <p:cNvPr id="22" name="CuadroTexto 21">
            <a:extLst>
              <a:ext uri="{FF2B5EF4-FFF2-40B4-BE49-F238E27FC236}">
                <a16:creationId xmlns:a16="http://schemas.microsoft.com/office/drawing/2014/main" id="{644EF380-0C7D-45AD-A55E-F881B7F6A929}"/>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26" name="Marcador de número de diapositiva 1">
            <a:extLst>
              <a:ext uri="{FF2B5EF4-FFF2-40B4-BE49-F238E27FC236}">
                <a16:creationId xmlns:a16="http://schemas.microsoft.com/office/drawing/2014/main" id="{557DF84F-68CD-4ED4-AF98-9ED42A626691}"/>
              </a:ext>
            </a:extLst>
          </p:cNvPr>
          <p:cNvSpPr>
            <a:spLocks noGrp="1"/>
          </p:cNvSpPr>
          <p:nvPr>
            <p:ph type="sldNum" sz="quarter" idx="39"/>
          </p:nvPr>
        </p:nvSpPr>
        <p:spPr>
          <a:xfrm>
            <a:off x="7000489" y="7763089"/>
            <a:ext cx="629422" cy="395242"/>
          </a:xfrm>
        </p:spPr>
        <p:txBody>
          <a:bodyPr/>
          <a:lstStyle/>
          <a:p>
            <a:fld id="{B005B2D1-880E-4846-A216-7D6770BA1332}" type="slidenum">
              <a:rPr lang="es-ES" smtClean="0"/>
              <a:pPr/>
              <a:t>‹Nº›</a:t>
            </a:fld>
            <a:endParaRPr lang="es-ES" dirty="0"/>
          </a:p>
        </p:txBody>
      </p:sp>
      <p:sp>
        <p:nvSpPr>
          <p:cNvPr id="27" name="Rectángulo 26">
            <a:extLst>
              <a:ext uri="{FF2B5EF4-FFF2-40B4-BE49-F238E27FC236}">
                <a16:creationId xmlns:a16="http://schemas.microsoft.com/office/drawing/2014/main" id="{54620D0E-5FB3-4449-B3FB-098759747B01}"/>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Rectángulo 1">
            <a:extLst>
              <a:ext uri="{FF2B5EF4-FFF2-40B4-BE49-F238E27FC236}">
                <a16:creationId xmlns:a16="http://schemas.microsoft.com/office/drawing/2014/main" id="{8AD7ECDB-3C05-4359-9990-A2DC139303D4}"/>
              </a:ext>
            </a:extLst>
          </p:cNvPr>
          <p:cNvSpPr/>
          <p:nvPr userDrawn="1"/>
        </p:nvSpPr>
        <p:spPr>
          <a:xfrm>
            <a:off x="762000" y="704851"/>
            <a:ext cx="1917700" cy="11004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8" name="Gráfico 17">
            <a:extLst>
              <a:ext uri="{FF2B5EF4-FFF2-40B4-BE49-F238E27FC236}">
                <a16:creationId xmlns:a16="http://schemas.microsoft.com/office/drawing/2014/main" id="{13820B1A-6554-4612-97C5-B3400B6E69B8}"/>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210687469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estacado colores">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26986D22-5C54-45CD-801F-AFB0BE29005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9" name="Marcador de texto 17">
            <a:extLst>
              <a:ext uri="{FF2B5EF4-FFF2-40B4-BE49-F238E27FC236}">
                <a16:creationId xmlns:a16="http://schemas.microsoft.com/office/drawing/2014/main" id="{35A5DA2D-4E6F-40F0-8594-B41F695D394D}"/>
              </a:ext>
            </a:extLst>
          </p:cNvPr>
          <p:cNvSpPr>
            <a:spLocks noGrp="1"/>
          </p:cNvSpPr>
          <p:nvPr>
            <p:ph type="body" sz="quarter" idx="28" hasCustomPrompt="1"/>
          </p:nvPr>
        </p:nvSpPr>
        <p:spPr>
          <a:xfrm>
            <a:off x="7787781" y="2259914"/>
            <a:ext cx="2322846" cy="1511625"/>
          </a:xfrm>
        </p:spPr>
        <p:txBody>
          <a:bodyPr lIns="0">
            <a:noAutofit/>
          </a:bodyPr>
          <a:lstStyle>
            <a:lvl1pPr marL="0" indent="0" algn="l">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21" name="Marcador de texto 17">
            <a:extLst>
              <a:ext uri="{FF2B5EF4-FFF2-40B4-BE49-F238E27FC236}">
                <a16:creationId xmlns:a16="http://schemas.microsoft.com/office/drawing/2014/main" id="{B3CCE7E5-483B-4D05-A9C8-5D66C5A57396}"/>
              </a:ext>
            </a:extLst>
          </p:cNvPr>
          <p:cNvSpPr>
            <a:spLocks noGrp="1"/>
          </p:cNvSpPr>
          <p:nvPr>
            <p:ph type="body" sz="quarter" idx="16" hasCustomPrompt="1"/>
          </p:nvPr>
        </p:nvSpPr>
        <p:spPr>
          <a:xfrm>
            <a:off x="906463" y="3616193"/>
            <a:ext cx="5699820" cy="341133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a:t>
            </a:r>
          </a:p>
          <a:p>
            <a:pPr lvl="0"/>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a:t>
            </a:r>
            <a:r>
              <a:rPr lang="es-ES" dirty="0"/>
              <a:t>.</a:t>
            </a:r>
          </a:p>
          <a:p>
            <a:pPr marL="0" marR="0" lvl="0" indent="0" algn="l" defTabSz="1097280" rtl="0" eaLnBrk="1" fontAlgn="auto" latinLnBrk="0" hangingPunct="1">
              <a:lnSpc>
                <a:spcPts val="1700"/>
              </a:lnSpc>
              <a:spcBef>
                <a:spcPts val="900"/>
              </a:spcBef>
              <a:spcAft>
                <a:spcPts val="0"/>
              </a:spcAft>
              <a:buClr>
                <a:srgbClr val="FF3228"/>
              </a:buClr>
              <a:buSzTx/>
              <a:buFont typeface="Wingdings" panose="05000000000000000000" pitchFamily="2" charset="2"/>
              <a:buNone/>
              <a:tabLst/>
              <a:defRPr/>
            </a:pPr>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a:t>
            </a:r>
            <a:r>
              <a:rPr lang="es-ES" dirty="0"/>
              <a:t> </a:t>
            </a:r>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a:t>
            </a:r>
          </a:p>
        </p:txBody>
      </p:sp>
      <p:sp>
        <p:nvSpPr>
          <p:cNvPr id="22" name="Marcador de texto 17">
            <a:extLst>
              <a:ext uri="{FF2B5EF4-FFF2-40B4-BE49-F238E27FC236}">
                <a16:creationId xmlns:a16="http://schemas.microsoft.com/office/drawing/2014/main" id="{114F4AE1-74F7-4029-901C-5429DFBF3F8C}"/>
              </a:ext>
            </a:extLst>
          </p:cNvPr>
          <p:cNvSpPr>
            <a:spLocks noGrp="1"/>
          </p:cNvSpPr>
          <p:nvPr>
            <p:ph type="body" sz="quarter" idx="35" hasCustomPrompt="1"/>
          </p:nvPr>
        </p:nvSpPr>
        <p:spPr>
          <a:xfrm>
            <a:off x="7787781" y="1948037"/>
            <a:ext cx="2322846" cy="311877"/>
          </a:xfrm>
        </p:spPr>
        <p:txBody>
          <a:bodyPr lIns="0">
            <a:noAutofit/>
          </a:bodyPr>
          <a:lstStyle>
            <a:lvl1pPr marL="0" indent="0" algn="l">
              <a:lnSpc>
                <a:spcPts val="1700"/>
              </a:lnSpc>
              <a:spcBef>
                <a:spcPts val="900"/>
              </a:spcBef>
              <a:buNone/>
              <a:defRPr sz="1440" b="1">
                <a:solidFill>
                  <a:schemeClr val="bg1"/>
                </a:solidFill>
              </a:defRPr>
            </a:lvl1pPr>
          </a:lstStyle>
          <a:p>
            <a:pPr lvl="0"/>
            <a:r>
              <a:rPr lang="es-ES" dirty="0" err="1"/>
              <a:t>Lorem</a:t>
            </a:r>
            <a:r>
              <a:rPr lang="es-ES" dirty="0"/>
              <a:t> </a:t>
            </a:r>
            <a:r>
              <a:rPr lang="es-ES" dirty="0" err="1"/>
              <a:t>ipsum</a:t>
            </a:r>
            <a:endParaRPr lang="es-ES" dirty="0"/>
          </a:p>
        </p:txBody>
      </p:sp>
      <p:sp>
        <p:nvSpPr>
          <p:cNvPr id="26" name="Marcador de texto 17">
            <a:extLst>
              <a:ext uri="{FF2B5EF4-FFF2-40B4-BE49-F238E27FC236}">
                <a16:creationId xmlns:a16="http://schemas.microsoft.com/office/drawing/2014/main" id="{2BD66F45-9FAC-43B8-83DB-5241323618B8}"/>
              </a:ext>
            </a:extLst>
          </p:cNvPr>
          <p:cNvSpPr>
            <a:spLocks noGrp="1"/>
          </p:cNvSpPr>
          <p:nvPr>
            <p:ph type="body" sz="quarter" idx="36" hasCustomPrompt="1"/>
          </p:nvPr>
        </p:nvSpPr>
        <p:spPr>
          <a:xfrm>
            <a:off x="10991071" y="2259914"/>
            <a:ext cx="2322846" cy="1511625"/>
          </a:xfrm>
        </p:spPr>
        <p:txBody>
          <a:bodyPr lIns="0">
            <a:noAutofit/>
          </a:bodyPr>
          <a:lstStyle>
            <a:lvl1pPr marL="0" indent="0" algn="l">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35" name="Marcador de texto 17">
            <a:extLst>
              <a:ext uri="{FF2B5EF4-FFF2-40B4-BE49-F238E27FC236}">
                <a16:creationId xmlns:a16="http://schemas.microsoft.com/office/drawing/2014/main" id="{1713EFFF-367D-483D-B0D0-22B12F478437}"/>
              </a:ext>
            </a:extLst>
          </p:cNvPr>
          <p:cNvSpPr>
            <a:spLocks noGrp="1"/>
          </p:cNvSpPr>
          <p:nvPr>
            <p:ph type="body" sz="quarter" idx="38" hasCustomPrompt="1"/>
          </p:nvPr>
        </p:nvSpPr>
        <p:spPr>
          <a:xfrm>
            <a:off x="10991071" y="1948037"/>
            <a:ext cx="2322846" cy="311877"/>
          </a:xfrm>
        </p:spPr>
        <p:txBody>
          <a:bodyPr lIns="0">
            <a:noAutofit/>
          </a:bodyPr>
          <a:lstStyle>
            <a:lvl1pPr marL="0" indent="0" algn="l">
              <a:lnSpc>
                <a:spcPts val="1700"/>
              </a:lnSpc>
              <a:spcBef>
                <a:spcPts val="900"/>
              </a:spcBef>
              <a:buNone/>
              <a:defRPr sz="1440" b="1">
                <a:solidFill>
                  <a:schemeClr val="bg1"/>
                </a:solidFill>
              </a:defRPr>
            </a:lvl1pPr>
          </a:lstStyle>
          <a:p>
            <a:pPr lvl="0"/>
            <a:r>
              <a:rPr lang="es-ES" dirty="0" err="1"/>
              <a:t>Lorem</a:t>
            </a:r>
            <a:r>
              <a:rPr lang="es-ES" dirty="0"/>
              <a:t> </a:t>
            </a:r>
            <a:r>
              <a:rPr lang="es-ES" dirty="0" err="1"/>
              <a:t>ipsum</a:t>
            </a:r>
            <a:endParaRPr lang="es-ES" dirty="0"/>
          </a:p>
        </p:txBody>
      </p:sp>
      <p:sp>
        <p:nvSpPr>
          <p:cNvPr id="36" name="Marcador de texto 17">
            <a:extLst>
              <a:ext uri="{FF2B5EF4-FFF2-40B4-BE49-F238E27FC236}">
                <a16:creationId xmlns:a16="http://schemas.microsoft.com/office/drawing/2014/main" id="{F071EB78-1826-4A44-AEF0-39004E6D4A0B}"/>
              </a:ext>
            </a:extLst>
          </p:cNvPr>
          <p:cNvSpPr>
            <a:spLocks noGrp="1"/>
          </p:cNvSpPr>
          <p:nvPr>
            <p:ph type="body" sz="quarter" idx="39" hasCustomPrompt="1"/>
          </p:nvPr>
        </p:nvSpPr>
        <p:spPr>
          <a:xfrm>
            <a:off x="7787781" y="5475053"/>
            <a:ext cx="2322846" cy="1511625"/>
          </a:xfrm>
        </p:spPr>
        <p:txBody>
          <a:bodyPr lIns="0">
            <a:noAutofit/>
          </a:bodyPr>
          <a:lstStyle>
            <a:lvl1pPr marL="0" indent="0" algn="l">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38" name="Marcador de texto 17">
            <a:extLst>
              <a:ext uri="{FF2B5EF4-FFF2-40B4-BE49-F238E27FC236}">
                <a16:creationId xmlns:a16="http://schemas.microsoft.com/office/drawing/2014/main" id="{3DE0E9A8-85D2-4F48-8695-20F26F121594}"/>
              </a:ext>
            </a:extLst>
          </p:cNvPr>
          <p:cNvSpPr>
            <a:spLocks noGrp="1"/>
          </p:cNvSpPr>
          <p:nvPr>
            <p:ph type="body" sz="quarter" idx="41" hasCustomPrompt="1"/>
          </p:nvPr>
        </p:nvSpPr>
        <p:spPr>
          <a:xfrm>
            <a:off x="7787781" y="5163176"/>
            <a:ext cx="2322846" cy="311877"/>
          </a:xfrm>
        </p:spPr>
        <p:txBody>
          <a:bodyPr lIns="0">
            <a:noAutofit/>
          </a:bodyPr>
          <a:lstStyle>
            <a:lvl1pPr marL="0" indent="0" algn="l">
              <a:lnSpc>
                <a:spcPts val="1700"/>
              </a:lnSpc>
              <a:spcBef>
                <a:spcPts val="900"/>
              </a:spcBef>
              <a:buNone/>
              <a:defRPr sz="1440" b="1">
                <a:solidFill>
                  <a:schemeClr val="bg1"/>
                </a:solidFill>
              </a:defRPr>
            </a:lvl1pPr>
          </a:lstStyle>
          <a:p>
            <a:pPr lvl="0"/>
            <a:r>
              <a:rPr lang="es-ES" dirty="0" err="1"/>
              <a:t>Lorem</a:t>
            </a:r>
            <a:r>
              <a:rPr lang="es-ES" dirty="0"/>
              <a:t> </a:t>
            </a:r>
            <a:r>
              <a:rPr lang="es-ES" dirty="0" err="1"/>
              <a:t>ipsum</a:t>
            </a:r>
            <a:endParaRPr lang="es-ES" dirty="0"/>
          </a:p>
        </p:txBody>
      </p:sp>
      <p:sp>
        <p:nvSpPr>
          <p:cNvPr id="39" name="Marcador de texto 17">
            <a:extLst>
              <a:ext uri="{FF2B5EF4-FFF2-40B4-BE49-F238E27FC236}">
                <a16:creationId xmlns:a16="http://schemas.microsoft.com/office/drawing/2014/main" id="{C83C1353-E0DC-4E36-A5D1-984917E34AEA}"/>
              </a:ext>
            </a:extLst>
          </p:cNvPr>
          <p:cNvSpPr>
            <a:spLocks noGrp="1"/>
          </p:cNvSpPr>
          <p:nvPr>
            <p:ph type="body" sz="quarter" idx="42" hasCustomPrompt="1"/>
          </p:nvPr>
        </p:nvSpPr>
        <p:spPr>
          <a:xfrm>
            <a:off x="10991071" y="5475053"/>
            <a:ext cx="2322846" cy="1511625"/>
          </a:xfrm>
        </p:spPr>
        <p:txBody>
          <a:bodyPr lIns="0">
            <a:noAutofit/>
          </a:bodyPr>
          <a:lstStyle>
            <a:lvl1pPr marL="0" indent="0" algn="l">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41" name="Marcador de texto 17">
            <a:extLst>
              <a:ext uri="{FF2B5EF4-FFF2-40B4-BE49-F238E27FC236}">
                <a16:creationId xmlns:a16="http://schemas.microsoft.com/office/drawing/2014/main" id="{DEEB8856-EE5D-4CF9-8422-8DF5732787B4}"/>
              </a:ext>
            </a:extLst>
          </p:cNvPr>
          <p:cNvSpPr>
            <a:spLocks noGrp="1"/>
          </p:cNvSpPr>
          <p:nvPr>
            <p:ph type="body" sz="quarter" idx="44" hasCustomPrompt="1"/>
          </p:nvPr>
        </p:nvSpPr>
        <p:spPr>
          <a:xfrm>
            <a:off x="10991071" y="5163176"/>
            <a:ext cx="2322846" cy="311877"/>
          </a:xfrm>
        </p:spPr>
        <p:txBody>
          <a:bodyPr lIns="0">
            <a:noAutofit/>
          </a:bodyPr>
          <a:lstStyle>
            <a:lvl1pPr marL="0" indent="0" algn="l">
              <a:lnSpc>
                <a:spcPts val="1700"/>
              </a:lnSpc>
              <a:spcBef>
                <a:spcPts val="900"/>
              </a:spcBef>
              <a:buNone/>
              <a:defRPr sz="1440" b="1">
                <a:solidFill>
                  <a:schemeClr val="bg1"/>
                </a:solidFill>
              </a:defRPr>
            </a:lvl1pPr>
          </a:lstStyle>
          <a:p>
            <a:pPr lvl="0"/>
            <a:r>
              <a:rPr lang="es-ES" dirty="0" err="1"/>
              <a:t>Lorem</a:t>
            </a:r>
            <a:r>
              <a:rPr lang="es-ES" dirty="0"/>
              <a:t> </a:t>
            </a:r>
            <a:r>
              <a:rPr lang="es-ES" dirty="0" err="1"/>
              <a:t>ipsum</a:t>
            </a:r>
            <a:endParaRPr lang="es-ES" dirty="0"/>
          </a:p>
        </p:txBody>
      </p:sp>
      <p:sp>
        <p:nvSpPr>
          <p:cNvPr id="42" name="Marcador de texto 13">
            <a:extLst>
              <a:ext uri="{FF2B5EF4-FFF2-40B4-BE49-F238E27FC236}">
                <a16:creationId xmlns:a16="http://schemas.microsoft.com/office/drawing/2014/main" id="{05A97F12-6419-488E-A7B5-B28ED4F83029}"/>
              </a:ext>
            </a:extLst>
          </p:cNvPr>
          <p:cNvSpPr>
            <a:spLocks noGrp="1"/>
          </p:cNvSpPr>
          <p:nvPr>
            <p:ph type="body" sz="quarter" idx="45" hasCustomPrompt="1"/>
          </p:nvPr>
        </p:nvSpPr>
        <p:spPr>
          <a:xfrm>
            <a:off x="7789209" y="1548956"/>
            <a:ext cx="2321418" cy="238748"/>
          </a:xfrm>
        </p:spPr>
        <p:txBody>
          <a:bodyPr lIns="0">
            <a:noAutofit/>
          </a:bodyPr>
          <a:lstStyle>
            <a:lvl1pPr marL="0" indent="0">
              <a:buNone/>
              <a:defRPr lang="es-ES" sz="4900" b="1" kern="1200" dirty="0" smtClean="0">
                <a:solidFill>
                  <a:schemeClr val="bg1"/>
                </a:solidFill>
                <a:latin typeface="Century Gothic" panose="020B0502020202020204" pitchFamily="34" charset="0"/>
                <a:ea typeface="+mn-ea"/>
                <a:cs typeface="+mn-cs"/>
              </a:defRPr>
            </a:lvl1pPr>
          </a:lstStyle>
          <a:p>
            <a:pPr lvl="0"/>
            <a:r>
              <a:rPr lang="es-ES" dirty="0"/>
              <a:t>480</a:t>
            </a:r>
          </a:p>
        </p:txBody>
      </p:sp>
      <p:sp>
        <p:nvSpPr>
          <p:cNvPr id="44" name="Marcador de texto 13">
            <a:extLst>
              <a:ext uri="{FF2B5EF4-FFF2-40B4-BE49-F238E27FC236}">
                <a16:creationId xmlns:a16="http://schemas.microsoft.com/office/drawing/2014/main" id="{E7B7397E-2949-4E2A-A0F9-0545C37ED0C9}"/>
              </a:ext>
            </a:extLst>
          </p:cNvPr>
          <p:cNvSpPr>
            <a:spLocks noGrp="1"/>
          </p:cNvSpPr>
          <p:nvPr>
            <p:ph type="body" sz="quarter" idx="46" hasCustomPrompt="1"/>
          </p:nvPr>
        </p:nvSpPr>
        <p:spPr>
          <a:xfrm>
            <a:off x="10992499" y="1548956"/>
            <a:ext cx="2321418" cy="238748"/>
          </a:xfrm>
        </p:spPr>
        <p:txBody>
          <a:bodyPr lIns="0">
            <a:noAutofit/>
          </a:bodyPr>
          <a:lstStyle>
            <a:lvl1pPr marL="0" indent="0">
              <a:buNone/>
              <a:defRPr lang="es-ES" sz="4900" b="1" kern="1200" dirty="0" smtClean="0">
                <a:solidFill>
                  <a:schemeClr val="bg1"/>
                </a:solidFill>
                <a:latin typeface="Century Gothic" panose="020B0502020202020204" pitchFamily="34" charset="0"/>
                <a:ea typeface="+mn-ea"/>
                <a:cs typeface="+mn-cs"/>
              </a:defRPr>
            </a:lvl1pPr>
          </a:lstStyle>
          <a:p>
            <a:pPr lvl="0"/>
            <a:r>
              <a:rPr lang="es-ES" dirty="0"/>
              <a:t>480</a:t>
            </a:r>
          </a:p>
        </p:txBody>
      </p:sp>
      <p:sp>
        <p:nvSpPr>
          <p:cNvPr id="50" name="Marcador de texto 13">
            <a:extLst>
              <a:ext uri="{FF2B5EF4-FFF2-40B4-BE49-F238E27FC236}">
                <a16:creationId xmlns:a16="http://schemas.microsoft.com/office/drawing/2014/main" id="{ED5C1BF5-6AEE-4349-A55B-2C4F2ADD31AE}"/>
              </a:ext>
            </a:extLst>
          </p:cNvPr>
          <p:cNvSpPr>
            <a:spLocks noGrp="1"/>
          </p:cNvSpPr>
          <p:nvPr>
            <p:ph type="body" sz="quarter" idx="47" hasCustomPrompt="1"/>
          </p:nvPr>
        </p:nvSpPr>
        <p:spPr>
          <a:xfrm>
            <a:off x="7789209" y="4765716"/>
            <a:ext cx="2321418" cy="238748"/>
          </a:xfrm>
        </p:spPr>
        <p:txBody>
          <a:bodyPr lIns="0">
            <a:noAutofit/>
          </a:bodyPr>
          <a:lstStyle>
            <a:lvl1pPr marL="0" indent="0">
              <a:buNone/>
              <a:defRPr lang="es-ES" sz="4900" b="1" kern="1200" dirty="0" smtClean="0">
                <a:solidFill>
                  <a:schemeClr val="bg1"/>
                </a:solidFill>
                <a:latin typeface="Century Gothic" panose="020B0502020202020204" pitchFamily="34" charset="0"/>
                <a:ea typeface="+mn-ea"/>
                <a:cs typeface="+mn-cs"/>
              </a:defRPr>
            </a:lvl1pPr>
          </a:lstStyle>
          <a:p>
            <a:pPr lvl="0"/>
            <a:r>
              <a:rPr lang="es-ES" dirty="0"/>
              <a:t>480</a:t>
            </a:r>
          </a:p>
        </p:txBody>
      </p:sp>
      <p:sp>
        <p:nvSpPr>
          <p:cNvPr id="51" name="Marcador de texto 13">
            <a:extLst>
              <a:ext uri="{FF2B5EF4-FFF2-40B4-BE49-F238E27FC236}">
                <a16:creationId xmlns:a16="http://schemas.microsoft.com/office/drawing/2014/main" id="{50C8F75C-7C29-46CF-B324-1C8F560B86DC}"/>
              </a:ext>
            </a:extLst>
          </p:cNvPr>
          <p:cNvSpPr>
            <a:spLocks noGrp="1"/>
          </p:cNvSpPr>
          <p:nvPr>
            <p:ph type="body" sz="quarter" idx="48" hasCustomPrompt="1"/>
          </p:nvPr>
        </p:nvSpPr>
        <p:spPr>
          <a:xfrm>
            <a:off x="10992499" y="4765716"/>
            <a:ext cx="2321418" cy="238748"/>
          </a:xfrm>
        </p:spPr>
        <p:txBody>
          <a:bodyPr lIns="0">
            <a:noAutofit/>
          </a:bodyPr>
          <a:lstStyle>
            <a:lvl1pPr marL="0" indent="0">
              <a:buNone/>
              <a:defRPr lang="es-ES" sz="4900" b="1" kern="1200" dirty="0" smtClean="0">
                <a:solidFill>
                  <a:schemeClr val="bg1"/>
                </a:solidFill>
                <a:latin typeface="Century Gothic" panose="020B0502020202020204" pitchFamily="34" charset="0"/>
                <a:ea typeface="+mn-ea"/>
                <a:cs typeface="+mn-cs"/>
              </a:defRPr>
            </a:lvl1pPr>
          </a:lstStyle>
          <a:p>
            <a:pPr lvl="0"/>
            <a:r>
              <a:rPr lang="es-ES" dirty="0"/>
              <a:t>480</a:t>
            </a:r>
          </a:p>
        </p:txBody>
      </p:sp>
      <p:sp>
        <p:nvSpPr>
          <p:cNvPr id="25" name="CuadroTexto 24">
            <a:extLst>
              <a:ext uri="{FF2B5EF4-FFF2-40B4-BE49-F238E27FC236}">
                <a16:creationId xmlns:a16="http://schemas.microsoft.com/office/drawing/2014/main" id="{E30C8D45-466F-4F40-8328-D150D1EB24BA}"/>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27" name="Marcador de número de diapositiva 1">
            <a:extLst>
              <a:ext uri="{FF2B5EF4-FFF2-40B4-BE49-F238E27FC236}">
                <a16:creationId xmlns:a16="http://schemas.microsoft.com/office/drawing/2014/main" id="{04281931-3718-4A7D-AA8E-F88E5AEB9ADC}"/>
              </a:ext>
            </a:extLst>
          </p:cNvPr>
          <p:cNvSpPr>
            <a:spLocks noGrp="1"/>
          </p:cNvSpPr>
          <p:nvPr>
            <p:ph type="sldNum" sz="quarter" idx="30"/>
          </p:nvPr>
        </p:nvSpPr>
        <p:spPr>
          <a:xfrm>
            <a:off x="7000489" y="7763089"/>
            <a:ext cx="629422" cy="395242"/>
          </a:xfrm>
        </p:spPr>
        <p:txBody>
          <a:bodyPr/>
          <a:lstStyle/>
          <a:p>
            <a:fld id="{B005B2D1-880E-4846-A216-7D6770BA1332}" type="slidenum">
              <a:rPr lang="es-ES" smtClean="0"/>
              <a:pPr/>
              <a:t>‹Nº›</a:t>
            </a:fld>
            <a:endParaRPr lang="es-ES" dirty="0"/>
          </a:p>
        </p:txBody>
      </p:sp>
      <p:sp>
        <p:nvSpPr>
          <p:cNvPr id="28" name="Rectángulo 27">
            <a:extLst>
              <a:ext uri="{FF2B5EF4-FFF2-40B4-BE49-F238E27FC236}">
                <a16:creationId xmlns:a16="http://schemas.microsoft.com/office/drawing/2014/main" id="{4D5137D5-442A-403F-81C7-7686AFB9547E}"/>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Rectángulo 22">
            <a:extLst>
              <a:ext uri="{FF2B5EF4-FFF2-40B4-BE49-F238E27FC236}">
                <a16:creationId xmlns:a16="http://schemas.microsoft.com/office/drawing/2014/main" id="{0BE59D96-9295-4622-A2F5-BC31E553C212}"/>
              </a:ext>
            </a:extLst>
          </p:cNvPr>
          <p:cNvSpPr/>
          <p:nvPr userDrawn="1"/>
        </p:nvSpPr>
        <p:spPr>
          <a:xfrm>
            <a:off x="762000" y="704851"/>
            <a:ext cx="1917700" cy="11004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Título 11">
            <a:extLst>
              <a:ext uri="{FF2B5EF4-FFF2-40B4-BE49-F238E27FC236}">
                <a16:creationId xmlns:a16="http://schemas.microsoft.com/office/drawing/2014/main" id="{723D5B36-331C-4482-AD00-C5437D3DE751}"/>
              </a:ext>
            </a:extLst>
          </p:cNvPr>
          <p:cNvSpPr>
            <a:spLocks noGrp="1"/>
          </p:cNvSpPr>
          <p:nvPr>
            <p:ph type="title" hasCustomPrompt="1"/>
          </p:nvPr>
        </p:nvSpPr>
        <p:spPr>
          <a:xfrm>
            <a:off x="906463" y="2321558"/>
            <a:ext cx="4811360" cy="1017545"/>
          </a:xfrm>
        </p:spPr>
        <p:txBody>
          <a:bodyPr lIns="0">
            <a:noAutofit/>
          </a:bodyPr>
          <a:lstStyle>
            <a:lvl1pPr>
              <a:defRPr sz="4300"/>
            </a:lvl1pPr>
          </a:lstStyle>
          <a:p>
            <a:r>
              <a:rPr lang="es-ES" dirty="0" err="1"/>
              <a:t>Lorem</a:t>
            </a:r>
            <a:r>
              <a:rPr lang="es-ES" dirty="0"/>
              <a:t> </a:t>
            </a:r>
            <a:r>
              <a:rPr lang="es-ES" dirty="0" err="1"/>
              <a:t>ipsum</a:t>
            </a:r>
            <a:r>
              <a:rPr lang="es-ES" dirty="0"/>
              <a:t> dolor </a:t>
            </a:r>
            <a:r>
              <a:rPr lang="es-ES" dirty="0" err="1"/>
              <a:t>sit</a:t>
            </a:r>
            <a:r>
              <a:rPr lang="es-ES" dirty="0"/>
              <a:t> </a:t>
            </a:r>
            <a:r>
              <a:rPr lang="es-ES" dirty="0" err="1"/>
              <a:t>ipsum</a:t>
            </a:r>
            <a:endParaRPr lang="es-ES" dirty="0"/>
          </a:p>
        </p:txBody>
      </p:sp>
      <p:pic>
        <p:nvPicPr>
          <p:cNvPr id="29" name="Gráfico 28">
            <a:extLst>
              <a:ext uri="{FF2B5EF4-FFF2-40B4-BE49-F238E27FC236}">
                <a16:creationId xmlns:a16="http://schemas.microsoft.com/office/drawing/2014/main" id="{9719C574-7BFB-4E22-84A0-31F8CC084D6E}"/>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36180614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ativa 01">
    <p:spTree>
      <p:nvGrpSpPr>
        <p:cNvPr id="1" name=""/>
        <p:cNvGrpSpPr/>
        <p:nvPr/>
      </p:nvGrpSpPr>
      <p:grpSpPr>
        <a:xfrm>
          <a:off x="0" y="0"/>
          <a:ext cx="0" cy="0"/>
          <a:chOff x="0" y="0"/>
          <a:chExt cx="0" cy="0"/>
        </a:xfrm>
      </p:grpSpPr>
      <p:sp>
        <p:nvSpPr>
          <p:cNvPr id="33" name="Rectángulo 32">
            <a:extLst>
              <a:ext uri="{FF2B5EF4-FFF2-40B4-BE49-F238E27FC236}">
                <a16:creationId xmlns:a16="http://schemas.microsoft.com/office/drawing/2014/main" id="{3824DF03-CD42-4A06-902D-2CFAE7AC68F7}"/>
              </a:ext>
            </a:extLst>
          </p:cNvPr>
          <p:cNvSpPr/>
          <p:nvPr userDrawn="1"/>
        </p:nvSpPr>
        <p:spPr>
          <a:xfrm>
            <a:off x="906463" y="911225"/>
            <a:ext cx="6400800" cy="6400800"/>
          </a:xfrm>
          <a:prstGeom prst="rect">
            <a:avLst/>
          </a:prstGeom>
          <a:solidFill>
            <a:srgbClr val="FF3228"/>
          </a:solid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Rectángulo 28">
            <a:extLst>
              <a:ext uri="{FF2B5EF4-FFF2-40B4-BE49-F238E27FC236}">
                <a16:creationId xmlns:a16="http://schemas.microsoft.com/office/drawing/2014/main" id="{25C482E9-DB7E-4E5B-BA87-D9F67A4F4A1E}"/>
              </a:ext>
            </a:extLst>
          </p:cNvPr>
          <p:cNvSpPr/>
          <p:nvPr userDrawn="1"/>
        </p:nvSpPr>
        <p:spPr>
          <a:xfrm>
            <a:off x="1714625" y="2513628"/>
            <a:ext cx="800100" cy="800100"/>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30">
            <a:extLst>
              <a:ext uri="{FF2B5EF4-FFF2-40B4-BE49-F238E27FC236}">
                <a16:creationId xmlns:a16="http://schemas.microsoft.com/office/drawing/2014/main" id="{C4FC17E0-72CD-481B-9A93-9E53EF563B11}"/>
              </a:ext>
            </a:extLst>
          </p:cNvPr>
          <p:cNvSpPr/>
          <p:nvPr userDrawn="1"/>
        </p:nvSpPr>
        <p:spPr>
          <a:xfrm>
            <a:off x="1714625" y="4115773"/>
            <a:ext cx="800100" cy="800100"/>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Rectángulo 31">
            <a:extLst>
              <a:ext uri="{FF2B5EF4-FFF2-40B4-BE49-F238E27FC236}">
                <a16:creationId xmlns:a16="http://schemas.microsoft.com/office/drawing/2014/main" id="{F4BF7557-8BC4-49E3-A1E8-E0AD0AF9C072}"/>
              </a:ext>
            </a:extLst>
          </p:cNvPr>
          <p:cNvSpPr/>
          <p:nvPr userDrawn="1"/>
        </p:nvSpPr>
        <p:spPr>
          <a:xfrm>
            <a:off x="1714625" y="5717918"/>
            <a:ext cx="800100" cy="800100"/>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Marcador de texto 17">
            <a:extLst>
              <a:ext uri="{FF2B5EF4-FFF2-40B4-BE49-F238E27FC236}">
                <a16:creationId xmlns:a16="http://schemas.microsoft.com/office/drawing/2014/main" id="{44FEA7C6-9E21-48A4-8632-8CE1CE41E2EA}"/>
              </a:ext>
            </a:extLst>
          </p:cNvPr>
          <p:cNvSpPr>
            <a:spLocks noGrp="1"/>
          </p:cNvSpPr>
          <p:nvPr>
            <p:ph type="body" sz="quarter" idx="22" hasCustomPrompt="1"/>
          </p:nvPr>
        </p:nvSpPr>
        <p:spPr>
          <a:xfrm>
            <a:off x="2701574" y="2836874"/>
            <a:ext cx="3851626" cy="540000"/>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13" name="Marcador de posición de imagen 24">
            <a:extLst>
              <a:ext uri="{FF2B5EF4-FFF2-40B4-BE49-F238E27FC236}">
                <a16:creationId xmlns:a16="http://schemas.microsoft.com/office/drawing/2014/main" id="{2F8E84F3-47FC-4077-886B-0B0747590637}"/>
              </a:ext>
            </a:extLst>
          </p:cNvPr>
          <p:cNvSpPr>
            <a:spLocks noGrp="1"/>
          </p:cNvSpPr>
          <p:nvPr>
            <p:ph type="pic" sz="quarter" idx="30" hasCustomPrompt="1"/>
          </p:nvPr>
        </p:nvSpPr>
        <p:spPr>
          <a:xfrm>
            <a:off x="8266291" y="2697163"/>
            <a:ext cx="540000" cy="540000"/>
          </a:xfrm>
        </p:spPr>
        <p:txBody>
          <a:bodyPr>
            <a:normAutofit/>
          </a:bodyPr>
          <a:lstStyle>
            <a:lvl1pPr marL="0" indent="0" algn="ctr">
              <a:buNone/>
              <a:defRPr sz="700"/>
            </a:lvl1pPr>
          </a:lstStyle>
          <a:p>
            <a:r>
              <a:rPr lang="es-ES" dirty="0"/>
              <a:t>Icono</a:t>
            </a:r>
          </a:p>
        </p:txBody>
      </p:sp>
      <p:sp>
        <p:nvSpPr>
          <p:cNvPr id="14" name="Marcador de posición de imagen 24">
            <a:extLst>
              <a:ext uri="{FF2B5EF4-FFF2-40B4-BE49-F238E27FC236}">
                <a16:creationId xmlns:a16="http://schemas.microsoft.com/office/drawing/2014/main" id="{5EF62040-F1E4-4BE2-AFB5-9DF139E3A54D}"/>
              </a:ext>
            </a:extLst>
          </p:cNvPr>
          <p:cNvSpPr>
            <a:spLocks noGrp="1"/>
          </p:cNvSpPr>
          <p:nvPr>
            <p:ph type="pic" sz="quarter" idx="31" hasCustomPrompt="1"/>
          </p:nvPr>
        </p:nvSpPr>
        <p:spPr>
          <a:xfrm>
            <a:off x="8266291" y="4277644"/>
            <a:ext cx="540000" cy="540000"/>
          </a:xfrm>
        </p:spPr>
        <p:txBody>
          <a:bodyPr>
            <a:normAutofit/>
          </a:bodyPr>
          <a:lstStyle>
            <a:lvl1pPr marL="0" indent="0" algn="ctr">
              <a:buNone/>
              <a:defRPr sz="700"/>
            </a:lvl1pPr>
          </a:lstStyle>
          <a:p>
            <a:r>
              <a:rPr lang="es-ES" dirty="0"/>
              <a:t>Icono</a:t>
            </a:r>
          </a:p>
        </p:txBody>
      </p:sp>
      <p:sp>
        <p:nvSpPr>
          <p:cNvPr id="15" name="Marcador de posición de imagen 24">
            <a:extLst>
              <a:ext uri="{FF2B5EF4-FFF2-40B4-BE49-F238E27FC236}">
                <a16:creationId xmlns:a16="http://schemas.microsoft.com/office/drawing/2014/main" id="{4298C36A-2619-48EC-986C-B14C84BC169C}"/>
              </a:ext>
            </a:extLst>
          </p:cNvPr>
          <p:cNvSpPr>
            <a:spLocks noGrp="1"/>
          </p:cNvSpPr>
          <p:nvPr>
            <p:ph type="pic" sz="quarter" idx="32" hasCustomPrompt="1"/>
          </p:nvPr>
        </p:nvSpPr>
        <p:spPr>
          <a:xfrm>
            <a:off x="8266291" y="5858126"/>
            <a:ext cx="540000" cy="540000"/>
          </a:xfrm>
        </p:spPr>
        <p:txBody>
          <a:bodyPr>
            <a:normAutofit/>
          </a:bodyPr>
          <a:lstStyle>
            <a:lvl1pPr marL="0" indent="0" algn="ctr">
              <a:buNone/>
              <a:defRPr sz="700"/>
            </a:lvl1pPr>
          </a:lstStyle>
          <a:p>
            <a:r>
              <a:rPr lang="es-ES" dirty="0"/>
              <a:t>Icono</a:t>
            </a:r>
          </a:p>
        </p:txBody>
      </p:sp>
      <p:sp>
        <p:nvSpPr>
          <p:cNvPr id="16" name="Marcador de texto 17">
            <a:extLst>
              <a:ext uri="{FF2B5EF4-FFF2-40B4-BE49-F238E27FC236}">
                <a16:creationId xmlns:a16="http://schemas.microsoft.com/office/drawing/2014/main" id="{F45D8212-2D59-45F8-B871-FAAAE828E275}"/>
              </a:ext>
            </a:extLst>
          </p:cNvPr>
          <p:cNvSpPr>
            <a:spLocks noGrp="1"/>
          </p:cNvSpPr>
          <p:nvPr>
            <p:ph type="body" sz="quarter" idx="33" hasCustomPrompt="1"/>
          </p:nvPr>
        </p:nvSpPr>
        <p:spPr>
          <a:xfrm>
            <a:off x="1718419" y="1414287"/>
            <a:ext cx="4524337" cy="462209"/>
          </a:xfrm>
        </p:spPr>
        <p:txBody>
          <a:bodyPr lIns="0">
            <a:normAutofit/>
          </a:bodyPr>
          <a:lstStyle>
            <a:lvl1pPr marL="0" indent="0" algn="l">
              <a:lnSpc>
                <a:spcPts val="2800"/>
              </a:lnSpc>
              <a:buNone/>
              <a:defRPr sz="2900" b="1">
                <a:solidFill>
                  <a:schemeClr val="bg1"/>
                </a:solidFill>
              </a:defRPr>
            </a:lvl1pPr>
          </a:lstStyle>
          <a:p>
            <a:pPr lvl="0"/>
            <a:r>
              <a:rPr lang="es-ES" dirty="0" err="1"/>
              <a:t>Lorem</a:t>
            </a:r>
            <a:r>
              <a:rPr lang="es-ES" dirty="0"/>
              <a:t> </a:t>
            </a:r>
            <a:r>
              <a:rPr lang="es-ES" dirty="0" err="1"/>
              <a:t>ipsum</a:t>
            </a:r>
            <a:r>
              <a:rPr lang="es-ES" dirty="0"/>
              <a:t> dolor </a:t>
            </a:r>
            <a:r>
              <a:rPr lang="es-ES" dirty="0" err="1"/>
              <a:t>sit</a:t>
            </a:r>
            <a:endParaRPr lang="es-ES" dirty="0"/>
          </a:p>
        </p:txBody>
      </p:sp>
      <p:sp>
        <p:nvSpPr>
          <p:cNvPr id="17" name="Marcador de texto 17">
            <a:extLst>
              <a:ext uri="{FF2B5EF4-FFF2-40B4-BE49-F238E27FC236}">
                <a16:creationId xmlns:a16="http://schemas.microsoft.com/office/drawing/2014/main" id="{2AFD9B32-D2CF-4B3F-A275-6E2599A28015}"/>
              </a:ext>
            </a:extLst>
          </p:cNvPr>
          <p:cNvSpPr>
            <a:spLocks noGrp="1"/>
          </p:cNvSpPr>
          <p:nvPr>
            <p:ph type="body" sz="quarter" idx="34" hasCustomPrompt="1"/>
          </p:nvPr>
        </p:nvSpPr>
        <p:spPr>
          <a:xfrm>
            <a:off x="2701574" y="2400605"/>
            <a:ext cx="3851626" cy="462209"/>
          </a:xfrm>
        </p:spPr>
        <p:txBody>
          <a:bodyPr lIns="0" anchor="b">
            <a:noAutofit/>
          </a:bodyPr>
          <a:lstStyle>
            <a:lvl1pPr marL="0" indent="0">
              <a:lnSpc>
                <a:spcPts val="1700"/>
              </a:lnSpc>
              <a:spcBef>
                <a:spcPts val="900"/>
              </a:spcBef>
              <a:buNone/>
              <a:defRPr lang="es-ES" sz="1670" b="1" kern="1200" dirty="0">
                <a:solidFill>
                  <a:schemeClr val="bg1"/>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18" name="Marcador de texto 17">
            <a:extLst>
              <a:ext uri="{FF2B5EF4-FFF2-40B4-BE49-F238E27FC236}">
                <a16:creationId xmlns:a16="http://schemas.microsoft.com/office/drawing/2014/main" id="{819E5421-DA47-48D8-95D5-1C2FE4C8716D}"/>
              </a:ext>
            </a:extLst>
          </p:cNvPr>
          <p:cNvSpPr>
            <a:spLocks noGrp="1"/>
          </p:cNvSpPr>
          <p:nvPr>
            <p:ph type="body" sz="quarter" idx="35" hasCustomPrompt="1"/>
          </p:nvPr>
        </p:nvSpPr>
        <p:spPr>
          <a:xfrm>
            <a:off x="2701574" y="4425820"/>
            <a:ext cx="3851626" cy="540000"/>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19" name="Marcador de texto 17">
            <a:extLst>
              <a:ext uri="{FF2B5EF4-FFF2-40B4-BE49-F238E27FC236}">
                <a16:creationId xmlns:a16="http://schemas.microsoft.com/office/drawing/2014/main" id="{8EEAAABC-7AC3-4E3E-9159-899BA54C1F3C}"/>
              </a:ext>
            </a:extLst>
          </p:cNvPr>
          <p:cNvSpPr>
            <a:spLocks noGrp="1"/>
          </p:cNvSpPr>
          <p:nvPr>
            <p:ph type="body" sz="quarter" idx="36" hasCustomPrompt="1"/>
          </p:nvPr>
        </p:nvSpPr>
        <p:spPr>
          <a:xfrm>
            <a:off x="2701574" y="3989551"/>
            <a:ext cx="3851626" cy="462209"/>
          </a:xfrm>
        </p:spPr>
        <p:txBody>
          <a:bodyPr lIns="0" anchor="b">
            <a:noAutofit/>
          </a:bodyPr>
          <a:lstStyle>
            <a:lvl1pPr marL="0" indent="0">
              <a:lnSpc>
                <a:spcPts val="1700"/>
              </a:lnSpc>
              <a:spcBef>
                <a:spcPts val="900"/>
              </a:spcBef>
              <a:buNone/>
              <a:defRPr lang="es-ES" sz="1670" b="1" kern="1200" dirty="0">
                <a:solidFill>
                  <a:schemeClr val="bg1"/>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0" name="Marcador de texto 17">
            <a:extLst>
              <a:ext uri="{FF2B5EF4-FFF2-40B4-BE49-F238E27FC236}">
                <a16:creationId xmlns:a16="http://schemas.microsoft.com/office/drawing/2014/main" id="{50A7003E-2CA9-4736-92E2-0A334553D23D}"/>
              </a:ext>
            </a:extLst>
          </p:cNvPr>
          <p:cNvSpPr>
            <a:spLocks noGrp="1"/>
          </p:cNvSpPr>
          <p:nvPr>
            <p:ph type="body" sz="quarter" idx="37" hasCustomPrompt="1"/>
          </p:nvPr>
        </p:nvSpPr>
        <p:spPr>
          <a:xfrm>
            <a:off x="2701574" y="6015901"/>
            <a:ext cx="3851626" cy="540000"/>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1" name="Marcador de texto 17">
            <a:extLst>
              <a:ext uri="{FF2B5EF4-FFF2-40B4-BE49-F238E27FC236}">
                <a16:creationId xmlns:a16="http://schemas.microsoft.com/office/drawing/2014/main" id="{92D9D4B3-1E28-4271-8722-5B476076907E}"/>
              </a:ext>
            </a:extLst>
          </p:cNvPr>
          <p:cNvSpPr>
            <a:spLocks noGrp="1"/>
          </p:cNvSpPr>
          <p:nvPr>
            <p:ph type="body" sz="quarter" idx="38" hasCustomPrompt="1"/>
          </p:nvPr>
        </p:nvSpPr>
        <p:spPr>
          <a:xfrm>
            <a:off x="2701574" y="5579632"/>
            <a:ext cx="3851626" cy="462209"/>
          </a:xfrm>
        </p:spPr>
        <p:txBody>
          <a:bodyPr lIns="0" anchor="b">
            <a:noAutofit/>
          </a:bodyPr>
          <a:lstStyle>
            <a:lvl1pPr marL="0" indent="0">
              <a:lnSpc>
                <a:spcPts val="1700"/>
              </a:lnSpc>
              <a:spcBef>
                <a:spcPts val="900"/>
              </a:spcBef>
              <a:buNone/>
              <a:defRPr lang="es-ES" sz="1670" b="1" kern="1200" dirty="0">
                <a:solidFill>
                  <a:schemeClr val="bg1"/>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2" name="Marcador de texto 17">
            <a:extLst>
              <a:ext uri="{FF2B5EF4-FFF2-40B4-BE49-F238E27FC236}">
                <a16:creationId xmlns:a16="http://schemas.microsoft.com/office/drawing/2014/main" id="{5C4F3919-61CE-4A8B-85D6-C871DE91FD2F}"/>
              </a:ext>
            </a:extLst>
          </p:cNvPr>
          <p:cNvSpPr>
            <a:spLocks noGrp="1"/>
          </p:cNvSpPr>
          <p:nvPr>
            <p:ph type="body" sz="quarter" idx="39" hasCustomPrompt="1"/>
          </p:nvPr>
        </p:nvSpPr>
        <p:spPr>
          <a:xfrm>
            <a:off x="9147529" y="2836874"/>
            <a:ext cx="3851626" cy="54000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3" name="Marcador de texto 17">
            <a:extLst>
              <a:ext uri="{FF2B5EF4-FFF2-40B4-BE49-F238E27FC236}">
                <a16:creationId xmlns:a16="http://schemas.microsoft.com/office/drawing/2014/main" id="{096FDC23-32F9-4A15-8C0F-2FA62606F725}"/>
              </a:ext>
            </a:extLst>
          </p:cNvPr>
          <p:cNvSpPr>
            <a:spLocks noGrp="1"/>
          </p:cNvSpPr>
          <p:nvPr>
            <p:ph type="body" sz="quarter" idx="40" hasCustomPrompt="1"/>
          </p:nvPr>
        </p:nvSpPr>
        <p:spPr>
          <a:xfrm>
            <a:off x="9147529" y="2400605"/>
            <a:ext cx="3851626" cy="462209"/>
          </a:xfrm>
        </p:spPr>
        <p:txBody>
          <a:bodyPr lIns="0" anchor="b">
            <a:noAutofit/>
          </a:bodyPr>
          <a:lstStyle>
            <a:lvl1pPr marL="0" indent="0">
              <a:lnSpc>
                <a:spcPts val="1700"/>
              </a:lnSpc>
              <a:spcBef>
                <a:spcPts val="900"/>
              </a:spcBef>
              <a:buNone/>
              <a:defRPr lang="es-ES" sz="1670" b="1" kern="1200" dirty="0">
                <a:solidFill>
                  <a:srgbClr val="1E1E1E"/>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4" name="Marcador de texto 17">
            <a:extLst>
              <a:ext uri="{FF2B5EF4-FFF2-40B4-BE49-F238E27FC236}">
                <a16:creationId xmlns:a16="http://schemas.microsoft.com/office/drawing/2014/main" id="{544B68AA-A664-4CDB-9244-7439A1BBEB37}"/>
              </a:ext>
            </a:extLst>
          </p:cNvPr>
          <p:cNvSpPr>
            <a:spLocks noGrp="1"/>
          </p:cNvSpPr>
          <p:nvPr>
            <p:ph type="body" sz="quarter" idx="41" hasCustomPrompt="1"/>
          </p:nvPr>
        </p:nvSpPr>
        <p:spPr>
          <a:xfrm>
            <a:off x="9147529" y="4425820"/>
            <a:ext cx="3851626" cy="54000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5" name="Marcador de texto 17">
            <a:extLst>
              <a:ext uri="{FF2B5EF4-FFF2-40B4-BE49-F238E27FC236}">
                <a16:creationId xmlns:a16="http://schemas.microsoft.com/office/drawing/2014/main" id="{E8F7D17C-956D-401B-B279-2A0E1A7FDAE4}"/>
              </a:ext>
            </a:extLst>
          </p:cNvPr>
          <p:cNvSpPr>
            <a:spLocks noGrp="1"/>
          </p:cNvSpPr>
          <p:nvPr>
            <p:ph type="body" sz="quarter" idx="42" hasCustomPrompt="1"/>
          </p:nvPr>
        </p:nvSpPr>
        <p:spPr>
          <a:xfrm>
            <a:off x="9147529" y="3989551"/>
            <a:ext cx="3851626" cy="462209"/>
          </a:xfrm>
        </p:spPr>
        <p:txBody>
          <a:bodyPr lIns="0" anchor="b">
            <a:noAutofit/>
          </a:bodyPr>
          <a:lstStyle>
            <a:lvl1pPr marL="0" indent="0">
              <a:lnSpc>
                <a:spcPts val="1700"/>
              </a:lnSpc>
              <a:spcBef>
                <a:spcPts val="900"/>
              </a:spcBef>
              <a:buNone/>
              <a:defRPr lang="es-ES" sz="1670" b="1" kern="1200" dirty="0">
                <a:solidFill>
                  <a:srgbClr val="1E1E1E"/>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6" name="Marcador de texto 17">
            <a:extLst>
              <a:ext uri="{FF2B5EF4-FFF2-40B4-BE49-F238E27FC236}">
                <a16:creationId xmlns:a16="http://schemas.microsoft.com/office/drawing/2014/main" id="{042A179C-1060-4856-8F5D-63184A6E3BA6}"/>
              </a:ext>
            </a:extLst>
          </p:cNvPr>
          <p:cNvSpPr>
            <a:spLocks noGrp="1"/>
          </p:cNvSpPr>
          <p:nvPr>
            <p:ph type="body" sz="quarter" idx="43" hasCustomPrompt="1"/>
          </p:nvPr>
        </p:nvSpPr>
        <p:spPr>
          <a:xfrm>
            <a:off x="9147529" y="6015901"/>
            <a:ext cx="3851626" cy="54000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7" name="Marcador de texto 17">
            <a:extLst>
              <a:ext uri="{FF2B5EF4-FFF2-40B4-BE49-F238E27FC236}">
                <a16:creationId xmlns:a16="http://schemas.microsoft.com/office/drawing/2014/main" id="{56D8F0E5-A6E8-4BB3-BE7E-067D7C752DC3}"/>
              </a:ext>
            </a:extLst>
          </p:cNvPr>
          <p:cNvSpPr>
            <a:spLocks noGrp="1"/>
          </p:cNvSpPr>
          <p:nvPr>
            <p:ph type="body" sz="quarter" idx="44" hasCustomPrompt="1"/>
          </p:nvPr>
        </p:nvSpPr>
        <p:spPr>
          <a:xfrm>
            <a:off x="9147529" y="5579632"/>
            <a:ext cx="3851626" cy="462209"/>
          </a:xfrm>
        </p:spPr>
        <p:txBody>
          <a:bodyPr lIns="0" anchor="b">
            <a:noAutofit/>
          </a:bodyPr>
          <a:lstStyle>
            <a:lvl1pPr marL="0" indent="0">
              <a:lnSpc>
                <a:spcPts val="1700"/>
              </a:lnSpc>
              <a:spcBef>
                <a:spcPts val="900"/>
              </a:spcBef>
              <a:buNone/>
              <a:defRPr lang="es-ES" sz="1670" b="1" kern="1200" dirty="0">
                <a:solidFill>
                  <a:srgbClr val="1E1E1E"/>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8" name="Marcador de texto 17">
            <a:extLst>
              <a:ext uri="{FF2B5EF4-FFF2-40B4-BE49-F238E27FC236}">
                <a16:creationId xmlns:a16="http://schemas.microsoft.com/office/drawing/2014/main" id="{EFD3DBCB-37D1-496C-A04E-BA7E970F4A25}"/>
              </a:ext>
            </a:extLst>
          </p:cNvPr>
          <p:cNvSpPr>
            <a:spLocks noGrp="1"/>
          </p:cNvSpPr>
          <p:nvPr>
            <p:ph type="body" sz="quarter" idx="45" hasCustomPrompt="1"/>
          </p:nvPr>
        </p:nvSpPr>
        <p:spPr>
          <a:xfrm>
            <a:off x="8129253" y="1414287"/>
            <a:ext cx="4524337" cy="462209"/>
          </a:xfrm>
        </p:spPr>
        <p:txBody>
          <a:bodyPr lIns="0">
            <a:normAutofit/>
          </a:bodyPr>
          <a:lstStyle>
            <a:lvl1pPr marL="0" indent="0" algn="l">
              <a:lnSpc>
                <a:spcPts val="2800"/>
              </a:lnSpc>
              <a:buNone/>
              <a:defRPr sz="2900" b="1">
                <a:solidFill>
                  <a:srgbClr val="1E1E1E"/>
                </a:solidFill>
              </a:defRPr>
            </a:lvl1pPr>
          </a:lstStyle>
          <a:p>
            <a:pPr lvl="0"/>
            <a:r>
              <a:rPr lang="es-ES" dirty="0" err="1"/>
              <a:t>Lorem</a:t>
            </a:r>
            <a:r>
              <a:rPr lang="es-ES" dirty="0"/>
              <a:t> </a:t>
            </a:r>
            <a:r>
              <a:rPr lang="es-ES" dirty="0" err="1"/>
              <a:t>ipsum</a:t>
            </a:r>
            <a:r>
              <a:rPr lang="es-ES" dirty="0"/>
              <a:t> dolor </a:t>
            </a:r>
            <a:r>
              <a:rPr lang="es-ES" dirty="0" err="1"/>
              <a:t>sit</a:t>
            </a:r>
            <a:endParaRPr lang="es-ES" dirty="0"/>
          </a:p>
        </p:txBody>
      </p:sp>
      <p:sp>
        <p:nvSpPr>
          <p:cNvPr id="34" name="Rectángulo 33">
            <a:extLst>
              <a:ext uri="{FF2B5EF4-FFF2-40B4-BE49-F238E27FC236}">
                <a16:creationId xmlns:a16="http://schemas.microsoft.com/office/drawing/2014/main" id="{28985D4F-DA9A-4115-90BA-E38ACC75A041}"/>
              </a:ext>
            </a:extLst>
          </p:cNvPr>
          <p:cNvSpPr/>
          <p:nvPr userDrawn="1"/>
        </p:nvSpPr>
        <p:spPr>
          <a:xfrm>
            <a:off x="8114896" y="2513628"/>
            <a:ext cx="800100" cy="800100"/>
          </a:xfrm>
          <a:prstGeom prst="rect">
            <a:avLst/>
          </a:prstGeom>
          <a:solidFill>
            <a:srgbClr val="FF3228"/>
          </a:solid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34">
            <a:extLst>
              <a:ext uri="{FF2B5EF4-FFF2-40B4-BE49-F238E27FC236}">
                <a16:creationId xmlns:a16="http://schemas.microsoft.com/office/drawing/2014/main" id="{4F46DE56-E459-4EB6-9BA9-089C84D8957C}"/>
              </a:ext>
            </a:extLst>
          </p:cNvPr>
          <p:cNvSpPr/>
          <p:nvPr userDrawn="1"/>
        </p:nvSpPr>
        <p:spPr>
          <a:xfrm>
            <a:off x="8114896" y="4115773"/>
            <a:ext cx="800100" cy="800100"/>
          </a:xfrm>
          <a:prstGeom prst="rect">
            <a:avLst/>
          </a:prstGeom>
          <a:solidFill>
            <a:srgbClr val="FF3228"/>
          </a:solid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825B9C34-BEED-48EF-A8F3-98A25182117F}"/>
              </a:ext>
            </a:extLst>
          </p:cNvPr>
          <p:cNvSpPr/>
          <p:nvPr userDrawn="1"/>
        </p:nvSpPr>
        <p:spPr>
          <a:xfrm>
            <a:off x="8114896" y="5717918"/>
            <a:ext cx="800100" cy="800100"/>
          </a:xfrm>
          <a:prstGeom prst="rect">
            <a:avLst/>
          </a:prstGeom>
          <a:solidFill>
            <a:srgbClr val="FF3228"/>
          </a:solid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Marcador de número de diapositiva 1">
            <a:extLst>
              <a:ext uri="{FF2B5EF4-FFF2-40B4-BE49-F238E27FC236}">
                <a16:creationId xmlns:a16="http://schemas.microsoft.com/office/drawing/2014/main" id="{3F5AFE29-57E8-44B6-95C3-325867DAB7CB}"/>
              </a:ext>
            </a:extLst>
          </p:cNvPr>
          <p:cNvSpPr>
            <a:spLocks noGrp="1"/>
          </p:cNvSpPr>
          <p:nvPr>
            <p:ph type="sldNum" sz="quarter" idx="49"/>
          </p:nvPr>
        </p:nvSpPr>
        <p:spPr>
          <a:xfrm>
            <a:off x="7000489" y="7763089"/>
            <a:ext cx="629422" cy="395242"/>
          </a:xfrm>
        </p:spPr>
        <p:txBody>
          <a:bodyPr/>
          <a:lstStyle/>
          <a:p>
            <a:fld id="{B005B2D1-880E-4846-A216-7D6770BA1332}" type="slidenum">
              <a:rPr lang="es-ES" smtClean="0"/>
              <a:pPr/>
              <a:t>‹Nº›</a:t>
            </a:fld>
            <a:endParaRPr lang="es-ES" dirty="0"/>
          </a:p>
        </p:txBody>
      </p:sp>
      <p:sp>
        <p:nvSpPr>
          <p:cNvPr id="43" name="CuadroTexto 42">
            <a:extLst>
              <a:ext uri="{FF2B5EF4-FFF2-40B4-BE49-F238E27FC236}">
                <a16:creationId xmlns:a16="http://schemas.microsoft.com/office/drawing/2014/main" id="{11B49E63-FC43-4C91-8FAE-D96ABF4EAE1B}"/>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pic>
        <p:nvPicPr>
          <p:cNvPr id="30" name="Gráfico 29">
            <a:extLst>
              <a:ext uri="{FF2B5EF4-FFF2-40B4-BE49-F238E27FC236}">
                <a16:creationId xmlns:a16="http://schemas.microsoft.com/office/drawing/2014/main" id="{48AA2A31-78C4-4001-B6AF-8BA37522F1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323884" y="7585901"/>
            <a:ext cx="1400054" cy="385200"/>
          </a:xfrm>
          <a:prstGeom prst="rect">
            <a:avLst/>
          </a:prstGeom>
        </p:spPr>
      </p:pic>
      <p:sp>
        <p:nvSpPr>
          <p:cNvPr id="37" name="Rectángulo 36">
            <a:extLst>
              <a:ext uri="{FF2B5EF4-FFF2-40B4-BE49-F238E27FC236}">
                <a16:creationId xmlns:a16="http://schemas.microsoft.com/office/drawing/2014/main" id="{660537A4-C76C-4244-8BC8-83969F081D8D}"/>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8427426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mparativa 02">
    <p:spTree>
      <p:nvGrpSpPr>
        <p:cNvPr id="1" name=""/>
        <p:cNvGrpSpPr/>
        <p:nvPr/>
      </p:nvGrpSpPr>
      <p:grpSpPr>
        <a:xfrm>
          <a:off x="0" y="0"/>
          <a:ext cx="0" cy="0"/>
          <a:chOff x="0" y="0"/>
          <a:chExt cx="0" cy="0"/>
        </a:xfrm>
      </p:grpSpPr>
      <p:sp>
        <p:nvSpPr>
          <p:cNvPr id="33" name="Rectángulo 32">
            <a:extLst>
              <a:ext uri="{FF2B5EF4-FFF2-40B4-BE49-F238E27FC236}">
                <a16:creationId xmlns:a16="http://schemas.microsoft.com/office/drawing/2014/main" id="{3824DF03-CD42-4A06-902D-2CFAE7AC68F7}"/>
              </a:ext>
            </a:extLst>
          </p:cNvPr>
          <p:cNvSpPr/>
          <p:nvPr userDrawn="1"/>
        </p:nvSpPr>
        <p:spPr>
          <a:xfrm>
            <a:off x="906463" y="911225"/>
            <a:ext cx="6400800" cy="6400800"/>
          </a:xfrm>
          <a:prstGeom prst="rect">
            <a:avLst/>
          </a:prstGeom>
          <a:solidFill>
            <a:srgbClr val="FF3228"/>
          </a:solid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Rectángulo 28">
            <a:extLst>
              <a:ext uri="{FF2B5EF4-FFF2-40B4-BE49-F238E27FC236}">
                <a16:creationId xmlns:a16="http://schemas.microsoft.com/office/drawing/2014/main" id="{25C482E9-DB7E-4E5B-BA87-D9F67A4F4A1E}"/>
              </a:ext>
            </a:extLst>
          </p:cNvPr>
          <p:cNvSpPr/>
          <p:nvPr userDrawn="1"/>
        </p:nvSpPr>
        <p:spPr>
          <a:xfrm>
            <a:off x="1714625" y="2513628"/>
            <a:ext cx="800100" cy="800100"/>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30">
            <a:extLst>
              <a:ext uri="{FF2B5EF4-FFF2-40B4-BE49-F238E27FC236}">
                <a16:creationId xmlns:a16="http://schemas.microsoft.com/office/drawing/2014/main" id="{C4FC17E0-72CD-481B-9A93-9E53EF563B11}"/>
              </a:ext>
            </a:extLst>
          </p:cNvPr>
          <p:cNvSpPr/>
          <p:nvPr userDrawn="1"/>
        </p:nvSpPr>
        <p:spPr>
          <a:xfrm>
            <a:off x="1714625" y="4115773"/>
            <a:ext cx="800100" cy="800100"/>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Rectángulo 31">
            <a:extLst>
              <a:ext uri="{FF2B5EF4-FFF2-40B4-BE49-F238E27FC236}">
                <a16:creationId xmlns:a16="http://schemas.microsoft.com/office/drawing/2014/main" id="{F4BF7557-8BC4-49E3-A1E8-E0AD0AF9C072}"/>
              </a:ext>
            </a:extLst>
          </p:cNvPr>
          <p:cNvSpPr/>
          <p:nvPr userDrawn="1"/>
        </p:nvSpPr>
        <p:spPr>
          <a:xfrm>
            <a:off x="1714625" y="5717918"/>
            <a:ext cx="800100" cy="800100"/>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Marcador de texto 17">
            <a:extLst>
              <a:ext uri="{FF2B5EF4-FFF2-40B4-BE49-F238E27FC236}">
                <a16:creationId xmlns:a16="http://schemas.microsoft.com/office/drawing/2014/main" id="{44FEA7C6-9E21-48A4-8632-8CE1CE41E2EA}"/>
              </a:ext>
            </a:extLst>
          </p:cNvPr>
          <p:cNvSpPr>
            <a:spLocks noGrp="1"/>
          </p:cNvSpPr>
          <p:nvPr>
            <p:ph type="body" sz="quarter" idx="22" hasCustomPrompt="1"/>
          </p:nvPr>
        </p:nvSpPr>
        <p:spPr>
          <a:xfrm>
            <a:off x="2701574" y="2836874"/>
            <a:ext cx="3851626" cy="540000"/>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16" name="Marcador de texto 17">
            <a:extLst>
              <a:ext uri="{FF2B5EF4-FFF2-40B4-BE49-F238E27FC236}">
                <a16:creationId xmlns:a16="http://schemas.microsoft.com/office/drawing/2014/main" id="{F45D8212-2D59-45F8-B871-FAAAE828E275}"/>
              </a:ext>
            </a:extLst>
          </p:cNvPr>
          <p:cNvSpPr>
            <a:spLocks noGrp="1"/>
          </p:cNvSpPr>
          <p:nvPr>
            <p:ph type="body" sz="quarter" idx="33" hasCustomPrompt="1"/>
          </p:nvPr>
        </p:nvSpPr>
        <p:spPr>
          <a:xfrm>
            <a:off x="1718419" y="1414287"/>
            <a:ext cx="4524337" cy="462209"/>
          </a:xfrm>
        </p:spPr>
        <p:txBody>
          <a:bodyPr lIns="0">
            <a:normAutofit/>
          </a:bodyPr>
          <a:lstStyle>
            <a:lvl1pPr marL="0" indent="0" algn="l">
              <a:lnSpc>
                <a:spcPts val="2800"/>
              </a:lnSpc>
              <a:buNone/>
              <a:defRPr sz="2900" b="1">
                <a:solidFill>
                  <a:schemeClr val="bg1"/>
                </a:solidFill>
              </a:defRPr>
            </a:lvl1pPr>
          </a:lstStyle>
          <a:p>
            <a:pPr lvl="0"/>
            <a:r>
              <a:rPr lang="es-ES" dirty="0" err="1"/>
              <a:t>Lorem</a:t>
            </a:r>
            <a:r>
              <a:rPr lang="es-ES" dirty="0"/>
              <a:t> </a:t>
            </a:r>
            <a:r>
              <a:rPr lang="es-ES" dirty="0" err="1"/>
              <a:t>ipsum</a:t>
            </a:r>
            <a:r>
              <a:rPr lang="es-ES" dirty="0"/>
              <a:t> dolor </a:t>
            </a:r>
            <a:r>
              <a:rPr lang="es-ES" dirty="0" err="1"/>
              <a:t>sit</a:t>
            </a:r>
            <a:endParaRPr lang="es-ES" dirty="0"/>
          </a:p>
        </p:txBody>
      </p:sp>
      <p:sp>
        <p:nvSpPr>
          <p:cNvPr id="17" name="Marcador de texto 17">
            <a:extLst>
              <a:ext uri="{FF2B5EF4-FFF2-40B4-BE49-F238E27FC236}">
                <a16:creationId xmlns:a16="http://schemas.microsoft.com/office/drawing/2014/main" id="{2AFD9B32-D2CF-4B3F-A275-6E2599A28015}"/>
              </a:ext>
            </a:extLst>
          </p:cNvPr>
          <p:cNvSpPr>
            <a:spLocks noGrp="1"/>
          </p:cNvSpPr>
          <p:nvPr>
            <p:ph type="body" sz="quarter" idx="34" hasCustomPrompt="1"/>
          </p:nvPr>
        </p:nvSpPr>
        <p:spPr>
          <a:xfrm>
            <a:off x="2701574" y="2400605"/>
            <a:ext cx="3851626" cy="462209"/>
          </a:xfrm>
        </p:spPr>
        <p:txBody>
          <a:bodyPr lIns="0" anchor="b">
            <a:noAutofit/>
          </a:bodyPr>
          <a:lstStyle>
            <a:lvl1pPr marL="0" indent="0">
              <a:lnSpc>
                <a:spcPts val="1700"/>
              </a:lnSpc>
              <a:spcBef>
                <a:spcPts val="900"/>
              </a:spcBef>
              <a:buNone/>
              <a:defRPr lang="es-ES" sz="1670" b="1" kern="1200" dirty="0">
                <a:solidFill>
                  <a:schemeClr val="bg1"/>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18" name="Marcador de texto 17">
            <a:extLst>
              <a:ext uri="{FF2B5EF4-FFF2-40B4-BE49-F238E27FC236}">
                <a16:creationId xmlns:a16="http://schemas.microsoft.com/office/drawing/2014/main" id="{819E5421-DA47-48D8-95D5-1C2FE4C8716D}"/>
              </a:ext>
            </a:extLst>
          </p:cNvPr>
          <p:cNvSpPr>
            <a:spLocks noGrp="1"/>
          </p:cNvSpPr>
          <p:nvPr>
            <p:ph type="body" sz="quarter" idx="35" hasCustomPrompt="1"/>
          </p:nvPr>
        </p:nvSpPr>
        <p:spPr>
          <a:xfrm>
            <a:off x="2701574" y="4425820"/>
            <a:ext cx="3851626" cy="540000"/>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19" name="Marcador de texto 17">
            <a:extLst>
              <a:ext uri="{FF2B5EF4-FFF2-40B4-BE49-F238E27FC236}">
                <a16:creationId xmlns:a16="http://schemas.microsoft.com/office/drawing/2014/main" id="{8EEAAABC-7AC3-4E3E-9159-899BA54C1F3C}"/>
              </a:ext>
            </a:extLst>
          </p:cNvPr>
          <p:cNvSpPr>
            <a:spLocks noGrp="1"/>
          </p:cNvSpPr>
          <p:nvPr>
            <p:ph type="body" sz="quarter" idx="36" hasCustomPrompt="1"/>
          </p:nvPr>
        </p:nvSpPr>
        <p:spPr>
          <a:xfrm>
            <a:off x="2701574" y="3989551"/>
            <a:ext cx="3851626" cy="462209"/>
          </a:xfrm>
        </p:spPr>
        <p:txBody>
          <a:bodyPr lIns="0" anchor="b">
            <a:noAutofit/>
          </a:bodyPr>
          <a:lstStyle>
            <a:lvl1pPr marL="0" indent="0">
              <a:lnSpc>
                <a:spcPts val="1700"/>
              </a:lnSpc>
              <a:spcBef>
                <a:spcPts val="900"/>
              </a:spcBef>
              <a:buNone/>
              <a:defRPr lang="es-ES" sz="1670" b="1" kern="1200" dirty="0">
                <a:solidFill>
                  <a:schemeClr val="bg1"/>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0" name="Marcador de texto 17">
            <a:extLst>
              <a:ext uri="{FF2B5EF4-FFF2-40B4-BE49-F238E27FC236}">
                <a16:creationId xmlns:a16="http://schemas.microsoft.com/office/drawing/2014/main" id="{50A7003E-2CA9-4736-92E2-0A334553D23D}"/>
              </a:ext>
            </a:extLst>
          </p:cNvPr>
          <p:cNvSpPr>
            <a:spLocks noGrp="1"/>
          </p:cNvSpPr>
          <p:nvPr>
            <p:ph type="body" sz="quarter" idx="37" hasCustomPrompt="1"/>
          </p:nvPr>
        </p:nvSpPr>
        <p:spPr>
          <a:xfrm>
            <a:off x="2701574" y="6015901"/>
            <a:ext cx="3851626" cy="540000"/>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1" name="Marcador de texto 17">
            <a:extLst>
              <a:ext uri="{FF2B5EF4-FFF2-40B4-BE49-F238E27FC236}">
                <a16:creationId xmlns:a16="http://schemas.microsoft.com/office/drawing/2014/main" id="{92D9D4B3-1E28-4271-8722-5B476076907E}"/>
              </a:ext>
            </a:extLst>
          </p:cNvPr>
          <p:cNvSpPr>
            <a:spLocks noGrp="1"/>
          </p:cNvSpPr>
          <p:nvPr>
            <p:ph type="body" sz="quarter" idx="38" hasCustomPrompt="1"/>
          </p:nvPr>
        </p:nvSpPr>
        <p:spPr>
          <a:xfrm>
            <a:off x="2701574" y="5579632"/>
            <a:ext cx="3851626" cy="462209"/>
          </a:xfrm>
        </p:spPr>
        <p:txBody>
          <a:bodyPr lIns="0" anchor="b">
            <a:noAutofit/>
          </a:bodyPr>
          <a:lstStyle>
            <a:lvl1pPr marL="0" indent="0">
              <a:lnSpc>
                <a:spcPts val="1700"/>
              </a:lnSpc>
              <a:spcBef>
                <a:spcPts val="900"/>
              </a:spcBef>
              <a:buNone/>
              <a:defRPr lang="es-ES" sz="1670" b="1" kern="1200" dirty="0">
                <a:solidFill>
                  <a:schemeClr val="bg1"/>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2" name="Marcador de texto 17">
            <a:extLst>
              <a:ext uri="{FF2B5EF4-FFF2-40B4-BE49-F238E27FC236}">
                <a16:creationId xmlns:a16="http://schemas.microsoft.com/office/drawing/2014/main" id="{5C4F3919-61CE-4A8B-85D6-C871DE91FD2F}"/>
              </a:ext>
            </a:extLst>
          </p:cNvPr>
          <p:cNvSpPr>
            <a:spLocks noGrp="1"/>
          </p:cNvSpPr>
          <p:nvPr>
            <p:ph type="body" sz="quarter" idx="39" hasCustomPrompt="1"/>
          </p:nvPr>
        </p:nvSpPr>
        <p:spPr>
          <a:xfrm>
            <a:off x="9147529" y="2836874"/>
            <a:ext cx="3851626" cy="54000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3" name="Marcador de texto 17">
            <a:extLst>
              <a:ext uri="{FF2B5EF4-FFF2-40B4-BE49-F238E27FC236}">
                <a16:creationId xmlns:a16="http://schemas.microsoft.com/office/drawing/2014/main" id="{096FDC23-32F9-4A15-8C0F-2FA62606F725}"/>
              </a:ext>
            </a:extLst>
          </p:cNvPr>
          <p:cNvSpPr>
            <a:spLocks noGrp="1"/>
          </p:cNvSpPr>
          <p:nvPr>
            <p:ph type="body" sz="quarter" idx="40" hasCustomPrompt="1"/>
          </p:nvPr>
        </p:nvSpPr>
        <p:spPr>
          <a:xfrm>
            <a:off x="9147529" y="2400605"/>
            <a:ext cx="3851626" cy="462209"/>
          </a:xfrm>
        </p:spPr>
        <p:txBody>
          <a:bodyPr lIns="0" anchor="b">
            <a:noAutofit/>
          </a:bodyPr>
          <a:lstStyle>
            <a:lvl1pPr marL="0" indent="0">
              <a:lnSpc>
                <a:spcPts val="1700"/>
              </a:lnSpc>
              <a:spcBef>
                <a:spcPts val="900"/>
              </a:spcBef>
              <a:buNone/>
              <a:defRPr lang="es-ES" sz="1670" b="1" kern="1200" dirty="0">
                <a:solidFill>
                  <a:srgbClr val="1E1E1E"/>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4" name="Marcador de texto 17">
            <a:extLst>
              <a:ext uri="{FF2B5EF4-FFF2-40B4-BE49-F238E27FC236}">
                <a16:creationId xmlns:a16="http://schemas.microsoft.com/office/drawing/2014/main" id="{544B68AA-A664-4CDB-9244-7439A1BBEB37}"/>
              </a:ext>
            </a:extLst>
          </p:cNvPr>
          <p:cNvSpPr>
            <a:spLocks noGrp="1"/>
          </p:cNvSpPr>
          <p:nvPr>
            <p:ph type="body" sz="quarter" idx="41" hasCustomPrompt="1"/>
          </p:nvPr>
        </p:nvSpPr>
        <p:spPr>
          <a:xfrm>
            <a:off x="9147529" y="4425820"/>
            <a:ext cx="3851626" cy="54000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5" name="Marcador de texto 17">
            <a:extLst>
              <a:ext uri="{FF2B5EF4-FFF2-40B4-BE49-F238E27FC236}">
                <a16:creationId xmlns:a16="http://schemas.microsoft.com/office/drawing/2014/main" id="{E8F7D17C-956D-401B-B279-2A0E1A7FDAE4}"/>
              </a:ext>
            </a:extLst>
          </p:cNvPr>
          <p:cNvSpPr>
            <a:spLocks noGrp="1"/>
          </p:cNvSpPr>
          <p:nvPr>
            <p:ph type="body" sz="quarter" idx="42" hasCustomPrompt="1"/>
          </p:nvPr>
        </p:nvSpPr>
        <p:spPr>
          <a:xfrm>
            <a:off x="9147529" y="3989551"/>
            <a:ext cx="3851626" cy="462209"/>
          </a:xfrm>
        </p:spPr>
        <p:txBody>
          <a:bodyPr lIns="0" anchor="b">
            <a:noAutofit/>
          </a:bodyPr>
          <a:lstStyle>
            <a:lvl1pPr marL="0" indent="0">
              <a:lnSpc>
                <a:spcPts val="1700"/>
              </a:lnSpc>
              <a:spcBef>
                <a:spcPts val="900"/>
              </a:spcBef>
              <a:buNone/>
              <a:defRPr lang="es-ES" sz="1670" b="1" kern="1200" dirty="0">
                <a:solidFill>
                  <a:srgbClr val="1E1E1E"/>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6" name="Marcador de texto 17">
            <a:extLst>
              <a:ext uri="{FF2B5EF4-FFF2-40B4-BE49-F238E27FC236}">
                <a16:creationId xmlns:a16="http://schemas.microsoft.com/office/drawing/2014/main" id="{042A179C-1060-4856-8F5D-63184A6E3BA6}"/>
              </a:ext>
            </a:extLst>
          </p:cNvPr>
          <p:cNvSpPr>
            <a:spLocks noGrp="1"/>
          </p:cNvSpPr>
          <p:nvPr>
            <p:ph type="body" sz="quarter" idx="43" hasCustomPrompt="1"/>
          </p:nvPr>
        </p:nvSpPr>
        <p:spPr>
          <a:xfrm>
            <a:off x="9147529" y="6015901"/>
            <a:ext cx="3851626" cy="54000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7" name="Marcador de texto 17">
            <a:extLst>
              <a:ext uri="{FF2B5EF4-FFF2-40B4-BE49-F238E27FC236}">
                <a16:creationId xmlns:a16="http://schemas.microsoft.com/office/drawing/2014/main" id="{56D8F0E5-A6E8-4BB3-BE7E-067D7C752DC3}"/>
              </a:ext>
            </a:extLst>
          </p:cNvPr>
          <p:cNvSpPr>
            <a:spLocks noGrp="1"/>
          </p:cNvSpPr>
          <p:nvPr>
            <p:ph type="body" sz="quarter" idx="44" hasCustomPrompt="1"/>
          </p:nvPr>
        </p:nvSpPr>
        <p:spPr>
          <a:xfrm>
            <a:off x="9147529" y="5579632"/>
            <a:ext cx="3851626" cy="462209"/>
          </a:xfrm>
        </p:spPr>
        <p:txBody>
          <a:bodyPr lIns="0" anchor="b">
            <a:noAutofit/>
          </a:bodyPr>
          <a:lstStyle>
            <a:lvl1pPr marL="0" indent="0">
              <a:lnSpc>
                <a:spcPts val="1700"/>
              </a:lnSpc>
              <a:spcBef>
                <a:spcPts val="900"/>
              </a:spcBef>
              <a:buNone/>
              <a:defRPr lang="es-ES" sz="1670" b="1" kern="1200" dirty="0">
                <a:solidFill>
                  <a:srgbClr val="1E1E1E"/>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8" name="Marcador de texto 17">
            <a:extLst>
              <a:ext uri="{FF2B5EF4-FFF2-40B4-BE49-F238E27FC236}">
                <a16:creationId xmlns:a16="http://schemas.microsoft.com/office/drawing/2014/main" id="{EFD3DBCB-37D1-496C-A04E-BA7E970F4A25}"/>
              </a:ext>
            </a:extLst>
          </p:cNvPr>
          <p:cNvSpPr>
            <a:spLocks noGrp="1"/>
          </p:cNvSpPr>
          <p:nvPr>
            <p:ph type="body" sz="quarter" idx="45" hasCustomPrompt="1"/>
          </p:nvPr>
        </p:nvSpPr>
        <p:spPr>
          <a:xfrm>
            <a:off x="8129253" y="1414287"/>
            <a:ext cx="4524337" cy="462209"/>
          </a:xfrm>
        </p:spPr>
        <p:txBody>
          <a:bodyPr lIns="0">
            <a:normAutofit/>
          </a:bodyPr>
          <a:lstStyle>
            <a:lvl1pPr marL="0" indent="0" algn="l">
              <a:lnSpc>
                <a:spcPts val="2800"/>
              </a:lnSpc>
              <a:buNone/>
              <a:defRPr sz="2900" b="1">
                <a:solidFill>
                  <a:srgbClr val="1E1E1E"/>
                </a:solidFill>
              </a:defRPr>
            </a:lvl1pPr>
          </a:lstStyle>
          <a:p>
            <a:pPr lvl="0"/>
            <a:r>
              <a:rPr lang="es-ES" dirty="0" err="1"/>
              <a:t>Lorem</a:t>
            </a:r>
            <a:r>
              <a:rPr lang="es-ES" dirty="0"/>
              <a:t> </a:t>
            </a:r>
            <a:r>
              <a:rPr lang="es-ES" dirty="0" err="1"/>
              <a:t>ipsum</a:t>
            </a:r>
            <a:r>
              <a:rPr lang="es-ES" dirty="0"/>
              <a:t> dolor </a:t>
            </a:r>
            <a:r>
              <a:rPr lang="es-ES" dirty="0" err="1"/>
              <a:t>sit</a:t>
            </a:r>
            <a:endParaRPr lang="es-ES" dirty="0"/>
          </a:p>
        </p:txBody>
      </p:sp>
      <p:sp>
        <p:nvSpPr>
          <p:cNvPr id="34" name="Rectángulo 33">
            <a:extLst>
              <a:ext uri="{FF2B5EF4-FFF2-40B4-BE49-F238E27FC236}">
                <a16:creationId xmlns:a16="http://schemas.microsoft.com/office/drawing/2014/main" id="{28985D4F-DA9A-4115-90BA-E38ACC75A041}"/>
              </a:ext>
            </a:extLst>
          </p:cNvPr>
          <p:cNvSpPr/>
          <p:nvPr userDrawn="1"/>
        </p:nvSpPr>
        <p:spPr>
          <a:xfrm>
            <a:off x="8114896" y="2513628"/>
            <a:ext cx="800100" cy="800100"/>
          </a:xfrm>
          <a:prstGeom prst="rect">
            <a:avLst/>
          </a:prstGeom>
          <a:no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34">
            <a:extLst>
              <a:ext uri="{FF2B5EF4-FFF2-40B4-BE49-F238E27FC236}">
                <a16:creationId xmlns:a16="http://schemas.microsoft.com/office/drawing/2014/main" id="{4F46DE56-E459-4EB6-9BA9-089C84D8957C}"/>
              </a:ext>
            </a:extLst>
          </p:cNvPr>
          <p:cNvSpPr/>
          <p:nvPr userDrawn="1"/>
        </p:nvSpPr>
        <p:spPr>
          <a:xfrm>
            <a:off x="8114896" y="4115773"/>
            <a:ext cx="800100" cy="800100"/>
          </a:xfrm>
          <a:prstGeom prst="rect">
            <a:avLst/>
          </a:prstGeom>
          <a:no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825B9C34-BEED-48EF-A8F3-98A25182117F}"/>
              </a:ext>
            </a:extLst>
          </p:cNvPr>
          <p:cNvSpPr/>
          <p:nvPr userDrawn="1"/>
        </p:nvSpPr>
        <p:spPr>
          <a:xfrm>
            <a:off x="8114896" y="5717918"/>
            <a:ext cx="800100" cy="800100"/>
          </a:xfrm>
          <a:prstGeom prst="rect">
            <a:avLst/>
          </a:prstGeom>
          <a:no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Marcador de número de diapositiva 1">
            <a:extLst>
              <a:ext uri="{FF2B5EF4-FFF2-40B4-BE49-F238E27FC236}">
                <a16:creationId xmlns:a16="http://schemas.microsoft.com/office/drawing/2014/main" id="{3F5AFE29-57E8-44B6-95C3-325867DAB7CB}"/>
              </a:ext>
            </a:extLst>
          </p:cNvPr>
          <p:cNvSpPr>
            <a:spLocks noGrp="1"/>
          </p:cNvSpPr>
          <p:nvPr>
            <p:ph type="sldNum" sz="quarter" idx="49"/>
          </p:nvPr>
        </p:nvSpPr>
        <p:spPr>
          <a:xfrm>
            <a:off x="7000489" y="7763089"/>
            <a:ext cx="629422" cy="395242"/>
          </a:xfrm>
        </p:spPr>
        <p:txBody>
          <a:bodyPr/>
          <a:lstStyle/>
          <a:p>
            <a:fld id="{B005B2D1-880E-4846-A216-7D6770BA1332}" type="slidenum">
              <a:rPr lang="es-ES" smtClean="0"/>
              <a:pPr/>
              <a:t>‹Nº›</a:t>
            </a:fld>
            <a:endParaRPr lang="es-ES" dirty="0"/>
          </a:p>
        </p:txBody>
      </p:sp>
      <p:sp>
        <p:nvSpPr>
          <p:cNvPr id="43" name="CuadroTexto 42">
            <a:extLst>
              <a:ext uri="{FF2B5EF4-FFF2-40B4-BE49-F238E27FC236}">
                <a16:creationId xmlns:a16="http://schemas.microsoft.com/office/drawing/2014/main" id="{13DDD1BB-63FF-4264-945F-3B3141732107}"/>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pic>
        <p:nvPicPr>
          <p:cNvPr id="30" name="Gráfico 29">
            <a:extLst>
              <a:ext uri="{FF2B5EF4-FFF2-40B4-BE49-F238E27FC236}">
                <a16:creationId xmlns:a16="http://schemas.microsoft.com/office/drawing/2014/main" id="{826DE4F1-0500-456A-9AEE-766BEA0D27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323884" y="7585901"/>
            <a:ext cx="1400054" cy="385200"/>
          </a:xfrm>
          <a:prstGeom prst="rect">
            <a:avLst/>
          </a:prstGeom>
        </p:spPr>
      </p:pic>
      <p:sp>
        <p:nvSpPr>
          <p:cNvPr id="37" name="Rectángulo 36">
            <a:extLst>
              <a:ext uri="{FF2B5EF4-FFF2-40B4-BE49-F238E27FC236}">
                <a16:creationId xmlns:a16="http://schemas.microsoft.com/office/drawing/2014/main" id="{047CC7ED-54B8-4D1D-B00C-D69B01F0733A}"/>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8655034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Graficos">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E45EE8D0-3795-421B-8794-6F214183AE2D}"/>
              </a:ext>
            </a:extLst>
          </p:cNvPr>
          <p:cNvSpPr>
            <a:spLocks noGrp="1"/>
          </p:cNvSpPr>
          <p:nvPr>
            <p:ph type="title" hasCustomPrompt="1"/>
          </p:nvPr>
        </p:nvSpPr>
        <p:spPr>
          <a:xfrm>
            <a:off x="906463" y="1180601"/>
            <a:ext cx="3309937" cy="1803899"/>
          </a:xfrm>
        </p:spPr>
        <p:txBody>
          <a:bodyPr lIns="0" anchor="t">
            <a:noAutofit/>
          </a:bodyPr>
          <a:lstStyle>
            <a:lvl1pPr>
              <a:defRPr sz="4300"/>
            </a:lvl1pPr>
          </a:lstStyle>
          <a:p>
            <a:r>
              <a:rPr lang="es-ES" dirty="0"/>
              <a:t>Estilo</a:t>
            </a:r>
            <a:br>
              <a:rPr lang="es-ES" dirty="0"/>
            </a:br>
            <a:r>
              <a:rPr lang="es-ES" dirty="0"/>
              <a:t>de gráfico de barras I</a:t>
            </a:r>
          </a:p>
        </p:txBody>
      </p:sp>
      <p:sp>
        <p:nvSpPr>
          <p:cNvPr id="21" name="Marcador de texto 17">
            <a:extLst>
              <a:ext uri="{FF2B5EF4-FFF2-40B4-BE49-F238E27FC236}">
                <a16:creationId xmlns:a16="http://schemas.microsoft.com/office/drawing/2014/main" id="{B3CCE7E5-483B-4D05-A9C8-5D66C5A57396}"/>
              </a:ext>
            </a:extLst>
          </p:cNvPr>
          <p:cNvSpPr>
            <a:spLocks noGrp="1"/>
          </p:cNvSpPr>
          <p:nvPr>
            <p:ph type="body" sz="quarter" idx="16" hasCustomPrompt="1"/>
          </p:nvPr>
        </p:nvSpPr>
        <p:spPr>
          <a:xfrm>
            <a:off x="906463" y="3263021"/>
            <a:ext cx="4745037" cy="341133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Conepos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a:t>
            </a:r>
          </a:p>
          <a:p>
            <a:pPr lvl="0"/>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a:t>
            </a:r>
            <a:r>
              <a:rPr lang="es-ES" dirty="0"/>
              <a:t>.</a:t>
            </a:r>
          </a:p>
          <a:p>
            <a:pPr marL="0" marR="0" lvl="0" indent="0" algn="l" defTabSz="1097280" rtl="0" eaLnBrk="1" fontAlgn="auto" latinLnBrk="0" hangingPunct="1">
              <a:lnSpc>
                <a:spcPts val="1700"/>
              </a:lnSpc>
              <a:spcBef>
                <a:spcPts val="900"/>
              </a:spcBef>
              <a:spcAft>
                <a:spcPts val="0"/>
              </a:spcAft>
              <a:buClr>
                <a:srgbClr val="FF3228"/>
              </a:buClr>
              <a:buSzTx/>
              <a:buFont typeface="Wingdings" panose="05000000000000000000" pitchFamily="2" charset="2"/>
              <a:buNone/>
              <a:tabLst/>
              <a:defRPr/>
            </a:pPr>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a:t>
            </a:r>
            <a:r>
              <a:rPr lang="es-ES" dirty="0"/>
              <a:t> </a:t>
            </a:r>
            <a:r>
              <a:rPr lang="es-ES" dirty="0" err="1"/>
              <a:t>Poribus</a:t>
            </a:r>
            <a:r>
              <a:rPr lang="es-ES" dirty="0"/>
              <a:t> </a:t>
            </a:r>
            <a:r>
              <a:rPr lang="es-ES" dirty="0" err="1"/>
              <a:t>reiciis</a:t>
            </a:r>
            <a:r>
              <a:rPr lang="es-ES" dirty="0"/>
              <a:t>.</a:t>
            </a:r>
          </a:p>
        </p:txBody>
      </p:sp>
      <p:sp>
        <p:nvSpPr>
          <p:cNvPr id="25" name="CuadroTexto 24">
            <a:extLst>
              <a:ext uri="{FF2B5EF4-FFF2-40B4-BE49-F238E27FC236}">
                <a16:creationId xmlns:a16="http://schemas.microsoft.com/office/drawing/2014/main" id="{E30C8D45-466F-4F40-8328-D150D1EB24BA}"/>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27" name="Marcador de número de diapositiva 1">
            <a:extLst>
              <a:ext uri="{FF2B5EF4-FFF2-40B4-BE49-F238E27FC236}">
                <a16:creationId xmlns:a16="http://schemas.microsoft.com/office/drawing/2014/main" id="{04281931-3718-4A7D-AA8E-F88E5AEB9ADC}"/>
              </a:ext>
            </a:extLst>
          </p:cNvPr>
          <p:cNvSpPr>
            <a:spLocks noGrp="1"/>
          </p:cNvSpPr>
          <p:nvPr>
            <p:ph type="sldNum" sz="quarter" idx="30"/>
          </p:nvPr>
        </p:nvSpPr>
        <p:spPr>
          <a:xfrm>
            <a:off x="7000489" y="7763089"/>
            <a:ext cx="629422" cy="395242"/>
          </a:xfrm>
        </p:spPr>
        <p:txBody>
          <a:bodyPr/>
          <a:lstStyle/>
          <a:p>
            <a:fld id="{B005B2D1-880E-4846-A216-7D6770BA1332}" type="slidenum">
              <a:rPr lang="es-ES" smtClean="0"/>
              <a:pPr/>
              <a:t>‹Nº›</a:t>
            </a:fld>
            <a:endParaRPr lang="es-ES" dirty="0"/>
          </a:p>
        </p:txBody>
      </p:sp>
      <p:sp>
        <p:nvSpPr>
          <p:cNvPr id="28" name="Rectángulo 27">
            <a:extLst>
              <a:ext uri="{FF2B5EF4-FFF2-40B4-BE49-F238E27FC236}">
                <a16:creationId xmlns:a16="http://schemas.microsoft.com/office/drawing/2014/main" id="{4D5137D5-442A-403F-81C7-7686AFB9547E}"/>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Marcador de gráfico 6">
            <a:extLst>
              <a:ext uri="{FF2B5EF4-FFF2-40B4-BE49-F238E27FC236}">
                <a16:creationId xmlns:a16="http://schemas.microsoft.com/office/drawing/2014/main" id="{7201564A-7529-4B1F-B62A-73FAF73E875E}"/>
              </a:ext>
            </a:extLst>
          </p:cNvPr>
          <p:cNvSpPr>
            <a:spLocks noGrp="1"/>
          </p:cNvSpPr>
          <p:nvPr>
            <p:ph type="chart" sz="quarter" idx="31"/>
          </p:nvPr>
        </p:nvSpPr>
        <p:spPr>
          <a:xfrm>
            <a:off x="6140450" y="1719155"/>
            <a:ext cx="7583488" cy="5599220"/>
          </a:xfrm>
        </p:spPr>
        <p:txBody>
          <a:bodyPr/>
          <a:lstStyle/>
          <a:p>
            <a:endParaRPr lang="es-ES" dirty="0"/>
          </a:p>
        </p:txBody>
      </p:sp>
      <p:pic>
        <p:nvPicPr>
          <p:cNvPr id="9" name="Gráfico 8">
            <a:extLst>
              <a:ext uri="{FF2B5EF4-FFF2-40B4-BE49-F238E27FC236}">
                <a16:creationId xmlns:a16="http://schemas.microsoft.com/office/drawing/2014/main" id="{06E2181E-8ABD-4C68-97CA-BF860F11CA1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176980089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ablas">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E45EE8D0-3795-421B-8794-6F214183AE2D}"/>
              </a:ext>
            </a:extLst>
          </p:cNvPr>
          <p:cNvSpPr>
            <a:spLocks noGrp="1"/>
          </p:cNvSpPr>
          <p:nvPr>
            <p:ph type="title" hasCustomPrompt="1"/>
          </p:nvPr>
        </p:nvSpPr>
        <p:spPr>
          <a:xfrm>
            <a:off x="906463" y="1180601"/>
            <a:ext cx="5278437" cy="879431"/>
          </a:xfrm>
        </p:spPr>
        <p:txBody>
          <a:bodyPr lIns="0" anchor="t">
            <a:noAutofit/>
          </a:bodyPr>
          <a:lstStyle>
            <a:lvl1pPr>
              <a:defRPr sz="4300"/>
            </a:lvl1pPr>
          </a:lstStyle>
          <a:p>
            <a:r>
              <a:rPr lang="es-ES" dirty="0"/>
              <a:t>Estilo tabla I</a:t>
            </a:r>
          </a:p>
        </p:txBody>
      </p:sp>
      <p:sp>
        <p:nvSpPr>
          <p:cNvPr id="25" name="CuadroTexto 24">
            <a:extLst>
              <a:ext uri="{FF2B5EF4-FFF2-40B4-BE49-F238E27FC236}">
                <a16:creationId xmlns:a16="http://schemas.microsoft.com/office/drawing/2014/main" id="{E30C8D45-466F-4F40-8328-D150D1EB24BA}"/>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27" name="Marcador de número de diapositiva 1">
            <a:extLst>
              <a:ext uri="{FF2B5EF4-FFF2-40B4-BE49-F238E27FC236}">
                <a16:creationId xmlns:a16="http://schemas.microsoft.com/office/drawing/2014/main" id="{04281931-3718-4A7D-AA8E-F88E5AEB9ADC}"/>
              </a:ext>
            </a:extLst>
          </p:cNvPr>
          <p:cNvSpPr>
            <a:spLocks noGrp="1"/>
          </p:cNvSpPr>
          <p:nvPr>
            <p:ph type="sldNum" sz="quarter" idx="30"/>
          </p:nvPr>
        </p:nvSpPr>
        <p:spPr>
          <a:xfrm>
            <a:off x="7000489" y="7763089"/>
            <a:ext cx="629422" cy="395242"/>
          </a:xfrm>
        </p:spPr>
        <p:txBody>
          <a:bodyPr/>
          <a:lstStyle/>
          <a:p>
            <a:fld id="{B005B2D1-880E-4846-A216-7D6770BA1332}" type="slidenum">
              <a:rPr lang="es-ES" smtClean="0"/>
              <a:pPr/>
              <a:t>‹Nº›</a:t>
            </a:fld>
            <a:endParaRPr lang="es-ES" dirty="0"/>
          </a:p>
        </p:txBody>
      </p:sp>
      <p:sp>
        <p:nvSpPr>
          <p:cNvPr id="28" name="Rectángulo 27">
            <a:extLst>
              <a:ext uri="{FF2B5EF4-FFF2-40B4-BE49-F238E27FC236}">
                <a16:creationId xmlns:a16="http://schemas.microsoft.com/office/drawing/2014/main" id="{4D5137D5-442A-403F-81C7-7686AFB9547E}"/>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Marcador de tabla 2">
            <a:extLst>
              <a:ext uri="{FF2B5EF4-FFF2-40B4-BE49-F238E27FC236}">
                <a16:creationId xmlns:a16="http://schemas.microsoft.com/office/drawing/2014/main" id="{06B5FEDA-2675-4177-AA01-B26A0E6450C6}"/>
              </a:ext>
            </a:extLst>
          </p:cNvPr>
          <p:cNvSpPr>
            <a:spLocks noGrp="1"/>
          </p:cNvSpPr>
          <p:nvPr>
            <p:ph type="tbl" sz="quarter" idx="31"/>
          </p:nvPr>
        </p:nvSpPr>
        <p:spPr>
          <a:xfrm>
            <a:off x="906463" y="2514600"/>
            <a:ext cx="12817474" cy="4803775"/>
          </a:xfrm>
        </p:spPr>
        <p:txBody>
          <a:bodyPr/>
          <a:lstStyle/>
          <a:p>
            <a:endParaRPr lang="es-ES"/>
          </a:p>
        </p:txBody>
      </p:sp>
      <p:pic>
        <p:nvPicPr>
          <p:cNvPr id="8" name="Gráfico 7">
            <a:extLst>
              <a:ext uri="{FF2B5EF4-FFF2-40B4-BE49-F238E27FC236}">
                <a16:creationId xmlns:a16="http://schemas.microsoft.com/office/drawing/2014/main" id="{B63D23CB-FADD-4E51-B607-9F895E3383D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30725009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conos">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1FA62221-C641-42BD-85C5-560FB62FCE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3" name="Marcador de número de diapositiva 2">
            <a:extLst>
              <a:ext uri="{FF2B5EF4-FFF2-40B4-BE49-F238E27FC236}">
                <a16:creationId xmlns:a16="http://schemas.microsoft.com/office/drawing/2014/main" id="{7450A57E-6C25-44CF-9946-8E51E495D6DA}"/>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9" name="CuadroTexto 8">
            <a:extLst>
              <a:ext uri="{FF2B5EF4-FFF2-40B4-BE49-F238E27FC236}">
                <a16:creationId xmlns:a16="http://schemas.microsoft.com/office/drawing/2014/main" id="{AEACB8DF-60BA-4C55-8790-127B9DB59323}"/>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0" name="Rectángulo 9">
            <a:extLst>
              <a:ext uri="{FF2B5EF4-FFF2-40B4-BE49-F238E27FC236}">
                <a16:creationId xmlns:a16="http://schemas.microsoft.com/office/drawing/2014/main" id="{8C8DE8CD-D0F4-421F-8259-A29997BBF572}"/>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Título 11">
            <a:extLst>
              <a:ext uri="{FF2B5EF4-FFF2-40B4-BE49-F238E27FC236}">
                <a16:creationId xmlns:a16="http://schemas.microsoft.com/office/drawing/2014/main" id="{E6467823-04AD-499F-9EBF-6BAE54012BC6}"/>
              </a:ext>
            </a:extLst>
          </p:cNvPr>
          <p:cNvSpPr>
            <a:spLocks noGrp="1"/>
          </p:cNvSpPr>
          <p:nvPr>
            <p:ph type="title" hasCustomPrompt="1"/>
          </p:nvPr>
        </p:nvSpPr>
        <p:spPr>
          <a:xfrm>
            <a:off x="2062163" y="5204458"/>
            <a:ext cx="3284537" cy="1017545"/>
          </a:xfrm>
        </p:spPr>
        <p:txBody>
          <a:bodyPr lIns="0" anchor="t">
            <a:noAutofit/>
          </a:bodyPr>
          <a:lstStyle>
            <a:lvl1pPr>
              <a:defRPr sz="4300">
                <a:solidFill>
                  <a:schemeClr val="bg1"/>
                </a:solidFill>
              </a:defRPr>
            </a:lvl1pPr>
          </a:lstStyle>
          <a:p>
            <a:r>
              <a:rPr lang="es-ES" dirty="0"/>
              <a:t>Iconos</a:t>
            </a:r>
          </a:p>
        </p:txBody>
      </p:sp>
      <p:pic>
        <p:nvPicPr>
          <p:cNvPr id="11" name="Gráfico 10">
            <a:extLst>
              <a:ext uri="{FF2B5EF4-FFF2-40B4-BE49-F238E27FC236}">
                <a16:creationId xmlns:a16="http://schemas.microsoft.com/office/drawing/2014/main" id="{234AC0BB-9746-40C6-8816-9CE7B49FFA3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33817292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raportada">
    <p:spTree>
      <p:nvGrpSpPr>
        <p:cNvPr id="1" name=""/>
        <p:cNvGrpSpPr/>
        <p:nvPr/>
      </p:nvGrpSpPr>
      <p:grpSpPr>
        <a:xfrm>
          <a:off x="0" y="0"/>
          <a:ext cx="0" cy="0"/>
          <a:chOff x="0" y="0"/>
          <a:chExt cx="0" cy="0"/>
        </a:xfrm>
      </p:grpSpPr>
      <p:pic>
        <p:nvPicPr>
          <p:cNvPr id="12" name="Gráfico 11">
            <a:extLst>
              <a:ext uri="{FF2B5EF4-FFF2-40B4-BE49-F238E27FC236}">
                <a16:creationId xmlns:a16="http://schemas.microsoft.com/office/drawing/2014/main" id="{58986412-1BC4-47CA-9C5B-0E42A107219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9" name="CuadroTexto 8">
            <a:extLst>
              <a:ext uri="{FF2B5EF4-FFF2-40B4-BE49-F238E27FC236}">
                <a16:creationId xmlns:a16="http://schemas.microsoft.com/office/drawing/2014/main" id="{612609C0-CE8E-4F26-9C56-26779C292085}"/>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chemeClr val="bg1"/>
                </a:solidFill>
                <a:latin typeface="Century Gothic" panose="020B0502020202020204" pitchFamily="34" charset="0"/>
              </a:rPr>
              <a:t>© Copyright Universidad Europea. Todos los derechos reservados</a:t>
            </a:r>
            <a:endParaRPr lang="es-ES" dirty="0">
              <a:solidFill>
                <a:schemeClr val="bg1"/>
              </a:solidFill>
            </a:endParaRPr>
          </a:p>
        </p:txBody>
      </p:sp>
      <p:sp>
        <p:nvSpPr>
          <p:cNvPr id="14" name="Title 1">
            <a:extLst>
              <a:ext uri="{FF2B5EF4-FFF2-40B4-BE49-F238E27FC236}">
                <a16:creationId xmlns:a16="http://schemas.microsoft.com/office/drawing/2014/main" id="{C6C8BD96-F01B-45B8-816D-46F9D05B00D1}"/>
              </a:ext>
            </a:extLst>
          </p:cNvPr>
          <p:cNvSpPr>
            <a:spLocks noGrp="1"/>
          </p:cNvSpPr>
          <p:nvPr>
            <p:ph type="title" hasCustomPrompt="1"/>
          </p:nvPr>
        </p:nvSpPr>
        <p:spPr>
          <a:xfrm>
            <a:off x="4347351" y="2842955"/>
            <a:ext cx="4424116" cy="776545"/>
          </a:xfrm>
        </p:spPr>
        <p:txBody>
          <a:bodyPr>
            <a:normAutofit/>
          </a:bodyPr>
          <a:lstStyle>
            <a:lvl1pPr>
              <a:defRPr sz="6000"/>
            </a:lvl1pPr>
          </a:lstStyle>
          <a:p>
            <a:r>
              <a:rPr lang="es-ES" dirty="0"/>
              <a:t>Gracias</a:t>
            </a:r>
            <a:endParaRPr lang="en-US" dirty="0"/>
          </a:p>
        </p:txBody>
      </p:sp>
      <p:sp>
        <p:nvSpPr>
          <p:cNvPr id="15" name="Marcador de texto 17">
            <a:extLst>
              <a:ext uri="{FF2B5EF4-FFF2-40B4-BE49-F238E27FC236}">
                <a16:creationId xmlns:a16="http://schemas.microsoft.com/office/drawing/2014/main" id="{11DB0538-BF7A-408B-8D8F-356A5E062386}"/>
              </a:ext>
            </a:extLst>
          </p:cNvPr>
          <p:cNvSpPr>
            <a:spLocks noGrp="1"/>
          </p:cNvSpPr>
          <p:nvPr>
            <p:ph type="body" sz="quarter" idx="16" hasCustomPrompt="1"/>
          </p:nvPr>
        </p:nvSpPr>
        <p:spPr>
          <a:xfrm>
            <a:off x="4448951" y="3648916"/>
            <a:ext cx="4542650" cy="961186"/>
          </a:xfrm>
        </p:spPr>
        <p:txBody>
          <a:bodyPr lIns="0">
            <a:noAutofit/>
          </a:bodyPr>
          <a:lstStyle>
            <a:lvl1pPr marL="0" indent="0">
              <a:lnSpc>
                <a:spcPts val="2800"/>
              </a:lnSpc>
              <a:spcBef>
                <a:spcPts val="900"/>
              </a:spcBef>
              <a:buNone/>
              <a:defRPr sz="2500" b="0">
                <a:solidFill>
                  <a:srgbClr val="1E1E1E"/>
                </a:solidFill>
              </a:defRPr>
            </a:lvl1pPr>
          </a:lstStyle>
          <a:p>
            <a:pPr lvl="0"/>
            <a:r>
              <a:rPr lang="es-ES" dirty="0" err="1"/>
              <a:t>Lorem</a:t>
            </a:r>
            <a:r>
              <a:rPr lang="es-ES" dirty="0"/>
              <a:t> </a:t>
            </a:r>
            <a:r>
              <a:rPr lang="es-ES" dirty="0" err="1"/>
              <a:t>ipsum</a:t>
            </a:r>
            <a:r>
              <a:rPr lang="es-ES" dirty="0"/>
              <a:t> </a:t>
            </a:r>
            <a:r>
              <a:rPr lang="es-ES" dirty="0" err="1"/>
              <a:t>Udae</a:t>
            </a:r>
            <a:r>
              <a:rPr lang="es-ES" dirty="0"/>
              <a:t> </a:t>
            </a:r>
            <a:r>
              <a:rPr lang="es-ES" dirty="0" err="1"/>
              <a:t>voluptatur</a:t>
            </a:r>
            <a:r>
              <a:rPr lang="es-ES" dirty="0"/>
              <a:t>? Pitas </a:t>
            </a:r>
            <a:r>
              <a:rPr lang="es-ES" dirty="0" err="1"/>
              <a:t>dolorem</a:t>
            </a:r>
            <a:endParaRPr lang="es-ES" dirty="0"/>
          </a:p>
        </p:txBody>
      </p:sp>
      <p:sp>
        <p:nvSpPr>
          <p:cNvPr id="16" name="Marcador de texto 17">
            <a:extLst>
              <a:ext uri="{FF2B5EF4-FFF2-40B4-BE49-F238E27FC236}">
                <a16:creationId xmlns:a16="http://schemas.microsoft.com/office/drawing/2014/main" id="{FB1C9EB0-95F2-4DA1-AF97-1506B0C3FDB2}"/>
              </a:ext>
            </a:extLst>
          </p:cNvPr>
          <p:cNvSpPr>
            <a:spLocks noGrp="1"/>
          </p:cNvSpPr>
          <p:nvPr>
            <p:ph type="body" sz="quarter" idx="22" hasCustomPrompt="1"/>
          </p:nvPr>
        </p:nvSpPr>
        <p:spPr>
          <a:xfrm>
            <a:off x="6925382" y="5473725"/>
            <a:ext cx="3256844" cy="316483"/>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Lorem</a:t>
            </a:r>
            <a:r>
              <a:rPr lang="es-ES" dirty="0"/>
              <a:t> ipsum@info.com</a:t>
            </a:r>
          </a:p>
        </p:txBody>
      </p:sp>
      <p:sp>
        <p:nvSpPr>
          <p:cNvPr id="17" name="Marcador de texto 17">
            <a:extLst>
              <a:ext uri="{FF2B5EF4-FFF2-40B4-BE49-F238E27FC236}">
                <a16:creationId xmlns:a16="http://schemas.microsoft.com/office/drawing/2014/main" id="{E7C874BE-A19E-48B7-AC48-D4C857D7A99B}"/>
              </a:ext>
            </a:extLst>
          </p:cNvPr>
          <p:cNvSpPr>
            <a:spLocks noGrp="1"/>
          </p:cNvSpPr>
          <p:nvPr>
            <p:ph type="body" sz="quarter" idx="15" hasCustomPrompt="1"/>
          </p:nvPr>
        </p:nvSpPr>
        <p:spPr>
          <a:xfrm>
            <a:off x="6925382" y="5144355"/>
            <a:ext cx="3256843" cy="316483"/>
          </a:xfrm>
        </p:spPr>
        <p:txBody>
          <a:bodyPr lIns="0">
            <a:noAutofit/>
          </a:bodyPr>
          <a:lstStyle>
            <a:lvl1pPr marL="0" indent="0">
              <a:lnSpc>
                <a:spcPts val="2800"/>
              </a:lnSpc>
              <a:buNone/>
              <a:defRPr sz="2200" b="1">
                <a:solidFill>
                  <a:schemeClr val="bg1"/>
                </a:solidFill>
              </a:defRPr>
            </a:lvl1pPr>
          </a:lstStyle>
          <a:p>
            <a:pPr lvl="0"/>
            <a:r>
              <a:rPr lang="es-ES" dirty="0" err="1"/>
              <a:t>Lorem</a:t>
            </a:r>
            <a:r>
              <a:rPr lang="es-ES" dirty="0"/>
              <a:t> </a:t>
            </a:r>
            <a:r>
              <a:rPr lang="es-ES" dirty="0" err="1"/>
              <a:t>ipsum</a:t>
            </a:r>
            <a:endParaRPr lang="es-ES" dirty="0"/>
          </a:p>
        </p:txBody>
      </p:sp>
      <p:sp>
        <p:nvSpPr>
          <p:cNvPr id="18" name="Marcador de texto 17">
            <a:extLst>
              <a:ext uri="{FF2B5EF4-FFF2-40B4-BE49-F238E27FC236}">
                <a16:creationId xmlns:a16="http://schemas.microsoft.com/office/drawing/2014/main" id="{983F7AB7-EF84-4792-8807-631A61157F6B}"/>
              </a:ext>
            </a:extLst>
          </p:cNvPr>
          <p:cNvSpPr>
            <a:spLocks noGrp="1"/>
          </p:cNvSpPr>
          <p:nvPr>
            <p:ph type="body" sz="quarter" idx="23" hasCustomPrompt="1"/>
          </p:nvPr>
        </p:nvSpPr>
        <p:spPr>
          <a:xfrm>
            <a:off x="6925382" y="5865514"/>
            <a:ext cx="3256844" cy="316483"/>
          </a:xfrm>
        </p:spPr>
        <p:txBody>
          <a:bodyPr lIns="0">
            <a:noAutofit/>
          </a:bodyPr>
          <a:lstStyle>
            <a:lvl1pPr marL="0" indent="0">
              <a:lnSpc>
                <a:spcPts val="1700"/>
              </a:lnSpc>
              <a:spcBef>
                <a:spcPts val="900"/>
              </a:spcBef>
              <a:buNone/>
              <a:defRPr sz="1440" b="1">
                <a:solidFill>
                  <a:schemeClr val="bg1"/>
                </a:solidFill>
              </a:defRPr>
            </a:lvl1pPr>
          </a:lstStyle>
          <a:p>
            <a:pPr lvl="0"/>
            <a:r>
              <a:rPr lang="es-ES" dirty="0"/>
              <a:t>Universidadeuropea.com</a:t>
            </a:r>
          </a:p>
        </p:txBody>
      </p:sp>
      <p:sp>
        <p:nvSpPr>
          <p:cNvPr id="24" name="CuadroTexto 23">
            <a:extLst>
              <a:ext uri="{FF2B5EF4-FFF2-40B4-BE49-F238E27FC236}">
                <a16:creationId xmlns:a16="http://schemas.microsoft.com/office/drawing/2014/main" id="{803B4663-693F-4482-99D6-BFAAF6A3D27D}"/>
              </a:ext>
            </a:extLst>
          </p:cNvPr>
          <p:cNvSpPr txBox="1"/>
          <p:nvPr userDrawn="1"/>
        </p:nvSpPr>
        <p:spPr>
          <a:xfrm>
            <a:off x="9061051" y="6698399"/>
            <a:ext cx="1800493" cy="430887"/>
          </a:xfrm>
          <a:prstGeom prst="rect">
            <a:avLst/>
          </a:prstGeom>
          <a:noFill/>
        </p:spPr>
        <p:txBody>
          <a:bodyPr wrap="none" rtlCol="0">
            <a:spAutoFit/>
          </a:bodyPr>
          <a:lstStyle/>
          <a:p>
            <a:pPr lvl="0"/>
            <a:r>
              <a:rPr lang="es-ES" sz="2200" b="1" kern="1200" dirty="0">
                <a:solidFill>
                  <a:schemeClr val="bg1"/>
                </a:solidFill>
                <a:latin typeface="Century Gothic" panose="020B0502020202020204" pitchFamily="34" charset="0"/>
                <a:ea typeface="+mn-ea"/>
                <a:cs typeface="+mn-cs"/>
              </a:rPr>
              <a:t>Ve más allá</a:t>
            </a:r>
          </a:p>
        </p:txBody>
      </p:sp>
    </p:spTree>
    <p:extLst>
      <p:ext uri="{BB962C8B-B14F-4D97-AF65-F5344CB8AC3E}">
        <p14:creationId xmlns:p14="http://schemas.microsoft.com/office/powerpoint/2010/main" val="201813584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Marcador de número de diapositiva 14">
            <a:extLst>
              <a:ext uri="{FF2B5EF4-FFF2-40B4-BE49-F238E27FC236}">
                <a16:creationId xmlns:a16="http://schemas.microsoft.com/office/drawing/2014/main" id="{D156A4A0-AC07-4989-AB5C-6626DA7F8E7B}"/>
              </a:ext>
            </a:extLst>
          </p:cNvPr>
          <p:cNvSpPr>
            <a:spLocks noGrp="1"/>
          </p:cNvSpPr>
          <p:nvPr>
            <p:ph type="sldNum" sz="quarter" idx="4"/>
          </p:nvPr>
        </p:nvSpPr>
        <p:spPr>
          <a:xfrm>
            <a:off x="7000489" y="7763089"/>
            <a:ext cx="629422" cy="395242"/>
          </a:xfrm>
          <a:prstGeom prst="rect">
            <a:avLst/>
          </a:prstGeom>
          <a:noFill/>
        </p:spPr>
        <p:txBody>
          <a:bodyPr/>
          <a:lstStyle>
            <a:lvl1pPr algn="ctr">
              <a:defRPr sz="1300">
                <a:solidFill>
                  <a:srgbClr val="1E1E1E"/>
                </a:solidFill>
              </a:defRPr>
            </a:lvl1pPr>
          </a:lstStyle>
          <a:p>
            <a:fld id="{B005B2D1-880E-4846-A216-7D6770BA1332}" type="slidenum">
              <a:rPr lang="es-ES" smtClean="0"/>
              <a:pPr/>
              <a:t>‹Nº›</a:t>
            </a:fld>
            <a:endParaRPr lang="es-ES" dirty="0"/>
          </a:p>
        </p:txBody>
      </p:sp>
    </p:spTree>
    <p:extLst>
      <p:ext uri="{BB962C8B-B14F-4D97-AF65-F5344CB8AC3E}">
        <p14:creationId xmlns:p14="http://schemas.microsoft.com/office/powerpoint/2010/main" val="3717940592"/>
      </p:ext>
    </p:extLst>
  </p:cSld>
  <p:clrMap bg1="lt1" tx1="dk1" bg2="lt2" tx2="dk2" accent1="accent1" accent2="accent2" accent3="accent3" accent4="accent4" accent5="accent5" accent6="accent6" hlink="hlink" folHlink="folHlink"/>
  <p:sldLayoutIdLst>
    <p:sldLayoutId id="2147483661" r:id="rId1"/>
    <p:sldLayoutId id="2147483708" r:id="rId2"/>
    <p:sldLayoutId id="2147483713" r:id="rId3"/>
    <p:sldLayoutId id="2147483714" r:id="rId4"/>
    <p:sldLayoutId id="2147483676" r:id="rId5"/>
    <p:sldLayoutId id="2147483709" r:id="rId6"/>
    <p:sldLayoutId id="2147483715" r:id="rId7"/>
    <p:sldLayoutId id="2147483716" r:id="rId8"/>
    <p:sldLayoutId id="2147483686" r:id="rId9"/>
    <p:sldLayoutId id="2147483710" r:id="rId10"/>
    <p:sldLayoutId id="2147483687" r:id="rId11"/>
    <p:sldLayoutId id="2147483711" r:id="rId12"/>
    <p:sldLayoutId id="2147483717" r:id="rId13"/>
    <p:sldLayoutId id="2147483718" r:id="rId14"/>
    <p:sldLayoutId id="2147483662" r:id="rId15"/>
    <p:sldLayoutId id="2147483672" r:id="rId16"/>
    <p:sldLayoutId id="2147483663" r:id="rId17"/>
    <p:sldLayoutId id="2147483689" r:id="rId18"/>
    <p:sldLayoutId id="2147483690" r:id="rId19"/>
    <p:sldLayoutId id="2147483691" r:id="rId20"/>
    <p:sldLayoutId id="2147483696" r:id="rId21"/>
    <p:sldLayoutId id="2147483692" r:id="rId22"/>
    <p:sldLayoutId id="2147483693" r:id="rId23"/>
    <p:sldLayoutId id="2147483706" r:id="rId24"/>
    <p:sldLayoutId id="2147483694" r:id="rId25"/>
    <p:sldLayoutId id="2147483695" r:id="rId26"/>
    <p:sldLayoutId id="2147483697" r:id="rId27"/>
    <p:sldLayoutId id="2147483698" r:id="rId28"/>
    <p:sldLayoutId id="2147483699" r:id="rId29"/>
    <p:sldLayoutId id="2147483664" r:id="rId30"/>
    <p:sldLayoutId id="2147483700" r:id="rId31"/>
    <p:sldLayoutId id="2147483677" r:id="rId32"/>
    <p:sldLayoutId id="2147483701" r:id="rId33"/>
    <p:sldLayoutId id="2147483702" r:id="rId34"/>
    <p:sldLayoutId id="2147483703" r:id="rId35"/>
    <p:sldLayoutId id="2147483704" r:id="rId36"/>
    <p:sldLayoutId id="2147483666" r:id="rId37"/>
    <p:sldLayoutId id="2147483679" r:id="rId38"/>
    <p:sldLayoutId id="2147483667" r:id="rId39"/>
    <p:sldLayoutId id="2147483668" r:id="rId40"/>
    <p:sldLayoutId id="2147483681" r:id="rId41"/>
    <p:sldLayoutId id="2147483682" r:id="rId42"/>
    <p:sldLayoutId id="2147483683" r:id="rId43"/>
    <p:sldLayoutId id="2147483678" r:id="rId44"/>
    <p:sldLayoutId id="2147483665" r:id="rId45"/>
    <p:sldLayoutId id="2147483705" r:id="rId46"/>
    <p:sldLayoutId id="2147483669" r:id="rId47"/>
    <p:sldLayoutId id="2147483673" r:id="rId48"/>
    <p:sldLayoutId id="2147483674" r:id="rId49"/>
    <p:sldLayoutId id="2147483675" r:id="rId50"/>
    <p:sldLayoutId id="2147483684" r:id="rId51"/>
    <p:sldLayoutId id="2147483707" r:id="rId52"/>
    <p:sldLayoutId id="2147483712" r:id="rId53"/>
    <p:sldLayoutId id="2147483685" r:id="rId54"/>
    <p:sldLayoutId id="2147483670" r:id="rId55"/>
  </p:sldLayoutIdLst>
  <p:hf hdr="0" dt="0"/>
  <p:txStyles>
    <p:titleStyle>
      <a:lvl1pPr algn="l" defTabSz="1097280" rtl="0" eaLnBrk="1" latinLnBrk="0" hangingPunct="1">
        <a:lnSpc>
          <a:spcPct val="90000"/>
        </a:lnSpc>
        <a:spcBef>
          <a:spcPct val="0"/>
        </a:spcBef>
        <a:buNone/>
        <a:defRPr sz="4000" b="1" kern="1200">
          <a:solidFill>
            <a:srgbClr val="1E1E1E"/>
          </a:solidFill>
          <a:latin typeface="Century Gothic" panose="020B0502020202020204" pitchFamily="34" charset="0"/>
          <a:ea typeface="+mj-ea"/>
          <a:cs typeface="+mj-cs"/>
        </a:defRPr>
      </a:lvl1pPr>
    </p:titleStyle>
    <p:bodyStyle>
      <a:lvl1pPr marL="274320" indent="-274320" algn="l" defTabSz="1097280" rtl="0" eaLnBrk="1" latinLnBrk="0" hangingPunct="1">
        <a:lnSpc>
          <a:spcPts val="2100"/>
        </a:lnSpc>
        <a:spcBef>
          <a:spcPts val="1200"/>
        </a:spcBef>
        <a:buClr>
          <a:srgbClr val="FF3228"/>
        </a:buClr>
        <a:buFont typeface="Wingdings" panose="05000000000000000000" pitchFamily="2" charset="2"/>
        <a:buChar char="§"/>
        <a:defRPr sz="2200" kern="1200">
          <a:solidFill>
            <a:srgbClr val="1E1E1E"/>
          </a:solidFill>
          <a:latin typeface="Century Gothic" panose="020B0502020202020204" pitchFamily="34" charset="0"/>
          <a:ea typeface="+mn-ea"/>
          <a:cs typeface="+mn-cs"/>
        </a:defRPr>
      </a:lvl1pPr>
      <a:lvl2pPr marL="541338" indent="-269875" algn="l" defTabSz="1097280" rtl="0" eaLnBrk="1" latinLnBrk="0" hangingPunct="1">
        <a:lnSpc>
          <a:spcPct val="90000"/>
        </a:lnSpc>
        <a:spcBef>
          <a:spcPts val="600"/>
        </a:spcBef>
        <a:buClr>
          <a:srgbClr val="676766"/>
        </a:buClr>
        <a:buFont typeface="Wingdings" panose="05000000000000000000" pitchFamily="2" charset="2"/>
        <a:buChar char="§"/>
        <a:defRPr sz="2200" kern="1200">
          <a:solidFill>
            <a:srgbClr val="7D7878"/>
          </a:solidFill>
          <a:latin typeface="Century Gothic" panose="020B0502020202020204" pitchFamily="34" charset="0"/>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rgbClr val="1E1E1E"/>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rgbClr val="1E1E1E"/>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rgbClr val="1E1E1E"/>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1" userDrawn="1">
          <p15:clr>
            <a:srgbClr val="F26B43"/>
          </p15:clr>
        </p15:guide>
        <p15:guide id="2" pos="8645" userDrawn="1">
          <p15:clr>
            <a:srgbClr val="F26B43"/>
          </p15:clr>
        </p15:guide>
        <p15:guide id="3" orient="horz" pos="4610" userDrawn="1">
          <p15:clr>
            <a:srgbClr val="F26B43"/>
          </p15:clr>
        </p15:guide>
        <p15:guide id="4" orient="horz" pos="5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 Id="rId3" Type="http://schemas.openxmlformats.org/officeDocument/2006/relationships/image" Target="../media/image5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 Id="rId3" Type="http://schemas.openxmlformats.org/officeDocument/2006/relationships/image" Target="../media/image5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9.xml"/><Relationship Id="rId3" Type="http://schemas.openxmlformats.org/officeDocument/2006/relationships/image" Target="../media/image5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 Id="rId3" Type="http://schemas.openxmlformats.org/officeDocument/2006/relationships/image" Target="../media/image5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12157062-1DC1-C579-FFE1-A66EE4A8FD77}"/>
              </a:ext>
            </a:extLst>
          </p:cNvPr>
          <p:cNvSpPr>
            <a:spLocks noGrp="1"/>
          </p:cNvSpPr>
          <p:nvPr>
            <p:ph type="title"/>
          </p:nvPr>
        </p:nvSpPr>
        <p:spPr/>
        <p:txBody>
          <a:bodyPr/>
          <a:lstStyle/>
          <a:p>
            <a:r>
              <a:t>StrokeLab</a:t>
            </a:r>
          </a:p>
        </p:txBody>
      </p:sp>
      <p:sp>
        <p:nvSpPr>
          <p:cNvPr id="8" name="Marcador de texto 7">
            <a:extLst>
              <a:ext uri="{FF2B5EF4-FFF2-40B4-BE49-F238E27FC236}">
                <a16:creationId xmlns:a16="http://schemas.microsoft.com/office/drawing/2014/main" id="{641B9CD1-73DE-1F44-CE12-E8D75B7353E6}"/>
              </a:ext>
            </a:extLst>
          </p:cNvPr>
          <p:cNvSpPr>
            <a:spLocks noGrp="1"/>
          </p:cNvSpPr>
          <p:nvPr>
            <p:ph type="body" sz="quarter" idx="10"/>
          </p:nvPr>
        </p:nvSpPr>
        <p:spPr/>
        <p:txBody>
          <a:bodyPr/>
          <a:lstStyle/>
          <a:p>
            <a:r>
              <a:t>Análisis biomecánico explicable de la técnica y la fatiga en natación</a:t>
            </a:r>
          </a:p>
        </p:txBody>
      </p:sp>
      <p:sp>
        <p:nvSpPr>
          <p:cNvPr id="9" name="Marcador de texto 8">
            <a:extLst>
              <a:ext uri="{FF2B5EF4-FFF2-40B4-BE49-F238E27FC236}">
                <a16:creationId xmlns:a16="http://schemas.microsoft.com/office/drawing/2014/main" id="{34858A71-8591-E31B-207B-E02D43A246F7}"/>
              </a:ext>
            </a:extLst>
          </p:cNvPr>
          <p:cNvSpPr>
            <a:spLocks noGrp="1"/>
          </p:cNvSpPr>
          <p:nvPr>
            <p:ph type="body" sz="quarter" idx="11"/>
          </p:nvPr>
        </p:nvSpPr>
        <p:spPr>
          <a:xfrm>
            <a:off x="3648456" y="5074920"/>
            <a:ext cx="3044952" cy="329184"/>
          </a:xfrm>
        </p:spPr>
        <p:txBody>
          <a:bodyPr/>
          <a:lstStyle/>
          <a:p>
            <a:r>
              <a:rPr sz="1200"/>
              <a:t>Diana Belem Cruz Montesinos</a:t>
            </a:r>
          </a:p>
        </p:txBody>
      </p:sp>
      <p:sp>
        <p:nvSpPr>
          <p:cNvPr id="10" name="Marcador de texto 9">
            <a:extLst>
              <a:ext uri="{FF2B5EF4-FFF2-40B4-BE49-F238E27FC236}">
                <a16:creationId xmlns:a16="http://schemas.microsoft.com/office/drawing/2014/main" id="{4848883B-D276-A1A7-E8AF-C0ED95F95E01}"/>
              </a:ext>
            </a:extLst>
          </p:cNvPr>
          <p:cNvSpPr>
            <a:spLocks noGrp="1"/>
          </p:cNvSpPr>
          <p:nvPr>
            <p:ph type="body" sz="quarter" idx="12"/>
          </p:nvPr>
        </p:nvSpPr>
        <p:spPr>
          <a:xfrm>
            <a:off x="3648456" y="5760720"/>
            <a:ext cx="3044952" cy="329184"/>
          </a:xfrm>
        </p:spPr>
        <p:txBody>
          <a:bodyPr/>
          <a:lstStyle/>
          <a:p>
            <a:r>
              <a:rPr sz="1000"/>
              <a:t>Máster en IA · 24/10/2026</a:t>
            </a:r>
          </a:p>
        </p:txBody>
      </p:sp>
      <p:sp>
        <p:nvSpPr>
          <p:cNvPr id="11" name="Marcador de texto 10">
            <a:extLst>
              <a:ext uri="{FF2B5EF4-FFF2-40B4-BE49-F238E27FC236}">
                <a16:creationId xmlns:a16="http://schemas.microsoft.com/office/drawing/2014/main" id="{83399107-08C9-1996-FA71-61DBB75F32AE}"/>
              </a:ext>
            </a:extLst>
          </p:cNvPr>
          <p:cNvSpPr>
            <a:spLocks noGrp="1"/>
          </p:cNvSpPr>
          <p:nvPr>
            <p:ph type="body" sz="quarter" idx="13"/>
          </p:nvPr>
        </p:nvSpPr>
        <p:spPr>
          <a:xfrm>
            <a:off x="3648456" y="5440680"/>
            <a:ext cx="3044952" cy="329184"/>
          </a:xfrm>
        </p:spPr>
        <p:txBody>
          <a:bodyPr/>
          <a:lstStyle/>
          <a:p>
            <a:r>
              <a:rPr sz="1000"/>
              <a:t>Dir.: Francisco Damian Maleno Gonzalez</a:t>
            </a:r>
          </a:p>
        </p:txBody>
      </p:sp>
    </p:spTree>
    <p:extLst>
      <p:ext uri="{BB962C8B-B14F-4D97-AF65-F5344CB8AC3E}">
        <p14:creationId xmlns:p14="http://schemas.microsoft.com/office/powerpoint/2010/main" val="8993303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600200" y="1005840"/>
            <a:ext cx="5486400" cy="1097280"/>
          </a:xfrm>
        </p:spPr>
        <p:txBody>
          <a:bodyPr/>
          <a:lstStyle/>
          <a:p>
            <a:r>
              <a:rPr sz="4400"/>
              <a:t>Guion</a:t>
            </a:r>
          </a:p>
        </p:txBody>
      </p:sp>
      <p:sp>
        <p:nvSpPr>
          <p:cNvPr id="3" name="Text Placeholder 2"/>
          <p:cNvSpPr>
            <a:spLocks noGrp="1"/>
          </p:cNvSpPr>
          <p:nvPr>
            <p:ph type="body" idx="15" sz="quarter"/>
          </p:nvPr>
        </p:nvSpPr>
        <p:spPr>
          <a:xfrm>
            <a:off x="1600200" y="2377440"/>
            <a:ext cx="8229600" cy="4206240"/>
          </a:xfrm>
        </p:spPr>
        <p:txBody>
          <a:bodyPr/>
          <a:lstStyle/>
          <a:p>
            <a:pPr>
              <a:spcAft>
                <a:spcPts val="1400"/>
              </a:spcAft>
            </a:pPr>
            <a:r>
              <a:rPr b="1" sz="2400">
                <a:solidFill>
                  <a:srgbClr val="FF3228"/>
                </a:solidFill>
              </a:rPr>
              <a:t>01   </a:t>
            </a:r>
            <a:r>
              <a:rPr sz="2400"/>
              <a:t>El problema y el objetivo</a:t>
            </a:r>
          </a:p>
          <a:p>
            <a:pPr>
              <a:spcAft>
                <a:spcPts val="1400"/>
              </a:spcAft>
            </a:pPr>
            <a:r>
              <a:rPr b="1" sz="2400">
                <a:solidFill>
                  <a:srgbClr val="FF3228"/>
                </a:solidFill>
              </a:rPr>
              <a:t>02   </a:t>
            </a:r>
            <a:r>
              <a:rPr sz="2400"/>
              <a:t>Método y algoritmos</a:t>
            </a:r>
          </a:p>
          <a:p>
            <a:pPr>
              <a:spcAft>
                <a:spcPts val="1400"/>
              </a:spcAft>
            </a:pPr>
            <a:r>
              <a:rPr b="1" sz="2400">
                <a:solidFill>
                  <a:srgbClr val="FF3228"/>
                </a:solidFill>
              </a:rPr>
              <a:t>03   </a:t>
            </a:r>
            <a:r>
              <a:rPr sz="2400"/>
              <a:t>Validación y resultados</a:t>
            </a:r>
          </a:p>
          <a:p>
            <a:pPr>
              <a:spcAft>
                <a:spcPts val="1400"/>
              </a:spcAft>
            </a:pPr>
            <a:r>
              <a:rPr b="1" sz="2400">
                <a:solidFill>
                  <a:srgbClr val="FF3228"/>
                </a:solidFill>
              </a:rPr>
              <a:t>04   </a:t>
            </a:r>
            <a:r>
              <a:rPr sz="2400"/>
              <a:t>Demostración: 100 m libre</a:t>
            </a:r>
          </a:p>
          <a:p>
            <a:pPr>
              <a:spcAft>
                <a:spcPts val="1400"/>
              </a:spcAft>
            </a:pPr>
            <a:r>
              <a:rPr b="1" sz="2400">
                <a:solidFill>
                  <a:srgbClr val="FF3228"/>
                </a:solidFill>
              </a:rPr>
              <a:t>05   </a:t>
            </a:r>
            <a:r>
              <a:rPr sz="2400"/>
              <a:t>Alcance y conclusiones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06463" y="1182159"/>
            <a:ext cx="10789920" cy="703086"/>
          </a:xfrm>
        </p:spPr>
        <p:txBody>
          <a:bodyPr/>
          <a:lstStyle/>
          <a:p>
            <a:r>
              <a:rPr sz="3200"/>
              <a:t>SHAP explica la fatiga</a:t>
            </a:r>
          </a:p>
        </p:txBody>
      </p:sp>
      <p:sp>
        <p:nvSpPr>
          <p:cNvPr id="4" name="Text Placeholder 3"/>
          <p:cNvSpPr>
            <a:spLocks noGrp="1"/>
          </p:cNvSpPr>
          <p:nvPr>
            <p:ph type="body" idx="18" sz="quarter"/>
          </p:nvPr>
        </p:nvSpPr>
        <p:spPr>
          <a:xfrm>
            <a:off x="906463" y="2172974"/>
            <a:ext cx="12344400" cy="594092"/>
          </a:xfrm>
        </p:spPr>
        <p:txBody>
          <a:bodyPr/>
          <a:lstStyle/>
          <a:p>
            <a:r>
              <a:t>Atribución local en el ciclo de inicio (secuencia sintética de 90 s)</a:t>
            </a:r>
          </a:p>
        </p:txBody>
      </p:sp>
      <p:pic>
        <p:nvPicPr>
          <p:cNvPr id="5" name="Picture 4" descr="sintetico_shap_waterfall_inicio.png"/>
          <p:cNvPicPr>
            <a:picLocks noChangeAspect="1"/>
          </p:cNvPicPr>
          <p:nvPr/>
        </p:nvPicPr>
        <p:blipFill>
          <a:blip r:embed="rId3"/>
          <a:stretch>
            <a:fillRect/>
          </a:stretch>
        </p:blipFill>
        <p:spPr>
          <a:xfrm>
            <a:off x="1091858" y="2651760"/>
            <a:ext cx="6027594" cy="4572000"/>
          </a:xfrm>
          <a:prstGeom prst="rect">
            <a:avLst/>
          </a:prstGeom>
        </p:spPr>
      </p:pic>
      <p:sp>
        <p:nvSpPr>
          <p:cNvPr id="6" name="Rectangle 5"/>
          <p:cNvSpPr/>
          <p:nvPr/>
        </p:nvSpPr>
        <p:spPr>
          <a:xfrm>
            <a:off x="7772400" y="2788920"/>
            <a:ext cx="5943600" cy="2194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3017520"/>
            <a:ext cx="5394960" cy="1828800"/>
          </a:xfrm>
          <a:prstGeom prst="rect">
            <a:avLst/>
          </a:prstGeom>
          <a:noFill/>
        </p:spPr>
        <p:txBody>
          <a:bodyPr wrap="square" anchor="t" lIns="0" rIns="0" tIns="0" bIns="0">
            <a:spAutoFit/>
          </a:bodyPr>
          <a:lstStyle/>
          <a:p>
            <a:pPr algn="l">
              <a:spcAft>
                <a:spcPts val="600"/>
              </a:spcAft>
            </a:pPr>
            <a:r>
              <a:rPr sz="1600" b="1">
                <a:solidFill>
                  <a:srgbClr val="FF3228"/>
                </a:solidFill>
              </a:rPr>
              <a:t>Lo que lee el entrenador</a:t>
            </a:r>
          </a:p>
          <a:p>
            <a:pPr algn="l">
              <a:spcAft>
                <a:spcPts val="600"/>
              </a:spcAft>
            </a:pPr>
            <a:r>
              <a:rPr sz="1500" b="0">
                <a:solidFill>
                  <a:srgbClr val="FFFFFF"/>
                </a:solidFill>
              </a:rPr>
              <a:t>Inicio de la fatiga en el ciclo 35 (t = 51,9 s). Causas: alcance del brazo derecho (1,78 → 1,05 troncos), asimetría de brazos (2 % → 23 %) y amplitud de patada (0,31 → 0,21 troncos).</a:t>
            </a:r>
          </a:p>
        </p:txBody>
      </p:sp>
      <p:sp>
        <p:nvSpPr>
          <p:cNvPr id="8" name="TextBox 7"/>
          <p:cNvSpPr txBox="1"/>
          <p:nvPr/>
        </p:nvSpPr>
        <p:spPr>
          <a:xfrm>
            <a:off x="7772400" y="5303520"/>
            <a:ext cx="5943600" cy="914400"/>
          </a:xfrm>
          <a:prstGeom prst="rect">
            <a:avLst/>
          </a:prstGeom>
          <a:noFill/>
        </p:spPr>
        <p:txBody>
          <a:bodyPr wrap="square" anchor="t" lIns="0" rIns="0" tIns="0" bIns="0">
            <a:spAutoFit/>
          </a:bodyPr>
          <a:lstStyle/>
          <a:p>
            <a:pPr algn="l">
              <a:spcAft>
                <a:spcPts val="600"/>
              </a:spcAft>
            </a:pPr>
            <a:r>
              <a:rPr sz="1400" b="1">
                <a:solidFill>
                  <a:srgbClr val="1E1E1E"/>
                </a:solidFill>
              </a:rPr>
              <a:t>Las variables señaladas coinciden con las alteradas en la simulación: la explicación es verificable.</a:t>
            </a:r>
          </a:p>
        </p:txBody>
      </p:sp>
      <p:sp>
        <p:nvSpPr>
          <p:cNvPr id="9" name="TextBox 8"/>
          <p:cNvSpPr txBox="1"/>
          <p:nvPr/>
        </p:nvSpPr>
        <p:spPr>
          <a:xfrm>
            <a:off x="7772400" y="5989320"/>
            <a:ext cx="5943600" cy="914400"/>
          </a:xfrm>
          <a:prstGeom prst="rect">
            <a:avLst/>
          </a:prstGeom>
          <a:noFill/>
        </p:spPr>
        <p:txBody>
          <a:bodyPr wrap="square" anchor="t" lIns="0" rIns="0" tIns="0" bIns="0">
            <a:spAutoFit/>
          </a:bodyPr>
          <a:lstStyle/>
          <a:p>
            <a:pPr algn="l">
              <a:spcAft>
                <a:spcPts val="600"/>
              </a:spcAft>
            </a:pPr>
            <a:r>
              <a:rPr sz="1300" b="1">
                <a:solidFill>
                  <a:srgbClr val="FF3228"/>
                </a:solidFill>
              </a:rPr>
              <a:t>Por qué TreeSHAP: </a:t>
            </a:r>
            <a:r>
              <a:rPr sz="1300" b="0">
                <a:solidFill>
                  <a:srgbClr val="1E1E1E"/>
                </a:solidFill>
              </a:rPr>
              <a:t>valores de Shapley exactos para modelos de árboles (como Isolation Forest); el signo se comprueba en cada ejecución (correlación 0,999).</a:t>
            </a:r>
          </a:p>
        </p:txBody>
      </p:sp>
      <p:sp>
        <p:nvSpPr>
          <p:cNvPr id="10" name="TextBox 9"/>
          <p:cNvSpPr txBox="1"/>
          <p:nvPr/>
        </p:nvSpPr>
        <p:spPr>
          <a:xfrm>
            <a:off x="905256" y="726948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Datos sintéticos de referencia conocida (memoria, Figura 7 y apartado 4.6.2).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06463" y="1182159"/>
            <a:ext cx="10789920" cy="703086"/>
          </a:xfrm>
        </p:spPr>
        <p:txBody>
          <a:bodyPr/>
          <a:lstStyle/>
          <a:p>
            <a:r>
              <a:rPr sz="3200"/>
              <a:t>Estilo: del modelo supervisado a reglas</a:t>
            </a:r>
          </a:p>
        </p:txBody>
      </p:sp>
      <p:sp>
        <p:nvSpPr>
          <p:cNvPr id="4" name="Text Placeholder 3"/>
          <p:cNvSpPr>
            <a:spLocks noGrp="1"/>
          </p:cNvSpPr>
          <p:nvPr>
            <p:ph type="body" idx="18" sz="quarter"/>
          </p:nvPr>
        </p:nvSpPr>
        <p:spPr>
          <a:xfrm>
            <a:off x="906463" y="2172974"/>
            <a:ext cx="12344400" cy="594092"/>
          </a:xfrm>
        </p:spPr>
        <p:txBody>
          <a:bodyPr/>
          <a:lstStyle/>
          <a:p>
            <a:r>
              <a:t>El 100 % con datos sintéticos no se mantenía con nadadores reales</a:t>
            </a:r>
          </a:p>
        </p:txBody>
      </p:sp>
      <p:sp>
        <p:nvSpPr>
          <p:cNvPr id="5" name="Rectangle 4"/>
          <p:cNvSpPr/>
          <p:nvPr/>
        </p:nvSpPr>
        <p:spPr>
          <a:xfrm>
            <a:off x="905256" y="2743200"/>
            <a:ext cx="3931920" cy="356616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79576" y="3017520"/>
            <a:ext cx="3383279" cy="548640"/>
          </a:xfrm>
          <a:prstGeom prst="rect">
            <a:avLst/>
          </a:prstGeom>
          <a:noFill/>
        </p:spPr>
        <p:txBody>
          <a:bodyPr wrap="square" anchor="t" lIns="0" rIns="0" tIns="0" bIns="0">
            <a:spAutoFit/>
          </a:bodyPr>
          <a:lstStyle/>
          <a:p>
            <a:pPr algn="l">
              <a:spcAft>
                <a:spcPts val="600"/>
              </a:spcAft>
            </a:pPr>
            <a:r>
              <a:rPr sz="3000" b="1">
                <a:solidFill>
                  <a:srgbClr val="FF3228"/>
                </a:solidFill>
              </a:rPr>
              <a:t>01</a:t>
            </a:r>
          </a:p>
        </p:txBody>
      </p:sp>
      <p:sp>
        <p:nvSpPr>
          <p:cNvPr id="7" name="TextBox 6"/>
          <p:cNvSpPr txBox="1"/>
          <p:nvPr/>
        </p:nvSpPr>
        <p:spPr>
          <a:xfrm>
            <a:off x="1179576" y="3611879"/>
            <a:ext cx="3383279" cy="731520"/>
          </a:xfrm>
          <a:prstGeom prst="rect">
            <a:avLst/>
          </a:prstGeom>
          <a:noFill/>
        </p:spPr>
        <p:txBody>
          <a:bodyPr wrap="square" anchor="t" lIns="0" rIns="0" tIns="0" bIns="0">
            <a:spAutoFit/>
          </a:bodyPr>
          <a:lstStyle/>
          <a:p>
            <a:pPr algn="l">
              <a:spcAft>
                <a:spcPts val="600"/>
              </a:spcAft>
            </a:pPr>
            <a:r>
              <a:rPr sz="1800" b="1">
                <a:solidFill>
                  <a:srgbClr val="FF3228"/>
                </a:solidFill>
              </a:rPr>
              <a:t>XGBoost</a:t>
            </a:r>
          </a:p>
        </p:txBody>
      </p:sp>
      <p:sp>
        <p:nvSpPr>
          <p:cNvPr id="8" name="TextBox 7"/>
          <p:cNvSpPr txBox="1"/>
          <p:nvPr/>
        </p:nvSpPr>
        <p:spPr>
          <a:xfrm>
            <a:off x="1179576" y="4297679"/>
            <a:ext cx="3383279" cy="1828800"/>
          </a:xfrm>
          <a:prstGeom prst="rect">
            <a:avLst/>
          </a:prstGeom>
          <a:noFill/>
        </p:spPr>
        <p:txBody>
          <a:bodyPr wrap="square" anchor="t" lIns="0" rIns="0" tIns="0" bIns="0">
            <a:spAutoFit/>
          </a:bodyPr>
          <a:lstStyle/>
          <a:p>
            <a:pPr algn="l">
              <a:spcAft>
                <a:spcPts val="600"/>
              </a:spcAft>
            </a:pPr>
            <a:r>
              <a:rPr sz="1400" b="0">
                <a:solidFill>
                  <a:srgbClr val="1E1E1E"/>
                </a:solidFill>
              </a:rPr>
              <a:t>Boosting: árboles en secuencia que corrigen al anterior. Se sustituyó por un modelo más sencillo y con SHAP exacto.</a:t>
            </a:r>
          </a:p>
        </p:txBody>
      </p:sp>
      <p:sp>
        <p:nvSpPr>
          <p:cNvPr id="9" name="Rectangle 8"/>
          <p:cNvSpPr/>
          <p:nvPr/>
        </p:nvSpPr>
        <p:spPr>
          <a:xfrm>
            <a:off x="5120640" y="2743200"/>
            <a:ext cx="3931920" cy="356616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4959" y="3017520"/>
            <a:ext cx="3383279" cy="548640"/>
          </a:xfrm>
          <a:prstGeom prst="rect">
            <a:avLst/>
          </a:prstGeom>
          <a:noFill/>
        </p:spPr>
        <p:txBody>
          <a:bodyPr wrap="square" anchor="t" lIns="0" rIns="0" tIns="0" bIns="0">
            <a:spAutoFit/>
          </a:bodyPr>
          <a:lstStyle/>
          <a:p>
            <a:pPr algn="l">
              <a:spcAft>
                <a:spcPts val="600"/>
              </a:spcAft>
            </a:pPr>
            <a:r>
              <a:rPr sz="3000" b="1">
                <a:solidFill>
                  <a:srgbClr val="FF3228"/>
                </a:solidFill>
              </a:rPr>
              <a:t>02</a:t>
            </a:r>
          </a:p>
        </p:txBody>
      </p:sp>
      <p:sp>
        <p:nvSpPr>
          <p:cNvPr id="11" name="TextBox 10"/>
          <p:cNvSpPr txBox="1"/>
          <p:nvPr/>
        </p:nvSpPr>
        <p:spPr>
          <a:xfrm>
            <a:off x="5394959" y="3611879"/>
            <a:ext cx="3383279" cy="731520"/>
          </a:xfrm>
          <a:prstGeom prst="rect">
            <a:avLst/>
          </a:prstGeom>
          <a:noFill/>
        </p:spPr>
        <p:txBody>
          <a:bodyPr wrap="square" anchor="t" lIns="0" rIns="0" tIns="0" bIns="0">
            <a:spAutoFit/>
          </a:bodyPr>
          <a:lstStyle/>
          <a:p>
            <a:pPr algn="l">
              <a:spcAft>
                <a:spcPts val="600"/>
              </a:spcAft>
            </a:pPr>
            <a:r>
              <a:rPr sz="1800" b="1">
                <a:solidFill>
                  <a:srgbClr val="FF3228"/>
                </a:solidFill>
              </a:rPr>
              <a:t>Bosque aleatorio</a:t>
            </a:r>
          </a:p>
        </p:txBody>
      </p:sp>
      <p:sp>
        <p:nvSpPr>
          <p:cNvPr id="12" name="TextBox 11"/>
          <p:cNvSpPr txBox="1"/>
          <p:nvPr/>
        </p:nvSpPr>
        <p:spPr>
          <a:xfrm>
            <a:off x="5394959" y="4297679"/>
            <a:ext cx="3383279" cy="1828800"/>
          </a:xfrm>
          <a:prstGeom prst="rect">
            <a:avLst/>
          </a:prstGeom>
          <a:noFill/>
        </p:spPr>
        <p:txBody>
          <a:bodyPr wrap="square" anchor="t" lIns="0" rIns="0" tIns="0" bIns="0">
            <a:spAutoFit/>
          </a:bodyPr>
          <a:lstStyle/>
          <a:p>
            <a:pPr algn="l">
              <a:spcAft>
                <a:spcPts val="600"/>
              </a:spcAft>
            </a:pPr>
            <a:r>
              <a:rPr sz="1400" b="0">
                <a:solidFill>
                  <a:srgbClr val="1E1E1E"/>
                </a:solidFill>
              </a:rPr>
              <a:t>300 árboles, ventanas de 4 s, GroupKFold por vídeo. Sintéticos: 100 %. Reales: 45,5 % dejando un vídeo fuera (base 36,4 %) y 9,1 % dejando fuera un participante → aprendía al nadador.</a:t>
            </a:r>
          </a:p>
        </p:txBody>
      </p:sp>
      <p:sp>
        <p:nvSpPr>
          <p:cNvPr id="13" name="Rectangle 12"/>
          <p:cNvSpPr/>
          <p:nvPr/>
        </p:nvSpPr>
        <p:spPr>
          <a:xfrm>
            <a:off x="9336024" y="2743200"/>
            <a:ext cx="3931920" cy="356616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10344" y="3017520"/>
            <a:ext cx="3383279" cy="548640"/>
          </a:xfrm>
          <a:prstGeom prst="rect">
            <a:avLst/>
          </a:prstGeom>
          <a:noFill/>
        </p:spPr>
        <p:txBody>
          <a:bodyPr wrap="square" anchor="t" lIns="0" rIns="0" tIns="0" bIns="0">
            <a:spAutoFit/>
          </a:bodyPr>
          <a:lstStyle/>
          <a:p>
            <a:pPr algn="l">
              <a:spcAft>
                <a:spcPts val="600"/>
              </a:spcAft>
            </a:pPr>
            <a:r>
              <a:rPr sz="3000" b="1">
                <a:solidFill>
                  <a:srgbClr val="FFFFFF"/>
                </a:solidFill>
              </a:rPr>
              <a:t>03</a:t>
            </a:r>
          </a:p>
        </p:txBody>
      </p:sp>
      <p:sp>
        <p:nvSpPr>
          <p:cNvPr id="15" name="TextBox 14"/>
          <p:cNvSpPr txBox="1"/>
          <p:nvPr/>
        </p:nvSpPr>
        <p:spPr>
          <a:xfrm>
            <a:off x="9610344" y="3611879"/>
            <a:ext cx="3383279" cy="731520"/>
          </a:xfrm>
          <a:prstGeom prst="rect">
            <a:avLst/>
          </a:prstGeom>
          <a:noFill/>
        </p:spPr>
        <p:txBody>
          <a:bodyPr wrap="square" anchor="t" lIns="0" rIns="0" tIns="0" bIns="0">
            <a:spAutoFit/>
          </a:bodyPr>
          <a:lstStyle/>
          <a:p>
            <a:pPr algn="l">
              <a:spcAft>
                <a:spcPts val="600"/>
              </a:spcAft>
            </a:pPr>
            <a:r>
              <a:rPr sz="1800" b="1">
                <a:solidFill>
                  <a:srgbClr val="FFFFFF"/>
                </a:solidFill>
              </a:rPr>
              <a:t>Reglas biomecánicas</a:t>
            </a:r>
          </a:p>
        </p:txBody>
      </p:sp>
      <p:sp>
        <p:nvSpPr>
          <p:cNvPr id="16" name="TextBox 15"/>
          <p:cNvSpPr txBox="1"/>
          <p:nvPr/>
        </p:nvSpPr>
        <p:spPr>
          <a:xfrm>
            <a:off x="9610344" y="4297679"/>
            <a:ext cx="3383279" cy="1828800"/>
          </a:xfrm>
          <a:prstGeom prst="rect">
            <a:avLst/>
          </a:prstGeom>
          <a:noFill/>
        </p:spPr>
        <p:txBody>
          <a:bodyPr wrap="square" anchor="t" lIns="0" rIns="0" tIns="0" bIns="0">
            <a:spAutoFit/>
          </a:bodyPr>
          <a:lstStyle/>
          <a:p>
            <a:pPr algn="l">
              <a:spcAft>
                <a:spcPts val="600"/>
              </a:spcAft>
            </a:pPr>
            <a:r>
              <a:rPr sz="1400" b="0">
                <a:solidFill>
                  <a:srgbClr val="FFFFFF"/>
                </a:solidFill>
              </a:rPr>
              <a:t>Sin entrenamiento. Correlación de las manos (0,65 lateral / 0,20 frontal) → alternos o simultáneos; nariz respecto a hombros → braza o espalda. Familia 12/13 reales; estilo 9/13; sintéticos 81 %.</a:t>
            </a:r>
          </a:p>
        </p:txBody>
      </p:sp>
      <p:sp>
        <p:nvSpPr>
          <p:cNvPr id="17" name="TextBox 16"/>
          <p:cNvSpPr txBox="1"/>
          <p:nvPr/>
        </p:nvSpPr>
        <p:spPr>
          <a:xfrm>
            <a:off x="905256" y="653796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Umbrales fijados con los vídeos reales: la exactitud real es optimista. De frente no distingue mariposa de braza. La familia basta para contar ciclos (2 o 1 brazadas).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06463" y="1182159"/>
            <a:ext cx="10789920" cy="703086"/>
          </a:xfrm>
        </p:spPr>
        <p:txBody>
          <a:bodyPr/>
          <a:lstStyle/>
          <a:p>
            <a:r>
              <a:rPr sz="3200"/>
              <a:t>Validación con referencia conocida</a:t>
            </a:r>
          </a:p>
        </p:txBody>
      </p:sp>
      <p:sp>
        <p:nvSpPr>
          <p:cNvPr id="4" name="Text Placeholder 3"/>
          <p:cNvSpPr>
            <a:spLocks noGrp="1"/>
          </p:cNvSpPr>
          <p:nvPr>
            <p:ph type="body" idx="18" sz="quarter"/>
          </p:nvPr>
        </p:nvSpPr>
        <p:spPr>
          <a:xfrm>
            <a:off x="906463" y="2172974"/>
            <a:ext cx="12344400" cy="594092"/>
          </a:xfrm>
        </p:spPr>
        <p:txBody>
          <a:bodyPr/>
          <a:lstStyle/>
          <a:p>
            <a:r>
              <a:t>Datos sintéticos: se sabe exactamente cuándo empieza la fatiga</a:t>
            </a:r>
          </a:p>
        </p:txBody>
      </p:sp>
      <p:sp>
        <p:nvSpPr>
          <p:cNvPr id="5" name="TextBox 4"/>
          <p:cNvSpPr txBox="1"/>
          <p:nvPr/>
        </p:nvSpPr>
        <p:spPr>
          <a:xfrm>
            <a:off x="905256" y="2926080"/>
            <a:ext cx="2194560" cy="777240"/>
          </a:xfrm>
          <a:prstGeom prst="rect">
            <a:avLst/>
          </a:prstGeom>
          <a:noFill/>
        </p:spPr>
        <p:txBody>
          <a:bodyPr wrap="square" anchor="t" lIns="0" rIns="0" tIns="0" bIns="0">
            <a:spAutoFit/>
          </a:bodyPr>
          <a:lstStyle/>
          <a:p>
            <a:pPr algn="l">
              <a:spcAft>
                <a:spcPts val="600"/>
              </a:spcAft>
            </a:pPr>
            <a:r>
              <a:rPr sz="3400" b="1">
                <a:solidFill>
                  <a:srgbClr val="FF3228"/>
                </a:solidFill>
              </a:rPr>
              <a:t>4,7 %</a:t>
            </a:r>
          </a:p>
        </p:txBody>
      </p:sp>
      <p:sp>
        <p:nvSpPr>
          <p:cNvPr id="6" name="TextBox 5"/>
          <p:cNvSpPr txBox="1"/>
          <p:nvPr/>
        </p:nvSpPr>
        <p:spPr>
          <a:xfrm>
            <a:off x="905256" y="3749040"/>
            <a:ext cx="2194560" cy="822960"/>
          </a:xfrm>
          <a:prstGeom prst="rect">
            <a:avLst/>
          </a:prstGeom>
          <a:noFill/>
        </p:spPr>
        <p:txBody>
          <a:bodyPr wrap="square" anchor="t" lIns="0" rIns="0" tIns="0" bIns="0">
            <a:spAutoFit/>
          </a:bodyPr>
          <a:lstStyle/>
          <a:p>
            <a:pPr algn="l">
              <a:spcAft>
                <a:spcPts val="600"/>
              </a:spcAft>
            </a:pPr>
            <a:r>
              <a:rPr sz="1300" b="0">
                <a:solidFill>
                  <a:srgbClr val="1E1E1E"/>
                </a:solidFill>
              </a:rPr>
              <a:t>error mediano en la frecuencia de ciclo</a:t>
            </a:r>
          </a:p>
        </p:txBody>
      </p:sp>
      <p:sp>
        <p:nvSpPr>
          <p:cNvPr id="7" name="TextBox 6"/>
          <p:cNvSpPr txBox="1"/>
          <p:nvPr/>
        </p:nvSpPr>
        <p:spPr>
          <a:xfrm>
            <a:off x="3282696" y="2926080"/>
            <a:ext cx="2194560" cy="777240"/>
          </a:xfrm>
          <a:prstGeom prst="rect">
            <a:avLst/>
          </a:prstGeom>
          <a:noFill/>
        </p:spPr>
        <p:txBody>
          <a:bodyPr wrap="square" anchor="t" lIns="0" rIns="0" tIns="0" bIns="0">
            <a:spAutoFit/>
          </a:bodyPr>
          <a:lstStyle/>
          <a:p>
            <a:pPr algn="l">
              <a:spcAft>
                <a:spcPts val="600"/>
              </a:spcAft>
            </a:pPr>
            <a:r>
              <a:rPr sz="3400" b="1">
                <a:solidFill>
                  <a:srgbClr val="FF3228"/>
                </a:solidFill>
              </a:rPr>
              <a:t>1,3 %</a:t>
            </a:r>
          </a:p>
        </p:txBody>
      </p:sp>
      <p:sp>
        <p:nvSpPr>
          <p:cNvPr id="8" name="TextBox 7"/>
          <p:cNvSpPr txBox="1"/>
          <p:nvPr/>
        </p:nvSpPr>
        <p:spPr>
          <a:xfrm>
            <a:off x="3282696" y="3749040"/>
            <a:ext cx="2194560" cy="822960"/>
          </a:xfrm>
          <a:prstGeom prst="rect">
            <a:avLst/>
          </a:prstGeom>
          <a:noFill/>
        </p:spPr>
        <p:txBody>
          <a:bodyPr wrap="square" anchor="t" lIns="0" rIns="0" tIns="0" bIns="0">
            <a:spAutoFit/>
          </a:bodyPr>
          <a:lstStyle/>
          <a:p>
            <a:pPr algn="l">
              <a:spcAft>
                <a:spcPts val="600"/>
              </a:spcAft>
            </a:pPr>
            <a:r>
              <a:rPr sz="1300" b="0">
                <a:solidFill>
                  <a:srgbClr val="1E1E1E"/>
                </a:solidFill>
              </a:rPr>
              <a:t>error mediano en la velocidad</a:t>
            </a:r>
          </a:p>
        </p:txBody>
      </p:sp>
      <p:sp>
        <p:nvSpPr>
          <p:cNvPr id="9" name="TextBox 8"/>
          <p:cNvSpPr txBox="1"/>
          <p:nvPr/>
        </p:nvSpPr>
        <p:spPr>
          <a:xfrm>
            <a:off x="5660136" y="2926080"/>
            <a:ext cx="2194560" cy="777240"/>
          </a:xfrm>
          <a:prstGeom prst="rect">
            <a:avLst/>
          </a:prstGeom>
          <a:noFill/>
        </p:spPr>
        <p:txBody>
          <a:bodyPr wrap="square" anchor="t" lIns="0" rIns="0" tIns="0" bIns="0">
            <a:spAutoFit/>
          </a:bodyPr>
          <a:lstStyle/>
          <a:p>
            <a:pPr algn="l">
              <a:spcAft>
                <a:spcPts val="600"/>
              </a:spcAft>
            </a:pPr>
            <a:r>
              <a:rPr sz="3400" b="1">
                <a:solidFill>
                  <a:srgbClr val="FF3228"/>
                </a:solidFill>
              </a:rPr>
              <a:t>4,3 %</a:t>
            </a:r>
          </a:p>
        </p:txBody>
      </p:sp>
      <p:sp>
        <p:nvSpPr>
          <p:cNvPr id="10" name="TextBox 9"/>
          <p:cNvSpPr txBox="1"/>
          <p:nvPr/>
        </p:nvSpPr>
        <p:spPr>
          <a:xfrm>
            <a:off x="5660136" y="3749040"/>
            <a:ext cx="2194560" cy="822960"/>
          </a:xfrm>
          <a:prstGeom prst="rect">
            <a:avLst/>
          </a:prstGeom>
          <a:noFill/>
        </p:spPr>
        <p:txBody>
          <a:bodyPr wrap="square" anchor="t" lIns="0" rIns="0" tIns="0" bIns="0">
            <a:spAutoFit/>
          </a:bodyPr>
          <a:lstStyle/>
          <a:p>
            <a:pPr algn="l">
              <a:spcAft>
                <a:spcPts val="600"/>
              </a:spcAft>
            </a:pPr>
            <a:r>
              <a:rPr sz="1300" b="0">
                <a:solidFill>
                  <a:srgbClr val="1E1E1E"/>
                </a:solidFill>
              </a:rPr>
              <a:t>error mediano en la distancia por ciclo</a:t>
            </a:r>
          </a:p>
        </p:txBody>
      </p:sp>
      <p:sp>
        <p:nvSpPr>
          <p:cNvPr id="11" name="Rectangle 10"/>
          <p:cNvSpPr/>
          <p:nvPr/>
        </p:nvSpPr>
        <p:spPr>
          <a:xfrm>
            <a:off x="905256" y="4846320"/>
            <a:ext cx="6766560" cy="201168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5029200"/>
            <a:ext cx="3017520" cy="1737360"/>
          </a:xfrm>
          <a:prstGeom prst="rect">
            <a:avLst/>
          </a:prstGeom>
          <a:noFill/>
        </p:spPr>
        <p:txBody>
          <a:bodyPr wrap="square" anchor="t" lIns="0" rIns="0" tIns="0" bIns="0">
            <a:spAutoFit/>
          </a:bodyPr>
          <a:lstStyle/>
          <a:p>
            <a:pPr algn="l">
              <a:spcAft>
                <a:spcPts val="600"/>
              </a:spcAft>
            </a:pPr>
            <a:r>
              <a:rPr sz="4000" b="1">
                <a:solidFill>
                  <a:srgbClr val="FFFFFF"/>
                </a:solidFill>
              </a:rPr>
              <a:t>100 %</a:t>
            </a:r>
          </a:p>
          <a:p>
            <a:pPr algn="l">
              <a:spcAft>
                <a:spcPts val="600"/>
              </a:spcAft>
            </a:pPr>
            <a:r>
              <a:rPr sz="1300" b="0">
                <a:solidFill>
                  <a:srgbClr val="FFFFFF"/>
                </a:solidFill>
              </a:rPr>
              <a:t>detección de la fatiga · 10 % de falsas alarmas</a:t>
            </a:r>
          </a:p>
        </p:txBody>
      </p:sp>
      <p:sp>
        <p:nvSpPr>
          <p:cNvPr id="13" name="TextBox 12"/>
          <p:cNvSpPr txBox="1"/>
          <p:nvPr/>
        </p:nvSpPr>
        <p:spPr>
          <a:xfrm>
            <a:off x="4389120" y="5029200"/>
            <a:ext cx="3108960" cy="1737360"/>
          </a:xfrm>
          <a:prstGeom prst="rect">
            <a:avLst/>
          </a:prstGeom>
          <a:noFill/>
        </p:spPr>
        <p:txBody>
          <a:bodyPr wrap="square" anchor="t" lIns="0" rIns="0" tIns="0" bIns="0">
            <a:spAutoFit/>
          </a:bodyPr>
          <a:lstStyle/>
          <a:p>
            <a:pPr algn="l">
              <a:spcAft>
                <a:spcPts val="600"/>
              </a:spcAft>
            </a:pPr>
            <a:r>
              <a:rPr sz="4000" b="1">
                <a:solidFill>
                  <a:srgbClr val="FFFFFF"/>
                </a:solidFill>
              </a:rPr>
              <a:t>10/10</a:t>
            </a:r>
          </a:p>
          <a:p>
            <a:pPr algn="l">
              <a:spcAft>
                <a:spcPts val="600"/>
              </a:spcAft>
            </a:pPr>
            <a:r>
              <a:rPr sz="1300" b="0">
                <a:solidFill>
                  <a:srgbClr val="FFFFFF"/>
                </a:solidFill>
              </a:rPr>
              <a:t>en tiempo real, sin falsas alarmas</a:t>
            </a:r>
          </a:p>
        </p:txBody>
      </p:sp>
      <p:pic>
        <p:nvPicPr>
          <p:cNvPr id="14" name="Picture 13" descr="caso_verdad_vs_sistema.png"/>
          <p:cNvPicPr>
            <a:picLocks noChangeAspect="1"/>
          </p:cNvPicPr>
          <p:nvPr/>
        </p:nvPicPr>
        <p:blipFill>
          <a:blip r:embed="rId3"/>
          <a:stretch>
            <a:fillRect/>
          </a:stretch>
        </p:blipFill>
        <p:spPr>
          <a:xfrm>
            <a:off x="8138160" y="2848356"/>
            <a:ext cx="5577840" cy="3904487"/>
          </a:xfrm>
          <a:prstGeom prst="rect">
            <a:avLst/>
          </a:prstGeom>
        </p:spPr>
      </p:pic>
      <p:sp>
        <p:nvSpPr>
          <p:cNvPr id="15" name="TextBox 14"/>
          <p:cNvSpPr txBox="1"/>
          <p:nvPr/>
        </p:nvSpPr>
        <p:spPr>
          <a:xfrm>
            <a:off x="905256" y="708660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Datos sintéticos (generador con referencia conocida), presentados como tales.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06463" y="1182159"/>
            <a:ext cx="10789920" cy="703086"/>
          </a:xfrm>
        </p:spPr>
        <p:txBody>
          <a:bodyPr/>
          <a:lstStyle/>
          <a:p>
            <a:r>
              <a:rPr sz="3200"/>
              <a:t>Demostración: 100 m libre</a:t>
            </a:r>
          </a:p>
        </p:txBody>
      </p:sp>
      <p:sp>
        <p:nvSpPr>
          <p:cNvPr id="4" name="Text Placeholder 3"/>
          <p:cNvSpPr>
            <a:spLocks noGrp="1"/>
          </p:cNvSpPr>
          <p:nvPr>
            <p:ph type="body" idx="18" sz="quarter"/>
          </p:nvPr>
        </p:nvSpPr>
        <p:spPr>
          <a:xfrm>
            <a:off x="906463" y="2172974"/>
            <a:ext cx="12344400" cy="594092"/>
          </a:xfrm>
        </p:spPr>
        <p:txBody>
          <a:bodyPr/>
          <a:lstStyle/>
          <a:p>
            <a:r>
              <a:t>Dos grabaciones nuevas analizadas con StrokeLab (GoPro, 60 fps)</a:t>
            </a:r>
          </a:p>
        </p:txBody>
      </p:sp>
      <p:sp>
        <p:nvSpPr>
          <p:cNvPr id="5" name="Rectangle 4"/>
          <p:cNvSpPr/>
          <p:nvPr/>
        </p:nvSpPr>
        <p:spPr>
          <a:xfrm>
            <a:off x="905256" y="2743200"/>
            <a:ext cx="6309360" cy="2103120"/>
          </a:xfrm>
          <a:prstGeom prst="rect">
            <a:avLst/>
          </a:prstGeom>
          <a:solidFill>
            <a:srgbClr val="EEEDED"/>
          </a:solidFill>
          <a:ln w="12700">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5256" y="2743200"/>
            <a:ext cx="6309360" cy="2103120"/>
          </a:xfrm>
          <a:prstGeom prst="rect">
            <a:avLst/>
          </a:prstGeom>
          <a:noFill/>
        </p:spPr>
        <p:txBody>
          <a:bodyPr wrap="square" anchor="ctr" lIns="0" rIns="0" tIns="0" bIns="0">
            <a:spAutoFit/>
          </a:bodyPr>
          <a:lstStyle/>
          <a:p>
            <a:pPr algn="ctr">
              <a:spcAft>
                <a:spcPts val="600"/>
              </a:spcAft>
            </a:pPr>
            <a:r>
              <a:rPr sz="1300" b="0">
                <a:solidFill>
                  <a:srgbClr val="504B4B"/>
                </a:solidFill>
              </a:rPr>
              <a:t>Insertar aquí el vídeo anotado</a:t>
            </a:r>
          </a:p>
          <a:p>
            <a:pPr algn="ctr">
              <a:spcAft>
                <a:spcPts val="600"/>
              </a:spcAft>
            </a:pPr>
            <a:r>
              <a:rPr sz="1100" b="0">
                <a:solidFill>
                  <a:srgbClr val="504B4B"/>
                </a:solidFill>
              </a:rPr>
              <a:t>Insertar → Vídeo → Este dispositivo</a:t>
            </a:r>
          </a:p>
        </p:txBody>
      </p:sp>
      <p:sp>
        <p:nvSpPr>
          <p:cNvPr id="7" name="TextBox 6"/>
          <p:cNvSpPr txBox="1"/>
          <p:nvPr/>
        </p:nvSpPr>
        <p:spPr>
          <a:xfrm>
            <a:off x="905256" y="4983480"/>
            <a:ext cx="6309360" cy="411480"/>
          </a:xfrm>
          <a:prstGeom prst="rect">
            <a:avLst/>
          </a:prstGeom>
          <a:noFill/>
        </p:spPr>
        <p:txBody>
          <a:bodyPr wrap="square" anchor="t" lIns="0" rIns="0" tIns="0" bIns="0">
            <a:spAutoFit/>
          </a:bodyPr>
          <a:lstStyle/>
          <a:p>
            <a:pPr algn="l">
              <a:spcAft>
                <a:spcPts val="600"/>
              </a:spcAft>
            </a:pPr>
            <a:r>
              <a:rPr sz="1800" b="1">
                <a:solidFill>
                  <a:srgbClr val="FF3228"/>
                </a:solidFill>
              </a:rPr>
              <a:t>100 suave</a:t>
            </a:r>
          </a:p>
        </p:txBody>
      </p:sp>
      <p:sp>
        <p:nvSpPr>
          <p:cNvPr id="8" name="TextBox 7"/>
          <p:cNvSpPr txBox="1"/>
          <p:nvPr/>
        </p:nvSpPr>
        <p:spPr>
          <a:xfrm>
            <a:off x="905256" y="5440680"/>
            <a:ext cx="6309360" cy="1371600"/>
          </a:xfrm>
          <a:prstGeom prst="rect">
            <a:avLst/>
          </a:prstGeom>
          <a:noFill/>
        </p:spPr>
        <p:txBody>
          <a:bodyPr wrap="square" anchor="t" lIns="0" rIns="0" tIns="0" bIns="0">
            <a:spAutoFit/>
          </a:bodyPr>
          <a:lstStyle/>
          <a:p>
            <a:pPr algn="l">
              <a:spcAft>
                <a:spcPts val="400"/>
              </a:spcAft>
            </a:pPr>
            <a:r>
              <a:rPr sz="1300" b="0">
                <a:solidFill>
                  <a:srgbClr val="1E1E1E"/>
                </a:solidFill>
              </a:rPr>
              <a:t>•  Vista lateral y estilo crol detectados automáticamente</a:t>
            </a:r>
          </a:p>
          <a:p>
            <a:pPr algn="l">
              <a:spcAft>
                <a:spcPts val="400"/>
              </a:spcAft>
            </a:pPr>
            <a:r>
              <a:rPr sz="1300" b="0">
                <a:solidFill>
                  <a:srgbClr val="1E1E1E"/>
                </a:solidFill>
              </a:rPr>
              <a:t>•  20 ciclos válidos · 42,5 s analizables de 86 s</a:t>
            </a:r>
          </a:p>
          <a:p>
            <a:pPr algn="l">
              <a:spcAft>
                <a:spcPts val="400"/>
              </a:spcAft>
            </a:pPr>
            <a:r>
              <a:rPr sz="1300" b="0">
                <a:solidFill>
                  <a:srgbClr val="1E1E1E"/>
                </a:solidFill>
              </a:rPr>
              <a:t>•  56 ciclos/min de media</a:t>
            </a:r>
          </a:p>
          <a:p>
            <a:pPr algn="l">
              <a:spcAft>
                <a:spcPts val="400"/>
              </a:spcAft>
            </a:pPr>
            <a:r>
              <a:rPr sz="1300" b="0">
                <a:solidFill>
                  <a:srgbClr val="1E1E1E"/>
                </a:solidFill>
              </a:rPr>
              <a:t>•  Sin fatiga sostenida</a:t>
            </a:r>
          </a:p>
        </p:txBody>
      </p:sp>
      <p:sp>
        <p:nvSpPr>
          <p:cNvPr id="9" name="Rectangle 8"/>
          <p:cNvSpPr/>
          <p:nvPr/>
        </p:nvSpPr>
        <p:spPr>
          <a:xfrm>
            <a:off x="7406640" y="2743200"/>
            <a:ext cx="6309360" cy="2103120"/>
          </a:xfrm>
          <a:prstGeom prst="rect">
            <a:avLst/>
          </a:prstGeom>
          <a:solidFill>
            <a:srgbClr val="EEEDED"/>
          </a:solidFill>
          <a:ln w="12700">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2743200"/>
            <a:ext cx="6309360" cy="2103120"/>
          </a:xfrm>
          <a:prstGeom prst="rect">
            <a:avLst/>
          </a:prstGeom>
          <a:noFill/>
        </p:spPr>
        <p:txBody>
          <a:bodyPr wrap="square" anchor="ctr" lIns="0" rIns="0" tIns="0" bIns="0">
            <a:spAutoFit/>
          </a:bodyPr>
          <a:lstStyle/>
          <a:p>
            <a:pPr algn="ctr">
              <a:spcAft>
                <a:spcPts val="600"/>
              </a:spcAft>
            </a:pPr>
            <a:r>
              <a:rPr sz="1300" b="0">
                <a:solidFill>
                  <a:srgbClr val="504B4B"/>
                </a:solidFill>
              </a:rPr>
              <a:t>Insertar aquí el vídeo anotado</a:t>
            </a:r>
          </a:p>
          <a:p>
            <a:pPr algn="ctr">
              <a:spcAft>
                <a:spcPts val="600"/>
              </a:spcAft>
            </a:pPr>
            <a:r>
              <a:rPr sz="1100" b="0">
                <a:solidFill>
                  <a:srgbClr val="504B4B"/>
                </a:solidFill>
              </a:rPr>
              <a:t>Insertar → Vídeo → Este dispositivo</a:t>
            </a:r>
          </a:p>
        </p:txBody>
      </p:sp>
      <p:sp>
        <p:nvSpPr>
          <p:cNvPr id="11" name="TextBox 10"/>
          <p:cNvSpPr txBox="1"/>
          <p:nvPr/>
        </p:nvSpPr>
        <p:spPr>
          <a:xfrm>
            <a:off x="7406640" y="4983480"/>
            <a:ext cx="6309360" cy="411480"/>
          </a:xfrm>
          <a:prstGeom prst="rect">
            <a:avLst/>
          </a:prstGeom>
          <a:noFill/>
        </p:spPr>
        <p:txBody>
          <a:bodyPr wrap="square" anchor="t" lIns="0" rIns="0" tIns="0" bIns="0">
            <a:spAutoFit/>
          </a:bodyPr>
          <a:lstStyle/>
          <a:p>
            <a:pPr algn="l">
              <a:spcAft>
                <a:spcPts val="600"/>
              </a:spcAft>
            </a:pPr>
            <a:r>
              <a:rPr sz="1800" b="1">
                <a:solidFill>
                  <a:srgbClr val="FF3228"/>
                </a:solidFill>
              </a:rPr>
              <a:t>100 rápido</a:t>
            </a:r>
          </a:p>
        </p:txBody>
      </p:sp>
      <p:sp>
        <p:nvSpPr>
          <p:cNvPr id="12" name="TextBox 11"/>
          <p:cNvSpPr txBox="1"/>
          <p:nvPr/>
        </p:nvSpPr>
        <p:spPr>
          <a:xfrm>
            <a:off x="7406640" y="5440680"/>
            <a:ext cx="6309360" cy="1371600"/>
          </a:xfrm>
          <a:prstGeom prst="rect">
            <a:avLst/>
          </a:prstGeom>
          <a:noFill/>
        </p:spPr>
        <p:txBody>
          <a:bodyPr wrap="square" anchor="t" lIns="0" rIns="0" tIns="0" bIns="0">
            <a:spAutoFit/>
          </a:bodyPr>
          <a:lstStyle/>
          <a:p>
            <a:pPr algn="l">
              <a:spcAft>
                <a:spcPts val="400"/>
              </a:spcAft>
            </a:pPr>
            <a:r>
              <a:rPr sz="1300" b="0">
                <a:solidFill>
                  <a:srgbClr val="1E1E1E"/>
                </a:solidFill>
              </a:rPr>
              <a:t>•  Vista frontal u oblicua: indicada manualmente (en lateral, solo 2 ciclos)</a:t>
            </a:r>
          </a:p>
          <a:p>
            <a:pPr algn="l">
              <a:spcAft>
                <a:spcPts val="400"/>
              </a:spcAft>
            </a:pPr>
            <a:r>
              <a:rPr sz="1300" b="0">
                <a:solidFill>
                  <a:srgbClr val="1E1E1E"/>
                </a:solidFill>
              </a:rPr>
              <a:t>•  39 ciclos válidos · 76 s analizables de 106 s</a:t>
            </a:r>
          </a:p>
          <a:p>
            <a:pPr algn="l">
              <a:spcAft>
                <a:spcPts val="400"/>
              </a:spcAft>
            </a:pPr>
            <a:r>
              <a:rPr sz="1300" b="0">
                <a:solidFill>
                  <a:srgbClr val="1E1E1E"/>
                </a:solidFill>
              </a:rPr>
              <a:t>•  54 ciclos/min de media</a:t>
            </a:r>
          </a:p>
          <a:p>
            <a:pPr algn="l">
              <a:spcAft>
                <a:spcPts val="400"/>
              </a:spcAft>
            </a:pPr>
            <a:r>
              <a:rPr sz="1300" b="0">
                <a:solidFill>
                  <a:srgbClr val="1E1E1E"/>
                </a:solidFill>
              </a:rPr>
              <a:t>•  Sin fatiga declarada: los 2 últimos ciclos son los más anómalos del vídeo (la regla exige 3 seguidos)</a:t>
            </a:r>
          </a:p>
        </p:txBody>
      </p:sp>
      <p:sp>
        <p:nvSpPr>
          <p:cNvPr id="13" name="TextBox 12"/>
          <p:cNvSpPr txBox="1"/>
          <p:nvPr/>
        </p:nvSpPr>
        <p:spPr>
          <a:xfrm>
            <a:off x="905256" y="694944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Grabaciones posteriores a la entrega, solo como demostración; frecuencia sin validar con conteo manual.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06463" y="1182159"/>
            <a:ext cx="10789920" cy="703086"/>
          </a:xfrm>
        </p:spPr>
        <p:txBody>
          <a:bodyPr/>
          <a:lstStyle/>
          <a:p>
            <a:r>
              <a:rPr sz="3200"/>
              <a:t>Método: un algoritmo por etapa</a:t>
            </a:r>
          </a:p>
        </p:txBody>
      </p:sp>
      <p:sp>
        <p:nvSpPr>
          <p:cNvPr id="4" name="Text Placeholder 3"/>
          <p:cNvSpPr>
            <a:spLocks noGrp="1"/>
          </p:cNvSpPr>
          <p:nvPr>
            <p:ph type="body" idx="18" sz="quarter"/>
          </p:nvPr>
        </p:nvSpPr>
        <p:spPr>
          <a:xfrm>
            <a:off x="906463" y="2172974"/>
            <a:ext cx="12344400" cy="594092"/>
          </a:xfrm>
        </p:spPr>
        <p:txBody>
          <a:bodyPr/>
          <a:lstStyle/>
          <a:p>
            <a:r>
              <a:t>Vertical de visión (pose) → vertical tabular (ciclos, fatiga, SHAP)</a:t>
            </a:r>
          </a:p>
        </p:txBody>
      </p:sp>
      <p:sp>
        <p:nvSpPr>
          <p:cNvPr id="5" name="Rectangle 4"/>
          <p:cNvSpPr/>
          <p:nvPr/>
        </p:nvSpPr>
        <p:spPr>
          <a:xfrm>
            <a:off x="905256" y="2743200"/>
            <a:ext cx="12801600" cy="6858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743200"/>
            <a:ext cx="12252960" cy="685800"/>
          </a:xfrm>
          <a:prstGeom prst="rect">
            <a:avLst/>
          </a:prstGeom>
          <a:noFill/>
        </p:spPr>
        <p:txBody>
          <a:bodyPr wrap="square" anchor="ctr" lIns="0" rIns="0" tIns="0" bIns="0">
            <a:spAutoFit/>
          </a:bodyPr>
          <a:lstStyle/>
          <a:p>
            <a:pPr algn="l">
              <a:spcAft>
                <a:spcPts val="600"/>
              </a:spcAft>
            </a:pPr>
            <a:r>
              <a:rPr sz="1300" b="1">
                <a:solidFill>
                  <a:srgbClr val="FF3228"/>
                </a:solidFill>
              </a:rPr>
              <a:t>Datos: </a:t>
            </a:r>
            <a:r>
              <a:rPr sz="1300" b="0">
                <a:solidFill>
                  <a:srgbClr val="FFFFFF"/>
                </a:solidFill>
              </a:rPr>
              <a:t>17 secuencias reales · 4 participantes · 4 estilos · 6,6 min (GoPro 5K lateral y móvil desde el borde) · sin fotogramas anotados → validación con conteo manual y datos sintéticos de referencia conocida</a:t>
            </a:r>
          </a:p>
        </p:txBody>
      </p:sp>
      <p:graphicFrame>
        <p:nvGraphicFramePr>
          <p:cNvPr id="7" name="Table 6"/>
          <p:cNvGraphicFramePr>
            <a:graphicFrameLocks noGrp="1"/>
          </p:cNvGraphicFramePr>
          <p:nvPr/>
        </p:nvGraphicFramePr>
        <p:xfrm>
          <a:off x="905256" y="3611880"/>
          <a:ext cx="12801600" cy="3364992"/>
        </p:xfrm>
        <a:graphic>
          <a:graphicData uri="http://schemas.openxmlformats.org/drawingml/2006/table">
            <a:tbl>
              <a:tblPr firstRow="1" bandRow="1">
                <a:tableStyleId>{5C22544A-7EE6-4342-B048-85BDC9FD1C3A}</a:tableStyleId>
              </a:tblPr>
              <a:tblGrid>
                <a:gridCol w="1463040"/>
                <a:gridCol w="3566160"/>
                <a:gridCol w="3291840"/>
                <a:gridCol w="4480560"/>
              </a:tblGrid>
              <a:tr h="420624">
                <a:tc>
                  <a:txBody>
                    <a:bodyPr/>
                    <a:lstStyle/>
                    <a:p>
                      <a:r>
                        <a:rPr sz="1100" b="1">
                          <a:solidFill>
                            <a:srgbClr val="FFFFFF"/>
                          </a:solidFill>
                        </a:rPr>
                        <a:t>Etapa</a:t>
                      </a:r>
                    </a:p>
                  </a:txBody>
                  <a:tcPr marL="91440" marR="91440" marT="27432" marB="27432" anchor="ctr">
                    <a:solidFill>
                      <a:srgbClr val="FF3228"/>
                    </a:solidFill>
                  </a:tcPr>
                </a:tc>
                <a:tc>
                  <a:txBody>
                    <a:bodyPr/>
                    <a:lstStyle/>
                    <a:p>
                      <a:r>
                        <a:rPr sz="1100" b="1">
                          <a:solidFill>
                            <a:srgbClr val="FFFFFF"/>
                          </a:solidFill>
                        </a:rPr>
                        <a:t>Algoritmo elegido</a:t>
                      </a:r>
                    </a:p>
                  </a:txBody>
                  <a:tcPr marL="91440" marR="91440" marT="27432" marB="27432" anchor="ctr">
                    <a:solidFill>
                      <a:srgbClr val="FF3228"/>
                    </a:solidFill>
                  </a:tcPr>
                </a:tc>
                <a:tc>
                  <a:txBody>
                    <a:bodyPr/>
                    <a:lstStyle/>
                    <a:p>
                      <a:r>
                        <a:rPr sz="1100" b="1">
                          <a:solidFill>
                            <a:srgbClr val="FFFFFF"/>
                          </a:solidFill>
                        </a:rPr>
                        <a:t>Alternativa comparada</a:t>
                      </a:r>
                    </a:p>
                  </a:txBody>
                  <a:tcPr marL="91440" marR="91440" marT="27432" marB="27432" anchor="ctr">
                    <a:solidFill>
                      <a:srgbClr val="FF3228"/>
                    </a:solidFill>
                  </a:tcPr>
                </a:tc>
                <a:tc>
                  <a:txBody>
                    <a:bodyPr/>
                    <a:lstStyle/>
                    <a:p>
                      <a:r>
                        <a:rPr sz="1100" b="1">
                          <a:solidFill>
                            <a:srgbClr val="FFFFFF"/>
                          </a:solidFill>
                        </a:rPr>
                        <a:t>Por qué</a:t>
                      </a:r>
                    </a:p>
                  </a:txBody>
                  <a:tcPr marL="91440" marR="91440" marT="27432" marB="27432" anchor="ctr">
                    <a:solidFill>
                      <a:srgbClr val="FF3228"/>
                    </a:solidFill>
                  </a:tcPr>
                </a:tc>
              </a:tr>
              <a:tr h="420624">
                <a:tc>
                  <a:txBody>
                    <a:bodyPr/>
                    <a:lstStyle/>
                    <a:p>
                      <a:r>
                        <a:rPr sz="1100" b="0">
                          <a:solidFill>
                            <a:srgbClr val="1E1E1E"/>
                          </a:solidFill>
                        </a:rPr>
                        <a:t>Pose 2D</a:t>
                      </a:r>
                    </a:p>
                  </a:txBody>
                  <a:tcPr marL="91440" marR="91440" marT="27432" marB="27432" anchor="ctr">
                    <a:solidFill>
                      <a:srgbClr val="FFFFFF"/>
                    </a:solidFill>
                  </a:tcPr>
                </a:tc>
                <a:tc>
                  <a:txBody>
                    <a:bodyPr/>
                    <a:lstStyle/>
                    <a:p>
                      <a:r>
                        <a:rPr sz="1100" b="0">
                          <a:solidFill>
                            <a:srgbClr val="1E1E1E"/>
                          </a:solidFill>
                        </a:rPr>
                        <a:t>YOLOv8n-Pose (CNN, una etapa)</a:t>
                      </a:r>
                    </a:p>
                  </a:txBody>
                  <a:tcPr marL="91440" marR="91440" marT="27432" marB="27432" anchor="ctr">
                    <a:solidFill>
                      <a:srgbClr val="FFFFFF"/>
                    </a:solidFill>
                  </a:tcPr>
                </a:tc>
                <a:tc>
                  <a:txBody>
                    <a:bodyPr/>
                    <a:lstStyle/>
                    <a:p>
                      <a:r>
                        <a:rPr sz="1100" b="0">
                          <a:solidFill>
                            <a:srgbClr val="1E1E1E"/>
                          </a:solidFill>
                        </a:rPr>
                        <a:t>YOLO11n, YOLOv8s, MoveNet, HRNet, ViTPose</a:t>
                      </a:r>
                    </a:p>
                  </a:txBody>
                  <a:tcPr marL="91440" marR="91440" marT="27432" marB="27432" anchor="ctr">
                    <a:solidFill>
                      <a:srgbClr val="FFFFFF"/>
                    </a:solidFill>
                  </a:tcPr>
                </a:tc>
                <a:tc>
                  <a:txBody>
                    <a:bodyPr/>
                    <a:lstStyle/>
                    <a:p>
                      <a:r>
                        <a:rPr sz="1100" b="0">
                          <a:solidFill>
                            <a:srgbClr val="1E1E1E"/>
                          </a:solidFill>
                        </a:rPr>
                        <a:t>Detecta como v8s (35,6 %) con 3,3 M parámetros frente a 11,6 M; doble de confianza que MoveNet</a:t>
                      </a:r>
                    </a:p>
                  </a:txBody>
                  <a:tcPr marL="91440" marR="91440" marT="27432" marB="27432" anchor="ctr">
                    <a:solidFill>
                      <a:srgbClr val="FFFFFF"/>
                    </a:solidFill>
                  </a:tcPr>
                </a:tc>
              </a:tr>
              <a:tr h="420624">
                <a:tc>
                  <a:txBody>
                    <a:bodyPr/>
                    <a:lstStyle/>
                    <a:p>
                      <a:r>
                        <a:rPr sz="1100" b="0">
                          <a:solidFill>
                            <a:srgbClr val="1E1E1E"/>
                          </a:solidFill>
                        </a:rPr>
                        <a:t>Pose 3D</a:t>
                      </a:r>
                    </a:p>
                  </a:txBody>
                  <a:tcPr marL="91440" marR="91440" marT="27432" marB="27432" anchor="ctr">
                    <a:solidFill>
                      <a:srgbClr val="EEEDED"/>
                    </a:solidFill>
                  </a:tcPr>
                </a:tc>
                <a:tc>
                  <a:txBody>
                    <a:bodyPr/>
                    <a:lstStyle/>
                    <a:p>
                      <a:r>
                        <a:rPr sz="1100" b="0">
                          <a:solidFill>
                            <a:srgbClr val="1E1E1E"/>
                          </a:solidFill>
                        </a:rPr>
                        <a:t>MotionBERT-Lite (transformer)</a:t>
                      </a:r>
                    </a:p>
                  </a:txBody>
                  <a:tcPr marL="91440" marR="91440" marT="27432" marB="27432" anchor="ctr">
                    <a:solidFill>
                      <a:srgbClr val="EEEDED"/>
                    </a:solidFill>
                  </a:tcPr>
                </a:tc>
                <a:tc>
                  <a:txBody>
                    <a:bodyPr/>
                    <a:lstStyle/>
                    <a:p>
                      <a:r>
                        <a:rPr sz="1100" b="0">
                          <a:solidFill>
                            <a:srgbClr val="1E1E1E"/>
                          </a:solidFill>
                        </a:rPr>
                        <a:t>Ángulos 2D</a:t>
                      </a:r>
                    </a:p>
                  </a:txBody>
                  <a:tcPr marL="91440" marR="91440" marT="27432" marB="27432" anchor="ctr">
                    <a:solidFill>
                      <a:srgbClr val="EEEDED"/>
                    </a:solidFill>
                  </a:tcPr>
                </a:tc>
                <a:tc>
                  <a:txBody>
                    <a:bodyPr/>
                    <a:lstStyle/>
                    <a:p>
                      <a:r>
                        <a:rPr sz="1100" b="0">
                          <a:solidFill>
                            <a:srgbClr val="1E1E1E"/>
                          </a:solidFill>
                        </a:rPr>
                        <a:t>Solo de frente: en lateral falla la rodilla (107° frente a 173°)</a:t>
                      </a:r>
                    </a:p>
                  </a:txBody>
                  <a:tcPr marL="91440" marR="91440" marT="27432" marB="27432" anchor="ctr">
                    <a:solidFill>
                      <a:srgbClr val="EEEDED"/>
                    </a:solidFill>
                  </a:tcPr>
                </a:tc>
              </a:tr>
              <a:tr h="420624">
                <a:tc>
                  <a:txBody>
                    <a:bodyPr/>
                    <a:lstStyle/>
                    <a:p>
                      <a:r>
                        <a:rPr sz="1100" b="0">
                          <a:solidFill>
                            <a:srgbClr val="1E1E1E"/>
                          </a:solidFill>
                        </a:rPr>
                        <a:t>Vista</a:t>
                      </a:r>
                    </a:p>
                  </a:txBody>
                  <a:tcPr marL="91440" marR="91440" marT="27432" marB="27432" anchor="ctr">
                    <a:solidFill>
                      <a:srgbClr val="FFFFFF"/>
                    </a:solidFill>
                  </a:tcPr>
                </a:tc>
                <a:tc>
                  <a:txBody>
                    <a:bodyPr/>
                    <a:lstStyle/>
                    <a:p>
                      <a:r>
                        <a:rPr sz="1100" b="0">
                          <a:solidFill>
                            <a:srgbClr val="1E1E1E"/>
                          </a:solidFill>
                        </a:rPr>
                        <a:t>Orientación del tronco, tramos de 60 s</a:t>
                      </a:r>
                    </a:p>
                  </a:txBody>
                  <a:tcPr marL="91440" marR="91440" marT="27432" marB="27432" anchor="ctr">
                    <a:solidFill>
                      <a:srgbClr val="FFFFFF"/>
                    </a:solidFill>
                  </a:tcPr>
                </a:tc>
                <a:tc>
                  <a:txBody>
                    <a:bodyPr/>
                    <a:lstStyle/>
                    <a:p>
                      <a:r>
                        <a:rPr sz="1100" b="0">
                          <a:solidFill>
                            <a:srgbClr val="1E1E1E"/>
                          </a:solidFill>
                        </a:rPr>
                        <a:t>Vista indicada a mano</a:t>
                      </a:r>
                    </a:p>
                  </a:txBody>
                  <a:tcPr marL="91440" marR="91440" marT="27432" marB="27432" anchor="ctr">
                    <a:solidFill>
                      <a:srgbClr val="FFFFFF"/>
                    </a:solidFill>
                  </a:tcPr>
                </a:tc>
                <a:tc>
                  <a:txBody>
                    <a:bodyPr/>
                    <a:lstStyle/>
                    <a:p>
                      <a:r>
                        <a:rPr sz="1100" b="0">
                          <a:solidFill>
                            <a:srgbClr val="1E1E1E"/>
                          </a:solidFill>
                        </a:rPr>
                        <a:t>Hay vídeos laterales y frontales, incluso en el mismo vídeo</a:t>
                      </a:r>
                    </a:p>
                  </a:txBody>
                  <a:tcPr marL="91440" marR="91440" marT="27432" marB="27432" anchor="ctr">
                    <a:solidFill>
                      <a:srgbClr val="FFFFFF"/>
                    </a:solidFill>
                  </a:tcPr>
                </a:tc>
              </a:tr>
              <a:tr h="420624">
                <a:tc>
                  <a:txBody>
                    <a:bodyPr/>
                    <a:lstStyle/>
                    <a:p>
                      <a:r>
                        <a:rPr sz="1100" b="0">
                          <a:solidFill>
                            <a:srgbClr val="1E1E1E"/>
                          </a:solidFill>
                        </a:rPr>
                        <a:t>Ciclos</a:t>
                      </a:r>
                    </a:p>
                  </a:txBody>
                  <a:tcPr marL="91440" marR="91440" marT="27432" marB="27432" anchor="ctr">
                    <a:solidFill>
                      <a:srgbClr val="EEEDED"/>
                    </a:solidFill>
                  </a:tcPr>
                </a:tc>
                <a:tc>
                  <a:txBody>
                    <a:bodyPr/>
                    <a:lstStyle/>
                    <a:p>
                      <a:r>
                        <a:rPr sz="1100" b="0">
                          <a:solidFill>
                            <a:srgbClr val="1E1E1E"/>
                          </a:solidFill>
                        </a:rPr>
                        <a:t>Picos de la mano (lateral) · PCA (frontal)</a:t>
                      </a:r>
                    </a:p>
                  </a:txBody>
                  <a:tcPr marL="91440" marR="91440" marT="27432" marB="27432" anchor="ctr">
                    <a:solidFill>
                      <a:srgbClr val="EEEDED"/>
                    </a:solidFill>
                  </a:tcPr>
                </a:tc>
                <a:tc>
                  <a:txBody>
                    <a:bodyPr/>
                    <a:lstStyle/>
                    <a:p>
                      <a:r>
                        <a:rPr sz="1100" b="0">
                          <a:solidFill>
                            <a:srgbClr val="1E1E1E"/>
                          </a:solidFill>
                        </a:rPr>
                        <a:t>Cada muñeca por separado</a:t>
                      </a:r>
                    </a:p>
                  </a:txBody>
                  <a:tcPr marL="91440" marR="91440" marT="27432" marB="27432" anchor="ctr">
                    <a:solidFill>
                      <a:srgbClr val="EEEDED"/>
                    </a:solidFill>
                  </a:tcPr>
                </a:tc>
                <a:tc>
                  <a:txBody>
                    <a:bodyPr/>
                    <a:lstStyle/>
                    <a:p>
                      <a:r>
                        <a:rPr sz="1100" b="0">
                          <a:solidFill>
                            <a:srgbClr val="1E1E1E"/>
                          </a:solidFill>
                        </a:rPr>
                        <a:t>YOLO copia el brazo visible en el oculto</a:t>
                      </a:r>
                    </a:p>
                  </a:txBody>
                  <a:tcPr marL="91440" marR="91440" marT="27432" marB="27432" anchor="ctr">
                    <a:solidFill>
                      <a:srgbClr val="EEEDED"/>
                    </a:solidFill>
                  </a:tcPr>
                </a:tc>
              </a:tr>
              <a:tr h="420624">
                <a:tc>
                  <a:txBody>
                    <a:bodyPr/>
                    <a:lstStyle/>
                    <a:p>
                      <a:r>
                        <a:rPr sz="1100" b="1">
                          <a:solidFill>
                            <a:srgbClr val="1E1E1E"/>
                          </a:solidFill>
                        </a:rPr>
                        <a:t>Fatiga</a:t>
                      </a:r>
                    </a:p>
                  </a:txBody>
                  <a:tcPr marL="91440" marR="91440" marT="27432" marB="27432" anchor="ctr">
                    <a:solidFill>
                      <a:srgbClr val="FFAFAA"/>
                    </a:solidFill>
                  </a:tcPr>
                </a:tc>
                <a:tc>
                  <a:txBody>
                    <a:bodyPr/>
                    <a:lstStyle/>
                    <a:p>
                      <a:r>
                        <a:rPr sz="1100" b="1">
                          <a:solidFill>
                            <a:srgbClr val="1E1E1E"/>
                          </a:solidFill>
                        </a:rPr>
                        <a:t>Isolation Forest + PELT</a:t>
                      </a:r>
                    </a:p>
                  </a:txBody>
                  <a:tcPr marL="91440" marR="91440" marT="27432" marB="27432" anchor="ctr">
                    <a:solidFill>
                      <a:srgbClr val="FFAFAA"/>
                    </a:solidFill>
                  </a:tcPr>
                </a:tc>
                <a:tc>
                  <a:txBody>
                    <a:bodyPr/>
                    <a:lstStyle/>
                    <a:p>
                      <a:r>
                        <a:rPr sz="1100" b="1">
                          <a:solidFill>
                            <a:srgbClr val="1E1E1E"/>
                          </a:solidFill>
                        </a:rPr>
                        <a:t>Red recurrente supervisada</a:t>
                      </a:r>
                    </a:p>
                  </a:txBody>
                  <a:tcPr marL="91440" marR="91440" marT="27432" marB="27432" anchor="ctr">
                    <a:solidFill>
                      <a:srgbClr val="FFAFAA"/>
                    </a:solidFill>
                  </a:tcPr>
                </a:tc>
                <a:tc>
                  <a:txBody>
                    <a:bodyPr/>
                    <a:lstStyle/>
                    <a:p>
                      <a:r>
                        <a:rPr sz="1100" b="1">
                          <a:solidFill>
                            <a:srgbClr val="1E1E1E"/>
                          </a:solidFill>
                        </a:rPr>
                        <a:t>No hay etiquetas de fatiga; coste lineal; SHAP exacto</a:t>
                      </a:r>
                    </a:p>
                  </a:txBody>
                  <a:tcPr marL="91440" marR="91440" marT="27432" marB="27432" anchor="ctr">
                    <a:solidFill>
                      <a:srgbClr val="FFAFAA"/>
                    </a:solidFill>
                  </a:tcPr>
                </a:tc>
              </a:tr>
              <a:tr h="420624">
                <a:tc>
                  <a:txBody>
                    <a:bodyPr/>
                    <a:lstStyle/>
                    <a:p>
                      <a:r>
                        <a:rPr sz="1100" b="0">
                          <a:solidFill>
                            <a:srgbClr val="1E1E1E"/>
                          </a:solidFill>
                        </a:rPr>
                        <a:t>Explicación</a:t>
                      </a:r>
                    </a:p>
                  </a:txBody>
                  <a:tcPr marL="91440" marR="91440" marT="27432" marB="27432" anchor="ctr">
                    <a:solidFill>
                      <a:srgbClr val="EEEDED"/>
                    </a:solidFill>
                  </a:tcPr>
                </a:tc>
                <a:tc>
                  <a:txBody>
                    <a:bodyPr/>
                    <a:lstStyle/>
                    <a:p>
                      <a:r>
                        <a:rPr sz="1100" b="0">
                          <a:solidFill>
                            <a:srgbClr val="1E1E1E"/>
                          </a:solidFill>
                        </a:rPr>
                        <a:t>TreeSHAP</a:t>
                      </a:r>
                    </a:p>
                  </a:txBody>
                  <a:tcPr marL="91440" marR="91440" marT="27432" marB="27432" anchor="ctr">
                    <a:solidFill>
                      <a:srgbClr val="EEEDED"/>
                    </a:solidFill>
                  </a:tcPr>
                </a:tc>
                <a:tc>
                  <a:txBody>
                    <a:bodyPr/>
                    <a:lstStyle/>
                    <a:p>
                      <a:r>
                        <a:rPr sz="1100" b="0">
                          <a:solidFill>
                            <a:srgbClr val="1E1E1E"/>
                          </a:solidFill>
                        </a:rPr>
                        <a:t>—</a:t>
                      </a:r>
                    </a:p>
                  </a:txBody>
                  <a:tcPr marL="91440" marR="91440" marT="27432" marB="27432" anchor="ctr">
                    <a:solidFill>
                      <a:srgbClr val="EEEDED"/>
                    </a:solidFill>
                  </a:tcPr>
                </a:tc>
                <a:tc>
                  <a:txBody>
                    <a:bodyPr/>
                    <a:lstStyle/>
                    <a:p>
                      <a:r>
                        <a:rPr sz="1100" b="0">
                          <a:solidFill>
                            <a:srgbClr val="1E1E1E"/>
                          </a:solidFill>
                        </a:rPr>
                        <a:t>Valores de Shapley exactos para modelos de árboles</a:t>
                      </a:r>
                    </a:p>
                  </a:txBody>
                  <a:tcPr marL="91440" marR="91440" marT="27432" marB="27432" anchor="ctr">
                    <a:solidFill>
                      <a:srgbClr val="EEEDED"/>
                    </a:solidFill>
                  </a:tcPr>
                </a:tc>
              </a:tr>
              <a:tr h="420624">
                <a:tc>
                  <a:txBody>
                    <a:bodyPr/>
                    <a:lstStyle/>
                    <a:p>
                      <a:r>
                        <a:rPr sz="1100" b="0">
                          <a:solidFill>
                            <a:srgbClr val="1E1E1E"/>
                          </a:solidFill>
                        </a:rPr>
                        <a:t>Estilo</a:t>
                      </a:r>
                    </a:p>
                  </a:txBody>
                  <a:tcPr marL="91440" marR="91440" marT="27432" marB="27432" anchor="ctr">
                    <a:solidFill>
                      <a:srgbClr val="FFFFFF"/>
                    </a:solidFill>
                  </a:tcPr>
                </a:tc>
                <a:tc>
                  <a:txBody>
                    <a:bodyPr/>
                    <a:lstStyle/>
                    <a:p>
                      <a:r>
                        <a:rPr sz="1100" b="0">
                          <a:solidFill>
                            <a:srgbClr val="1E1E1E"/>
                          </a:solidFill>
                        </a:rPr>
                        <a:t>Reglas biomecánicas</a:t>
                      </a:r>
                    </a:p>
                  </a:txBody>
                  <a:tcPr marL="91440" marR="91440" marT="27432" marB="27432" anchor="ctr">
                    <a:solidFill>
                      <a:srgbClr val="FFFFFF"/>
                    </a:solidFill>
                  </a:tcPr>
                </a:tc>
                <a:tc>
                  <a:txBody>
                    <a:bodyPr/>
                    <a:lstStyle/>
                    <a:p>
                      <a:r>
                        <a:rPr sz="1100" b="0">
                          <a:solidFill>
                            <a:srgbClr val="1E1E1E"/>
                          </a:solidFill>
                        </a:rPr>
                        <a:t>XGBoost, bosque aleatorio</a:t>
                      </a:r>
                    </a:p>
                  </a:txBody>
                  <a:tcPr marL="91440" marR="91440" marT="27432" marB="27432" anchor="ctr">
                    <a:solidFill>
                      <a:srgbClr val="FFFFFF"/>
                    </a:solidFill>
                  </a:tcPr>
                </a:tc>
                <a:tc>
                  <a:txBody>
                    <a:bodyPr/>
                    <a:lstStyle/>
                    <a:p>
                      <a:r>
                        <a:rPr sz="1100" b="0">
                          <a:solidFill>
                            <a:srgbClr val="1E1E1E"/>
                          </a:solidFill>
                        </a:rPr>
                        <a:t>El supervisado aprendía al nadador: 9,1 % con un nadador nuevo</a:t>
                      </a:r>
                    </a:p>
                  </a:txBody>
                  <a:tcPr marL="91440" marR="91440" marT="27432" marB="27432" anchor="ctr">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06463" y="1182159"/>
            <a:ext cx="10789920" cy="703086"/>
          </a:xfrm>
        </p:spPr>
        <p:txBody>
          <a:bodyPr/>
          <a:lstStyle/>
          <a:p>
            <a:r>
              <a:rPr sz="3200"/>
              <a:t>Visión: pose bajo el agua</a:t>
            </a:r>
          </a:p>
        </p:txBody>
      </p:sp>
      <p:sp>
        <p:nvSpPr>
          <p:cNvPr id="4" name="Text Placeholder 3"/>
          <p:cNvSpPr>
            <a:spLocks noGrp="1"/>
          </p:cNvSpPr>
          <p:nvPr>
            <p:ph type="body" idx="18" sz="quarter"/>
          </p:nvPr>
        </p:nvSpPr>
        <p:spPr>
          <a:xfrm>
            <a:off x="906463" y="2172974"/>
            <a:ext cx="12344400" cy="594092"/>
          </a:xfrm>
        </p:spPr>
        <p:txBody>
          <a:bodyPr/>
          <a:lstStyle/>
          <a:p>
            <a:r>
              <a:t>Modelos medidos en el vídeo real (GX011614, CPU de 4 hilos)</a:t>
            </a:r>
          </a:p>
        </p:txBody>
      </p:sp>
      <p:graphicFrame>
        <p:nvGraphicFramePr>
          <p:cNvPr id="5" name="Table 4"/>
          <p:cNvGraphicFramePr>
            <a:graphicFrameLocks noGrp="1"/>
          </p:cNvGraphicFramePr>
          <p:nvPr/>
        </p:nvGraphicFramePr>
        <p:xfrm>
          <a:off x="905256" y="2743200"/>
          <a:ext cx="7223760" cy="2286000"/>
        </p:xfrm>
        <a:graphic>
          <a:graphicData uri="http://schemas.openxmlformats.org/drawingml/2006/table">
            <a:tbl>
              <a:tblPr firstRow="1" bandRow="1">
                <a:tableStyleId>{5C22544A-7EE6-4342-B048-85BDC9FD1C3A}</a:tableStyleId>
              </a:tblPr>
              <a:tblGrid>
                <a:gridCol w="2377440"/>
                <a:gridCol w="1188720"/>
                <a:gridCol w="822960"/>
                <a:gridCol w="1371600"/>
                <a:gridCol w="1463040"/>
              </a:tblGrid>
              <a:tr h="457200">
                <a:tc>
                  <a:txBody>
                    <a:bodyPr/>
                    <a:lstStyle/>
                    <a:p>
                      <a:r>
                        <a:rPr sz="1300" b="1">
                          <a:solidFill>
                            <a:srgbClr val="FFFFFF"/>
                          </a:solidFill>
                        </a:rPr>
                        <a:t>Modelo</a:t>
                      </a:r>
                    </a:p>
                  </a:txBody>
                  <a:tcPr marL="91440" marR="91440" marT="27432" marB="27432" anchor="ctr">
                    <a:solidFill>
                      <a:srgbClr val="FF3228"/>
                    </a:solidFill>
                  </a:tcPr>
                </a:tc>
                <a:tc>
                  <a:txBody>
                    <a:bodyPr/>
                    <a:lstStyle/>
                    <a:p>
                      <a:r>
                        <a:rPr sz="1300" b="1">
                          <a:solidFill>
                            <a:srgbClr val="FFFFFF"/>
                          </a:solidFill>
                        </a:rPr>
                        <a:t>Parám. (M)</a:t>
                      </a:r>
                    </a:p>
                  </a:txBody>
                  <a:tcPr marL="91440" marR="91440" marT="27432" marB="27432" anchor="ctr">
                    <a:solidFill>
                      <a:srgbClr val="FF3228"/>
                    </a:solidFill>
                  </a:tcPr>
                </a:tc>
                <a:tc>
                  <a:txBody>
                    <a:bodyPr/>
                    <a:lstStyle/>
                    <a:p>
                      <a:r>
                        <a:rPr sz="1300" b="1">
                          <a:solidFill>
                            <a:srgbClr val="FFFFFF"/>
                          </a:solidFill>
                        </a:rPr>
                        <a:t>FPS</a:t>
                      </a:r>
                    </a:p>
                  </a:txBody>
                  <a:tcPr marL="91440" marR="91440" marT="27432" marB="27432" anchor="ctr">
                    <a:solidFill>
                      <a:srgbClr val="FF3228"/>
                    </a:solidFill>
                  </a:tcPr>
                </a:tc>
                <a:tc>
                  <a:txBody>
                    <a:bodyPr/>
                    <a:lstStyle/>
                    <a:p>
                      <a:r>
                        <a:rPr sz="1300" b="1">
                          <a:solidFill>
                            <a:srgbClr val="FFFFFF"/>
                          </a:solidFill>
                        </a:rPr>
                        <a:t>Detección</a:t>
                      </a:r>
                    </a:p>
                  </a:txBody>
                  <a:tcPr marL="91440" marR="91440" marT="27432" marB="27432" anchor="ctr">
                    <a:solidFill>
                      <a:srgbClr val="FF3228"/>
                    </a:solidFill>
                  </a:tcPr>
                </a:tc>
                <a:tc>
                  <a:txBody>
                    <a:bodyPr/>
                    <a:lstStyle/>
                    <a:p>
                      <a:r>
                        <a:rPr sz="1300" b="1">
                          <a:solidFill>
                            <a:srgbClr val="FFFFFF"/>
                          </a:solidFill>
                        </a:rPr>
                        <a:t>Confianza</a:t>
                      </a:r>
                    </a:p>
                  </a:txBody>
                  <a:tcPr marL="91440" marR="91440" marT="27432" marB="27432" anchor="ctr">
                    <a:solidFill>
                      <a:srgbClr val="FF3228"/>
                    </a:solidFill>
                  </a:tcPr>
                </a:tc>
              </a:tr>
              <a:tr h="457200">
                <a:tc>
                  <a:txBody>
                    <a:bodyPr/>
                    <a:lstStyle/>
                    <a:p>
                      <a:r>
                        <a:rPr sz="1300" b="1">
                          <a:solidFill>
                            <a:srgbClr val="1E1E1E"/>
                          </a:solidFill>
                        </a:rPr>
                        <a:t>YOLOv8n (elegido)</a:t>
                      </a:r>
                    </a:p>
                  </a:txBody>
                  <a:tcPr marL="91440" marR="91440" marT="27432" marB="27432" anchor="ctr">
                    <a:solidFill>
                      <a:srgbClr val="FFAFAA"/>
                    </a:solidFill>
                  </a:tcPr>
                </a:tc>
                <a:tc>
                  <a:txBody>
                    <a:bodyPr/>
                    <a:lstStyle/>
                    <a:p>
                      <a:r>
                        <a:rPr sz="1300" b="1">
                          <a:solidFill>
                            <a:srgbClr val="1E1E1E"/>
                          </a:solidFill>
                        </a:rPr>
                        <a:t>3,3</a:t>
                      </a:r>
                    </a:p>
                  </a:txBody>
                  <a:tcPr marL="91440" marR="91440" marT="27432" marB="27432" anchor="ctr">
                    <a:solidFill>
                      <a:srgbClr val="FFAFAA"/>
                    </a:solidFill>
                  </a:tcPr>
                </a:tc>
                <a:tc>
                  <a:txBody>
                    <a:bodyPr/>
                    <a:lstStyle/>
                    <a:p>
                      <a:r>
                        <a:rPr sz="1300" b="1">
                          <a:solidFill>
                            <a:srgbClr val="1E1E1E"/>
                          </a:solidFill>
                        </a:rPr>
                        <a:t>6,6</a:t>
                      </a:r>
                    </a:p>
                  </a:txBody>
                  <a:tcPr marL="91440" marR="91440" marT="27432" marB="27432" anchor="ctr">
                    <a:solidFill>
                      <a:srgbClr val="FFAFAA"/>
                    </a:solidFill>
                  </a:tcPr>
                </a:tc>
                <a:tc>
                  <a:txBody>
                    <a:bodyPr/>
                    <a:lstStyle/>
                    <a:p>
                      <a:r>
                        <a:rPr sz="1300" b="1">
                          <a:solidFill>
                            <a:srgbClr val="1E1E1E"/>
                          </a:solidFill>
                        </a:rPr>
                        <a:t>35,6 %</a:t>
                      </a:r>
                    </a:p>
                  </a:txBody>
                  <a:tcPr marL="91440" marR="91440" marT="27432" marB="27432" anchor="ctr">
                    <a:solidFill>
                      <a:srgbClr val="FFAFAA"/>
                    </a:solidFill>
                  </a:tcPr>
                </a:tc>
                <a:tc>
                  <a:txBody>
                    <a:bodyPr/>
                    <a:lstStyle/>
                    <a:p>
                      <a:r>
                        <a:rPr sz="1300" b="1">
                          <a:solidFill>
                            <a:srgbClr val="1E1E1E"/>
                          </a:solidFill>
                        </a:rPr>
                        <a:t>0,76</a:t>
                      </a:r>
                    </a:p>
                  </a:txBody>
                  <a:tcPr marL="91440" marR="91440" marT="27432" marB="27432" anchor="ctr">
                    <a:solidFill>
                      <a:srgbClr val="FFAFAA"/>
                    </a:solidFill>
                  </a:tcPr>
                </a:tc>
              </a:tr>
              <a:tr h="457200">
                <a:tc>
                  <a:txBody>
                    <a:bodyPr/>
                    <a:lstStyle/>
                    <a:p>
                      <a:r>
                        <a:rPr sz="1300" b="0">
                          <a:solidFill>
                            <a:srgbClr val="1E1E1E"/>
                          </a:solidFill>
                        </a:rPr>
                        <a:t>YOLO11n</a:t>
                      </a:r>
                    </a:p>
                  </a:txBody>
                  <a:tcPr marL="91440" marR="91440" marT="27432" marB="27432" anchor="ctr">
                    <a:solidFill>
                      <a:srgbClr val="EEEDED"/>
                    </a:solidFill>
                  </a:tcPr>
                </a:tc>
                <a:tc>
                  <a:txBody>
                    <a:bodyPr/>
                    <a:lstStyle/>
                    <a:p>
                      <a:r>
                        <a:rPr sz="1300" b="0">
                          <a:solidFill>
                            <a:srgbClr val="1E1E1E"/>
                          </a:solidFill>
                        </a:rPr>
                        <a:t>2,9</a:t>
                      </a:r>
                    </a:p>
                  </a:txBody>
                  <a:tcPr marL="91440" marR="91440" marT="27432" marB="27432" anchor="ctr">
                    <a:solidFill>
                      <a:srgbClr val="EEEDED"/>
                    </a:solidFill>
                  </a:tcPr>
                </a:tc>
                <a:tc>
                  <a:txBody>
                    <a:bodyPr/>
                    <a:lstStyle/>
                    <a:p>
                      <a:r>
                        <a:rPr sz="1300" b="0">
                          <a:solidFill>
                            <a:srgbClr val="1E1E1E"/>
                          </a:solidFill>
                        </a:rPr>
                        <a:t>6,2</a:t>
                      </a:r>
                    </a:p>
                  </a:txBody>
                  <a:tcPr marL="91440" marR="91440" marT="27432" marB="27432" anchor="ctr">
                    <a:solidFill>
                      <a:srgbClr val="EEEDED"/>
                    </a:solidFill>
                  </a:tcPr>
                </a:tc>
                <a:tc>
                  <a:txBody>
                    <a:bodyPr/>
                    <a:lstStyle/>
                    <a:p>
                      <a:r>
                        <a:rPr sz="1300" b="0">
                          <a:solidFill>
                            <a:srgbClr val="1E1E1E"/>
                          </a:solidFill>
                        </a:rPr>
                        <a:t>37,6 %</a:t>
                      </a:r>
                    </a:p>
                  </a:txBody>
                  <a:tcPr marL="91440" marR="91440" marT="27432" marB="27432" anchor="ctr">
                    <a:solidFill>
                      <a:srgbClr val="EEEDED"/>
                    </a:solidFill>
                  </a:tcPr>
                </a:tc>
                <a:tc>
                  <a:txBody>
                    <a:bodyPr/>
                    <a:lstStyle/>
                    <a:p>
                      <a:r>
                        <a:rPr sz="1300" b="0">
                          <a:solidFill>
                            <a:srgbClr val="1E1E1E"/>
                          </a:solidFill>
                        </a:rPr>
                        <a:t>0,78</a:t>
                      </a:r>
                    </a:p>
                  </a:txBody>
                  <a:tcPr marL="91440" marR="91440" marT="27432" marB="27432" anchor="ctr">
                    <a:solidFill>
                      <a:srgbClr val="EEEDED"/>
                    </a:solidFill>
                  </a:tcPr>
                </a:tc>
              </a:tr>
              <a:tr h="457200">
                <a:tc>
                  <a:txBody>
                    <a:bodyPr/>
                    <a:lstStyle/>
                    <a:p>
                      <a:r>
                        <a:rPr sz="1300" b="0">
                          <a:solidFill>
                            <a:srgbClr val="1E1E1E"/>
                          </a:solidFill>
                        </a:rPr>
                        <a:t>YOLOv8s</a:t>
                      </a:r>
                    </a:p>
                  </a:txBody>
                  <a:tcPr marL="91440" marR="91440" marT="27432" marB="27432" anchor="ctr">
                    <a:solidFill>
                      <a:srgbClr val="FFFFFF"/>
                    </a:solidFill>
                  </a:tcPr>
                </a:tc>
                <a:tc>
                  <a:txBody>
                    <a:bodyPr/>
                    <a:lstStyle/>
                    <a:p>
                      <a:r>
                        <a:rPr sz="1300" b="0">
                          <a:solidFill>
                            <a:srgbClr val="1E1E1E"/>
                          </a:solidFill>
                        </a:rPr>
                        <a:t>11,6</a:t>
                      </a:r>
                    </a:p>
                  </a:txBody>
                  <a:tcPr marL="91440" marR="91440" marT="27432" marB="27432" anchor="ctr">
                    <a:solidFill>
                      <a:srgbClr val="FFFFFF"/>
                    </a:solidFill>
                  </a:tcPr>
                </a:tc>
                <a:tc>
                  <a:txBody>
                    <a:bodyPr/>
                    <a:lstStyle/>
                    <a:p>
                      <a:r>
                        <a:rPr sz="1300" b="0">
                          <a:solidFill>
                            <a:srgbClr val="1E1E1E"/>
                          </a:solidFill>
                        </a:rPr>
                        <a:t>3,3</a:t>
                      </a:r>
                    </a:p>
                  </a:txBody>
                  <a:tcPr marL="91440" marR="91440" marT="27432" marB="27432" anchor="ctr">
                    <a:solidFill>
                      <a:srgbClr val="FFFFFF"/>
                    </a:solidFill>
                  </a:tcPr>
                </a:tc>
                <a:tc>
                  <a:txBody>
                    <a:bodyPr/>
                    <a:lstStyle/>
                    <a:p>
                      <a:r>
                        <a:rPr sz="1300" b="0">
                          <a:solidFill>
                            <a:srgbClr val="1E1E1E"/>
                          </a:solidFill>
                        </a:rPr>
                        <a:t>35,6 %</a:t>
                      </a:r>
                    </a:p>
                  </a:txBody>
                  <a:tcPr marL="91440" marR="91440" marT="27432" marB="27432" anchor="ctr">
                    <a:solidFill>
                      <a:srgbClr val="FFFFFF"/>
                    </a:solidFill>
                  </a:tcPr>
                </a:tc>
                <a:tc>
                  <a:txBody>
                    <a:bodyPr/>
                    <a:lstStyle/>
                    <a:p>
                      <a:r>
                        <a:rPr sz="1300" b="0">
                          <a:solidFill>
                            <a:srgbClr val="1E1E1E"/>
                          </a:solidFill>
                        </a:rPr>
                        <a:t>0,74</a:t>
                      </a:r>
                    </a:p>
                  </a:txBody>
                  <a:tcPr marL="91440" marR="91440" marT="27432" marB="27432" anchor="ctr">
                    <a:solidFill>
                      <a:srgbClr val="FFFFFF"/>
                    </a:solidFill>
                  </a:tcPr>
                </a:tc>
              </a:tr>
              <a:tr h="457200">
                <a:tc>
                  <a:txBody>
                    <a:bodyPr/>
                    <a:lstStyle/>
                    <a:p>
                      <a:r>
                        <a:rPr sz="1300" b="0">
                          <a:solidFill>
                            <a:srgbClr val="1E1E1E"/>
                          </a:solidFill>
                        </a:rPr>
                        <a:t>MoveNet Lightning</a:t>
                      </a:r>
                    </a:p>
                  </a:txBody>
                  <a:tcPr marL="91440" marR="91440" marT="27432" marB="27432" anchor="ctr">
                    <a:solidFill>
                      <a:srgbClr val="EEEDED"/>
                    </a:solidFill>
                  </a:tcPr>
                </a:tc>
                <a:tc>
                  <a:txBody>
                    <a:bodyPr/>
                    <a:lstStyle/>
                    <a:p>
                      <a:r>
                        <a:rPr sz="1300" b="0">
                          <a:solidFill>
                            <a:srgbClr val="1E1E1E"/>
                          </a:solidFill>
                        </a:rPr>
                        <a:t>—</a:t>
                      </a:r>
                    </a:p>
                  </a:txBody>
                  <a:tcPr marL="91440" marR="91440" marT="27432" marB="27432" anchor="ctr">
                    <a:solidFill>
                      <a:srgbClr val="EEEDED"/>
                    </a:solidFill>
                  </a:tcPr>
                </a:tc>
                <a:tc>
                  <a:txBody>
                    <a:bodyPr/>
                    <a:lstStyle/>
                    <a:p>
                      <a:r>
                        <a:rPr sz="1300" b="0">
                          <a:solidFill>
                            <a:srgbClr val="1E1E1E"/>
                          </a:solidFill>
                        </a:rPr>
                        <a:t>—</a:t>
                      </a:r>
                    </a:p>
                  </a:txBody>
                  <a:tcPr marL="91440" marR="91440" marT="27432" marB="27432" anchor="ctr">
                    <a:solidFill>
                      <a:srgbClr val="EEEDED"/>
                    </a:solidFill>
                  </a:tcPr>
                </a:tc>
                <a:tc>
                  <a:txBody>
                    <a:bodyPr/>
                    <a:lstStyle/>
                    <a:p>
                      <a:r>
                        <a:rPr sz="1300" b="0">
                          <a:solidFill>
                            <a:srgbClr val="1E1E1E"/>
                          </a:solidFill>
                        </a:rPr>
                        <a:t>35-48 %*</a:t>
                      </a:r>
                    </a:p>
                  </a:txBody>
                  <a:tcPr marL="91440" marR="91440" marT="27432" marB="27432" anchor="ctr">
                    <a:solidFill>
                      <a:srgbClr val="EEEDED"/>
                    </a:solidFill>
                  </a:tcPr>
                </a:tc>
                <a:tc>
                  <a:txBody>
                    <a:bodyPr/>
                    <a:lstStyle/>
                    <a:p>
                      <a:r>
                        <a:rPr sz="1300" b="0">
                          <a:solidFill>
                            <a:srgbClr val="1E1E1E"/>
                          </a:solidFill>
                        </a:rPr>
                        <a:t>0,34-0,37*</a:t>
                      </a:r>
                    </a:p>
                  </a:txBody>
                  <a:tcPr marL="91440" marR="91440" marT="27432" marB="27432" anchor="ctr">
                    <a:solidFill>
                      <a:srgbClr val="EEEDED"/>
                    </a:solidFill>
                  </a:tcPr>
                </a:tc>
              </a:tr>
            </a:tbl>
          </a:graphicData>
        </a:graphic>
      </p:graphicFrame>
      <p:sp>
        <p:nvSpPr>
          <p:cNvPr id="6" name="TextBox 5"/>
          <p:cNvSpPr txBox="1"/>
          <p:nvPr/>
        </p:nvSpPr>
        <p:spPr>
          <a:xfrm>
            <a:off x="905256" y="5120640"/>
            <a:ext cx="7223760" cy="1645920"/>
          </a:xfrm>
          <a:prstGeom prst="rect">
            <a:avLst/>
          </a:prstGeom>
          <a:noFill/>
        </p:spPr>
        <p:txBody>
          <a:bodyPr wrap="square" anchor="t" lIns="0" rIns="0" tIns="0" bIns="0">
            <a:spAutoFit/>
          </a:bodyPr>
          <a:lstStyle/>
          <a:p>
            <a:pPr algn="l">
              <a:spcAft>
                <a:spcPts val="500"/>
              </a:spcAft>
            </a:pPr>
            <a:r>
              <a:rPr sz="1300" b="0">
                <a:solidFill>
                  <a:srgbClr val="1E1E1E"/>
                </a:solidFill>
              </a:rPr>
              <a:t>•  Frente a MoveNet (vídeo subacuático): doble de confianza y 15 ciclos válidos frente a 3</a:t>
            </a:r>
          </a:p>
          <a:p>
            <a:pPr algn="l">
              <a:spcAft>
                <a:spcPts val="500"/>
              </a:spcAft>
            </a:pPr>
            <a:r>
              <a:rPr sz="1300" b="0">
                <a:solidFill>
                  <a:srgbClr val="1E1E1E"/>
                </a:solidFill>
              </a:rPr>
              <a:t>•  HRNet (AP 75,5) y ViTPose (80,9): más precisos en COCO, coste elevado en CPU</a:t>
            </a:r>
          </a:p>
          <a:p>
            <a:pPr algn="l">
              <a:spcAft>
                <a:spcPts val="500"/>
              </a:spcAft>
            </a:pPr>
            <a:r>
              <a:rPr sz="1300" b="0">
                <a:solidFill>
                  <a:srgbClr val="1E1E1E"/>
                </a:solidFill>
              </a:rPr>
              <a:t>•  Sin modelo propio: ningún fotograma subacuático anotado y sin GPU; se reutiliza un modelo preentrenado</a:t>
            </a:r>
          </a:p>
        </p:txBody>
      </p:sp>
      <p:sp>
        <p:nvSpPr>
          <p:cNvPr id="7" name="Rectangle 6"/>
          <p:cNvSpPr/>
          <p:nvPr/>
        </p:nvSpPr>
        <p:spPr>
          <a:xfrm>
            <a:off x="8503920" y="2743200"/>
            <a:ext cx="5212080" cy="402336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0" y="2926080"/>
            <a:ext cx="4663440" cy="457200"/>
          </a:xfrm>
          <a:prstGeom prst="rect">
            <a:avLst/>
          </a:prstGeom>
          <a:noFill/>
        </p:spPr>
        <p:txBody>
          <a:bodyPr wrap="square" anchor="t" lIns="0" rIns="0" tIns="0" bIns="0">
            <a:spAutoFit/>
          </a:bodyPr>
          <a:lstStyle/>
          <a:p>
            <a:pPr algn="l">
              <a:spcAft>
                <a:spcPts val="600"/>
              </a:spcAft>
            </a:pPr>
            <a:r>
              <a:rPr sz="1700" b="1">
                <a:solidFill>
                  <a:srgbClr val="FF3228"/>
                </a:solidFill>
              </a:rPr>
              <a:t>Adaptación al agua</a:t>
            </a:r>
          </a:p>
        </p:txBody>
      </p:sp>
      <p:sp>
        <p:nvSpPr>
          <p:cNvPr id="9" name="TextBox 8"/>
          <p:cNvSpPr txBox="1"/>
          <p:nvPr/>
        </p:nvSpPr>
        <p:spPr>
          <a:xfrm>
            <a:off x="8778240" y="3474720"/>
            <a:ext cx="4663440" cy="3200400"/>
          </a:xfrm>
          <a:prstGeom prst="rect">
            <a:avLst/>
          </a:prstGeom>
          <a:noFill/>
        </p:spPr>
        <p:txBody>
          <a:bodyPr wrap="square" anchor="t" lIns="0" rIns="0" tIns="0" bIns="0">
            <a:spAutoFit/>
          </a:bodyPr>
          <a:lstStyle/>
          <a:p>
            <a:pPr algn="l">
              <a:spcAft>
                <a:spcPts val="700"/>
              </a:spcAft>
            </a:pPr>
            <a:r>
              <a:rPr sz="1300" b="0">
                <a:solidFill>
                  <a:srgbClr val="1E1E1E"/>
                </a:solidFill>
              </a:rPr>
              <a:t>•  Giro ±90° del fotograma si detecta mejor (YOLO se entrenó con personas de pie)</a:t>
            </a:r>
          </a:p>
          <a:p>
            <a:pPr algn="l">
              <a:spcAft>
                <a:spcPts val="700"/>
              </a:spcAft>
            </a:pPr>
            <a:r>
              <a:rPr sz="1300" b="0">
                <a:solidFill>
                  <a:srgbClr val="1E1E1E"/>
                </a:solidFill>
              </a:rPr>
              <a:t>•  Filtros anatómicos: tronco girado o vertical, segmentos imposibles, codos &lt; 25°</a:t>
            </a:r>
          </a:p>
          <a:p>
            <a:pPr algn="l">
              <a:spcAft>
                <a:spcPts val="700"/>
              </a:spcAft>
            </a:pPr>
            <a:r>
              <a:rPr sz="1300" b="0">
                <a:solidFill>
                  <a:srgbClr val="1E1E1E"/>
                </a:solidFill>
              </a:rPr>
              <a:t>•  Savitzky-Golay: suaviza sin aplastar los picos (frente a una media móvil)</a:t>
            </a:r>
          </a:p>
          <a:p>
            <a:pPr algn="l">
              <a:spcAft>
                <a:spcPts val="700"/>
              </a:spcAft>
            </a:pPr>
            <a:r>
              <a:rPr sz="1300" b="0">
                <a:solidFill>
                  <a:srgbClr val="1E1E1E"/>
                </a:solidFill>
              </a:rPr>
              <a:t>•  3D con MotionBERT solo de frente: en lateral la rodilla sale a 107° frente a 173° en 2D</a:t>
            </a:r>
          </a:p>
        </p:txBody>
      </p:sp>
      <p:sp>
        <p:nvSpPr>
          <p:cNvPr id="10" name="TextBox 9"/>
          <p:cNvSpPr txBox="1"/>
          <p:nvPr/>
        </p:nvSpPr>
        <p:spPr>
          <a:xfrm>
            <a:off x="905256" y="694944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 MoveNet: valores medidos con GPU (memoria, Tabla 2). AP: precisión media en COCO según las publicaciones originales (Tabla 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06463" y="1182159"/>
            <a:ext cx="10789920" cy="703086"/>
          </a:xfrm>
        </p:spPr>
        <p:txBody>
          <a:bodyPr/>
          <a:lstStyle/>
          <a:p>
            <a:r>
              <a:rPr sz="3200"/>
              <a:t>Contar ciclos en dos vistas</a:t>
            </a:r>
          </a:p>
        </p:txBody>
      </p:sp>
      <p:sp>
        <p:nvSpPr>
          <p:cNvPr id="4" name="Text Placeholder 3"/>
          <p:cNvSpPr>
            <a:spLocks noGrp="1"/>
          </p:cNvSpPr>
          <p:nvPr>
            <p:ph type="body" idx="18" sz="quarter"/>
          </p:nvPr>
        </p:nvSpPr>
        <p:spPr>
          <a:xfrm>
            <a:off x="906463" y="2172974"/>
            <a:ext cx="12344400" cy="594092"/>
          </a:xfrm>
        </p:spPr>
        <p:txBody>
          <a:bodyPr/>
          <a:lstStyle/>
          <a:p>
            <a:r>
              <a:t>Cada vista usa la señal de brazada que puede ver</a:t>
            </a:r>
          </a:p>
        </p:txBody>
      </p:sp>
      <p:pic>
        <p:nvPicPr>
          <p:cNvPr id="5" name="Picture 4" descr="aaron_brazadas.png"/>
          <p:cNvPicPr>
            <a:picLocks noChangeAspect="1"/>
          </p:cNvPicPr>
          <p:nvPr/>
        </p:nvPicPr>
        <p:blipFill>
          <a:blip r:embed="rId3"/>
          <a:stretch>
            <a:fillRect/>
          </a:stretch>
        </p:blipFill>
        <p:spPr>
          <a:xfrm>
            <a:off x="905256" y="2931566"/>
            <a:ext cx="7680960" cy="2457907"/>
          </a:xfrm>
          <a:prstGeom prst="rect">
            <a:avLst/>
          </a:prstGeom>
        </p:spPr>
      </p:pic>
      <p:sp>
        <p:nvSpPr>
          <p:cNvPr id="6" name="TextBox 5"/>
          <p:cNvSpPr txBox="1"/>
          <p:nvPr/>
        </p:nvSpPr>
        <p:spPr>
          <a:xfrm>
            <a:off x="905256" y="5760720"/>
            <a:ext cx="7680960" cy="1188720"/>
          </a:xfrm>
          <a:prstGeom prst="rect">
            <a:avLst/>
          </a:prstGeom>
          <a:noFill/>
        </p:spPr>
        <p:txBody>
          <a:bodyPr wrap="square" anchor="t" lIns="0" rIns="0" tIns="0" bIns="0">
            <a:spAutoFit/>
          </a:bodyPr>
          <a:lstStyle/>
          <a:p>
            <a:pPr algn="l">
              <a:spcAft>
                <a:spcPts val="600"/>
              </a:spcAft>
            </a:pPr>
            <a:r>
              <a:rPr sz="1300" b="1">
                <a:solidFill>
                  <a:srgbClr val="1E1E1E"/>
                </a:solidFill>
              </a:rPr>
              <a:t>Lateral: </a:t>
            </a:r>
            <a:r>
              <a:rPr sz="1300" b="0">
                <a:solidFill>
                  <a:srgbClr val="1E1E1E"/>
                </a:solidFill>
              </a:rPr>
              <a:t>profundidad de la mano más profunda (YOLO copia el brazo oculto); cada pico, una brazada.</a:t>
            </a:r>
          </a:p>
          <a:p>
            <a:pPr algn="l">
              <a:spcAft>
                <a:spcPts val="600"/>
              </a:spcAft>
            </a:pPr>
            <a:r>
              <a:rPr sz="1300" b="1">
                <a:solidFill>
                  <a:srgbClr val="1E1E1E"/>
                </a:solidFill>
              </a:rPr>
              <a:t>Frontal: </a:t>
            </a:r>
            <a:r>
              <a:rPr sz="1300" b="0">
                <a:solidFill>
                  <a:srgbClr val="1E1E1E"/>
                </a:solidFill>
              </a:rPr>
              <a:t>recorrido de la muñeca en su dirección principal (PCA), en anchos de hombros.</a:t>
            </a:r>
          </a:p>
        </p:txBody>
      </p:sp>
      <p:graphicFrame>
        <p:nvGraphicFramePr>
          <p:cNvPr id="7" name="Table 6"/>
          <p:cNvGraphicFramePr>
            <a:graphicFrameLocks noGrp="1"/>
          </p:cNvGraphicFramePr>
          <p:nvPr/>
        </p:nvGraphicFramePr>
        <p:xfrm>
          <a:off x="8961120" y="2743200"/>
          <a:ext cx="4754880" cy="1828800"/>
        </p:xfrm>
        <a:graphic>
          <a:graphicData uri="http://schemas.openxmlformats.org/drawingml/2006/table">
            <a:tbl>
              <a:tblPr firstRow="1" bandRow="1">
                <a:tableStyleId>{5C22544A-7EE6-4342-B048-85BDC9FD1C3A}</a:tableStyleId>
              </a:tblPr>
              <a:tblGrid>
                <a:gridCol w="1920240"/>
                <a:gridCol w="868680"/>
                <a:gridCol w="1005840"/>
                <a:gridCol w="960120"/>
              </a:tblGrid>
              <a:tr h="457200">
                <a:tc>
                  <a:txBody>
                    <a:bodyPr/>
                    <a:lstStyle/>
                    <a:p>
                      <a:r>
                        <a:rPr sz="1100" b="1">
                          <a:solidFill>
                            <a:srgbClr val="FFFFFF"/>
                          </a:solidFill>
                        </a:rPr>
                        <a:t>Secuencia (P1, crol)</a:t>
                      </a:r>
                    </a:p>
                  </a:txBody>
                  <a:tcPr marL="91440" marR="91440" marT="27432" marB="27432" anchor="ctr">
                    <a:solidFill>
                      <a:srgbClr val="FF3228"/>
                    </a:solidFill>
                  </a:tcPr>
                </a:tc>
                <a:tc>
                  <a:txBody>
                    <a:bodyPr/>
                    <a:lstStyle/>
                    <a:p>
                      <a:r>
                        <a:rPr sz="1100" b="1">
                          <a:solidFill>
                            <a:srgbClr val="FFFFFF"/>
                          </a:solidFill>
                        </a:rPr>
                        <a:t>Manual</a:t>
                      </a:r>
                    </a:p>
                  </a:txBody>
                  <a:tcPr marL="91440" marR="91440" marT="27432" marB="27432" anchor="ctr">
                    <a:solidFill>
                      <a:srgbClr val="FF3228"/>
                    </a:solidFill>
                  </a:tcPr>
                </a:tc>
                <a:tc>
                  <a:txBody>
                    <a:bodyPr/>
                    <a:lstStyle/>
                    <a:p>
                      <a:r>
                        <a:rPr sz="1100" b="1">
                          <a:solidFill>
                            <a:srgbClr val="FFFFFF"/>
                          </a:solidFill>
                        </a:rPr>
                        <a:t>Sistema</a:t>
                      </a:r>
                    </a:p>
                  </a:txBody>
                  <a:tcPr marL="91440" marR="91440" marT="27432" marB="27432" anchor="ctr">
                    <a:solidFill>
                      <a:srgbClr val="FF3228"/>
                    </a:solidFill>
                  </a:tcPr>
                </a:tc>
                <a:tc>
                  <a:txBody>
                    <a:bodyPr/>
                    <a:lstStyle/>
                    <a:p>
                      <a:r>
                        <a:rPr sz="1100" b="1">
                          <a:solidFill>
                            <a:srgbClr val="FFFFFF"/>
                          </a:solidFill>
                        </a:rPr>
                        <a:t>Error</a:t>
                      </a:r>
                    </a:p>
                  </a:txBody>
                  <a:tcPr marL="91440" marR="91440" marT="27432" marB="27432" anchor="ctr">
                    <a:solidFill>
                      <a:srgbClr val="FF3228"/>
                    </a:solidFill>
                  </a:tcPr>
                </a:tc>
              </a:tr>
              <a:tr h="457200">
                <a:tc>
                  <a:txBody>
                    <a:bodyPr/>
                    <a:lstStyle/>
                    <a:p>
                      <a:r>
                        <a:rPr sz="1100" b="0">
                          <a:solidFill>
                            <a:srgbClr val="1E1E1E"/>
                          </a:solidFill>
                        </a:rPr>
                        <a:t>GX011614 · lateral</a:t>
                      </a:r>
                    </a:p>
                  </a:txBody>
                  <a:tcPr marL="91440" marR="91440" marT="27432" marB="27432" anchor="ctr">
                    <a:solidFill>
                      <a:srgbClr val="FFFFFF"/>
                    </a:solidFill>
                  </a:tcPr>
                </a:tc>
                <a:tc>
                  <a:txBody>
                    <a:bodyPr/>
                    <a:lstStyle/>
                    <a:p>
                      <a:r>
                        <a:rPr sz="1100" b="0">
                          <a:solidFill>
                            <a:srgbClr val="1E1E1E"/>
                          </a:solidFill>
                        </a:rPr>
                        <a:t>54,0</a:t>
                      </a:r>
                    </a:p>
                  </a:txBody>
                  <a:tcPr marL="91440" marR="91440" marT="27432" marB="27432" anchor="ctr">
                    <a:solidFill>
                      <a:srgbClr val="FFFFFF"/>
                    </a:solidFill>
                  </a:tcPr>
                </a:tc>
                <a:tc>
                  <a:txBody>
                    <a:bodyPr/>
                    <a:lstStyle/>
                    <a:p>
                      <a:r>
                        <a:rPr sz="1100" b="0">
                          <a:solidFill>
                            <a:srgbClr val="1E1E1E"/>
                          </a:solidFill>
                        </a:rPr>
                        <a:t>50,5</a:t>
                      </a:r>
                    </a:p>
                  </a:txBody>
                  <a:tcPr marL="91440" marR="91440" marT="27432" marB="27432" anchor="ctr">
                    <a:solidFill>
                      <a:srgbClr val="FFFFFF"/>
                    </a:solidFill>
                  </a:tcPr>
                </a:tc>
                <a:tc>
                  <a:txBody>
                    <a:bodyPr/>
                    <a:lstStyle/>
                    <a:p>
                      <a:r>
                        <a:rPr sz="1100" b="0">
                          <a:solidFill>
                            <a:srgbClr val="1E1E1E"/>
                          </a:solidFill>
                        </a:rPr>
                        <a:t>−6,5 %</a:t>
                      </a:r>
                    </a:p>
                  </a:txBody>
                  <a:tcPr marL="91440" marR="91440" marT="27432" marB="27432" anchor="ctr">
                    <a:solidFill>
                      <a:srgbClr val="FFFFFF"/>
                    </a:solidFill>
                  </a:tcPr>
                </a:tc>
              </a:tr>
              <a:tr h="457200">
                <a:tc>
                  <a:txBody>
                    <a:bodyPr/>
                    <a:lstStyle/>
                    <a:p>
                      <a:r>
                        <a:rPr sz="1100" b="0">
                          <a:solidFill>
                            <a:srgbClr val="1E1E1E"/>
                          </a:solidFill>
                        </a:rPr>
                        <a:t>IMG_7207 · frontal</a:t>
                      </a:r>
                    </a:p>
                  </a:txBody>
                  <a:tcPr marL="91440" marR="91440" marT="27432" marB="27432" anchor="ctr">
                    <a:solidFill>
                      <a:srgbClr val="EEEDED"/>
                    </a:solidFill>
                  </a:tcPr>
                </a:tc>
                <a:tc>
                  <a:txBody>
                    <a:bodyPr/>
                    <a:lstStyle/>
                    <a:p>
                      <a:r>
                        <a:rPr sz="1100" b="0">
                          <a:solidFill>
                            <a:srgbClr val="1E1E1E"/>
                          </a:solidFill>
                        </a:rPr>
                        <a:t>80,0</a:t>
                      </a:r>
                    </a:p>
                  </a:txBody>
                  <a:tcPr marL="91440" marR="91440" marT="27432" marB="27432" anchor="ctr">
                    <a:solidFill>
                      <a:srgbClr val="EEEDED"/>
                    </a:solidFill>
                  </a:tcPr>
                </a:tc>
                <a:tc>
                  <a:txBody>
                    <a:bodyPr/>
                    <a:lstStyle/>
                    <a:p>
                      <a:r>
                        <a:rPr sz="1100" b="0">
                          <a:solidFill>
                            <a:srgbClr val="1E1E1E"/>
                          </a:solidFill>
                        </a:rPr>
                        <a:t>73,9</a:t>
                      </a:r>
                    </a:p>
                  </a:txBody>
                  <a:tcPr marL="91440" marR="91440" marT="27432" marB="27432" anchor="ctr">
                    <a:solidFill>
                      <a:srgbClr val="EEEDED"/>
                    </a:solidFill>
                  </a:tcPr>
                </a:tc>
                <a:tc>
                  <a:txBody>
                    <a:bodyPr/>
                    <a:lstStyle/>
                    <a:p>
                      <a:r>
                        <a:rPr sz="1100" b="0">
                          <a:solidFill>
                            <a:srgbClr val="1E1E1E"/>
                          </a:solidFill>
                        </a:rPr>
                        <a:t>−7,6 %</a:t>
                      </a:r>
                    </a:p>
                  </a:txBody>
                  <a:tcPr marL="91440" marR="91440" marT="27432" marB="27432" anchor="ctr">
                    <a:solidFill>
                      <a:srgbClr val="EEEDED"/>
                    </a:solidFill>
                  </a:tcPr>
                </a:tc>
              </a:tr>
              <a:tr h="457200">
                <a:tc>
                  <a:txBody>
                    <a:bodyPr/>
                    <a:lstStyle/>
                    <a:p>
                      <a:r>
                        <a:rPr sz="1100" b="0">
                          <a:solidFill>
                            <a:srgbClr val="1E1E1E"/>
                          </a:solidFill>
                        </a:rPr>
                        <a:t>IMG_7215 · frontal</a:t>
                      </a:r>
                    </a:p>
                  </a:txBody>
                  <a:tcPr marL="91440" marR="91440" marT="27432" marB="27432" anchor="ctr">
                    <a:solidFill>
                      <a:srgbClr val="FFFFFF"/>
                    </a:solidFill>
                  </a:tcPr>
                </a:tc>
                <a:tc>
                  <a:txBody>
                    <a:bodyPr/>
                    <a:lstStyle/>
                    <a:p>
                      <a:r>
                        <a:rPr sz="1100" b="0">
                          <a:solidFill>
                            <a:srgbClr val="1E1E1E"/>
                          </a:solidFill>
                        </a:rPr>
                        <a:t>51,1</a:t>
                      </a:r>
                    </a:p>
                  </a:txBody>
                  <a:tcPr marL="91440" marR="91440" marT="27432" marB="27432" anchor="ctr">
                    <a:solidFill>
                      <a:srgbClr val="FFFFFF"/>
                    </a:solidFill>
                  </a:tcPr>
                </a:tc>
                <a:tc>
                  <a:txBody>
                    <a:bodyPr/>
                    <a:lstStyle/>
                    <a:p>
                      <a:r>
                        <a:rPr sz="1100" b="0">
                          <a:solidFill>
                            <a:srgbClr val="1E1E1E"/>
                          </a:solidFill>
                        </a:rPr>
                        <a:t>55,2</a:t>
                      </a:r>
                    </a:p>
                  </a:txBody>
                  <a:tcPr marL="91440" marR="91440" marT="27432" marB="27432" anchor="ctr">
                    <a:solidFill>
                      <a:srgbClr val="FFFFFF"/>
                    </a:solidFill>
                  </a:tcPr>
                </a:tc>
                <a:tc>
                  <a:txBody>
                    <a:bodyPr/>
                    <a:lstStyle/>
                    <a:p>
                      <a:r>
                        <a:rPr sz="1100" b="0">
                          <a:solidFill>
                            <a:srgbClr val="1E1E1E"/>
                          </a:solidFill>
                        </a:rPr>
                        <a:t>+8,2 %</a:t>
                      </a:r>
                    </a:p>
                  </a:txBody>
                  <a:tcPr marL="91440" marR="91440" marT="27432" marB="27432" anchor="ctr">
                    <a:solidFill>
                      <a:srgbClr val="FFFFFF"/>
                    </a:solidFill>
                  </a:tcPr>
                </a:tc>
              </a:tr>
            </a:tbl>
          </a:graphicData>
        </a:graphic>
      </p:graphicFrame>
      <p:sp>
        <p:nvSpPr>
          <p:cNvPr id="8" name="TextBox 7"/>
          <p:cNvSpPr txBox="1"/>
          <p:nvPr/>
        </p:nvSpPr>
        <p:spPr>
          <a:xfrm>
            <a:off x="8961120" y="4663440"/>
            <a:ext cx="4754880" cy="365760"/>
          </a:xfrm>
          <a:prstGeom prst="rect">
            <a:avLst/>
          </a:prstGeom>
          <a:noFill/>
        </p:spPr>
        <p:txBody>
          <a:bodyPr wrap="square" anchor="t" lIns="0" rIns="0" tIns="0" bIns="0">
            <a:spAutoFit/>
          </a:bodyPr>
          <a:lstStyle/>
          <a:p>
            <a:pPr algn="l">
              <a:spcAft>
                <a:spcPts val="600"/>
              </a:spcAft>
            </a:pPr>
            <a:r>
              <a:rPr sz="1100" b="0">
                <a:solidFill>
                  <a:srgbClr val="504B4B"/>
                </a:solidFill>
              </a:rPr>
              <a:t>Frecuencia (ciclos/min) frente al conteo manual</a:t>
            </a:r>
          </a:p>
        </p:txBody>
      </p:sp>
      <p:sp>
        <p:nvSpPr>
          <p:cNvPr id="9" name="Rectangle 8"/>
          <p:cNvSpPr/>
          <p:nvPr/>
        </p:nvSpPr>
        <p:spPr>
          <a:xfrm>
            <a:off x="8961120" y="5166360"/>
            <a:ext cx="4754880" cy="16002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89720" y="5166360"/>
            <a:ext cx="4297680" cy="1600200"/>
          </a:xfrm>
          <a:prstGeom prst="rect">
            <a:avLst/>
          </a:prstGeom>
          <a:noFill/>
        </p:spPr>
        <p:txBody>
          <a:bodyPr wrap="square" anchor="ctr" lIns="0" rIns="0" tIns="0" bIns="0">
            <a:spAutoFit/>
          </a:bodyPr>
          <a:lstStyle/>
          <a:p>
            <a:pPr algn="l">
              <a:spcAft>
                <a:spcPts val="600"/>
              </a:spcAft>
            </a:pPr>
            <a:r>
              <a:rPr sz="1300" b="1">
                <a:solidFill>
                  <a:srgbClr val="FF3228"/>
                </a:solidFill>
              </a:rPr>
              <a:t>Vista automática: </a:t>
            </a:r>
            <a:r>
              <a:rPr sz="1300" b="0">
                <a:solidFill>
                  <a:srgbClr val="FFFFFF"/>
                </a:solidFill>
              </a:rPr>
              <a:t>tramo frontal si ≥ 65 % de fotogramas con el tronco a &gt; 55° de la horizontal.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06463" y="1182159"/>
            <a:ext cx="10789920" cy="703086"/>
          </a:xfrm>
        </p:spPr>
        <p:txBody>
          <a:bodyPr/>
          <a:lstStyle/>
          <a:p>
            <a:r>
              <a:rPr sz="3200"/>
              <a:t>Fatiga con Isolation Forest</a:t>
            </a:r>
          </a:p>
        </p:txBody>
      </p:sp>
      <p:sp>
        <p:nvSpPr>
          <p:cNvPr id="4" name="Text Placeholder 3"/>
          <p:cNvSpPr>
            <a:spLocks noGrp="1"/>
          </p:cNvSpPr>
          <p:nvPr>
            <p:ph type="body" idx="18" sz="quarter"/>
          </p:nvPr>
        </p:nvSpPr>
        <p:spPr>
          <a:xfrm>
            <a:off x="906463" y="2172974"/>
            <a:ext cx="12344400" cy="594092"/>
          </a:xfrm>
        </p:spPr>
        <p:txBody>
          <a:bodyPr/>
          <a:lstStyle/>
          <a:p>
            <a:r>
              <a:t>Sin etiquetas: cuánto se aparta cada ciclo del nadador fresco</a:t>
            </a:r>
          </a:p>
        </p:txBody>
      </p:sp>
      <p:sp>
        <p:nvSpPr>
          <p:cNvPr id="5" name="Rectangle 4"/>
          <p:cNvSpPr/>
          <p:nvPr/>
        </p:nvSpPr>
        <p:spPr>
          <a:xfrm>
            <a:off x="905256" y="2743200"/>
            <a:ext cx="5486400" cy="96012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743200"/>
            <a:ext cx="5029200" cy="960120"/>
          </a:xfrm>
          <a:prstGeom prst="rect">
            <a:avLst/>
          </a:prstGeom>
          <a:noFill/>
        </p:spPr>
        <p:txBody>
          <a:bodyPr wrap="square" anchor="ctr" lIns="0" rIns="0" tIns="0" bIns="0">
            <a:spAutoFit/>
          </a:bodyPr>
          <a:lstStyle/>
          <a:p>
            <a:pPr algn="l">
              <a:spcAft>
                <a:spcPts val="600"/>
              </a:spcAft>
            </a:pPr>
            <a:r>
              <a:rPr sz="1300" b="1">
                <a:solidFill>
                  <a:srgbClr val="504B4B"/>
                </a:solidFill>
              </a:rPr>
              <a:t>Descartada: red recurrente supervisada. </a:t>
            </a:r>
            <a:r>
              <a:rPr sz="1300" b="0">
                <a:solidFill>
                  <a:srgbClr val="1E1E1E"/>
                </a:solidFill>
              </a:rPr>
              <a:t>Necesita ciclos etiquetados como fatigados: no existen.</a:t>
            </a:r>
          </a:p>
        </p:txBody>
      </p:sp>
      <p:sp>
        <p:nvSpPr>
          <p:cNvPr id="7" name="Rectangle 6"/>
          <p:cNvSpPr/>
          <p:nvPr/>
        </p:nvSpPr>
        <p:spPr>
          <a:xfrm>
            <a:off x="905256" y="3886200"/>
            <a:ext cx="594360" cy="59436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3886200"/>
            <a:ext cx="594360" cy="594360"/>
          </a:xfrm>
          <a:prstGeom prst="rect">
            <a:avLst/>
          </a:prstGeom>
          <a:noFill/>
        </p:spPr>
        <p:txBody>
          <a:bodyPr wrap="square" anchor="ctr" lIns="0" rIns="0" tIns="0" bIns="0">
            <a:spAutoFit/>
          </a:bodyPr>
          <a:lstStyle/>
          <a:p>
            <a:pPr algn="ctr">
              <a:spcAft>
                <a:spcPts val="600"/>
              </a:spcAft>
            </a:pPr>
            <a:r>
              <a:rPr sz="2000" b="1">
                <a:solidFill>
                  <a:srgbClr val="FFFFFF"/>
                </a:solidFill>
              </a:rPr>
              <a:t>1</a:t>
            </a:r>
          </a:p>
        </p:txBody>
      </p:sp>
      <p:sp>
        <p:nvSpPr>
          <p:cNvPr id="9" name="TextBox 8"/>
          <p:cNvSpPr txBox="1"/>
          <p:nvPr/>
        </p:nvSpPr>
        <p:spPr>
          <a:xfrm>
            <a:off x="1645920" y="3867912"/>
            <a:ext cx="4754880" cy="320040"/>
          </a:xfrm>
          <a:prstGeom prst="rect">
            <a:avLst/>
          </a:prstGeom>
          <a:noFill/>
        </p:spPr>
        <p:txBody>
          <a:bodyPr wrap="square" anchor="t" lIns="0" rIns="0" tIns="0" bIns="0">
            <a:spAutoFit/>
          </a:bodyPr>
          <a:lstStyle/>
          <a:p>
            <a:pPr algn="l">
              <a:spcAft>
                <a:spcPts val="600"/>
              </a:spcAft>
            </a:pPr>
            <a:r>
              <a:rPr sz="1400" b="1">
                <a:solidFill>
                  <a:srgbClr val="1E1E1E"/>
                </a:solidFill>
              </a:rPr>
              <a:t>Fase fresca</a:t>
            </a:r>
          </a:p>
        </p:txBody>
      </p:sp>
      <p:sp>
        <p:nvSpPr>
          <p:cNvPr id="10" name="TextBox 9"/>
          <p:cNvSpPr txBox="1"/>
          <p:nvPr/>
        </p:nvSpPr>
        <p:spPr>
          <a:xfrm>
            <a:off x="1645920" y="4187952"/>
            <a:ext cx="4754880" cy="411480"/>
          </a:xfrm>
          <a:prstGeom prst="rect">
            <a:avLst/>
          </a:prstGeom>
          <a:noFill/>
        </p:spPr>
        <p:txBody>
          <a:bodyPr wrap="square" anchor="t" lIns="0" rIns="0" tIns="0" bIns="0">
            <a:spAutoFit/>
          </a:bodyPr>
          <a:lstStyle/>
          <a:p>
            <a:pPr algn="l">
              <a:spcAft>
                <a:spcPts val="600"/>
              </a:spcAft>
            </a:pPr>
            <a:r>
              <a:rPr sz="1200" b="0">
                <a:solidFill>
                  <a:srgbClr val="504B4B"/>
                </a:solidFill>
              </a:rPr>
              <a:t>Primer 30 % de los ciclos (mín. 5); variables estandarizadas con ella</a:t>
            </a:r>
          </a:p>
        </p:txBody>
      </p:sp>
      <p:sp>
        <p:nvSpPr>
          <p:cNvPr id="11" name="Rectangle 10"/>
          <p:cNvSpPr/>
          <p:nvPr/>
        </p:nvSpPr>
        <p:spPr>
          <a:xfrm>
            <a:off x="905256" y="4645152"/>
            <a:ext cx="594360" cy="59436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4645152"/>
            <a:ext cx="594360" cy="594360"/>
          </a:xfrm>
          <a:prstGeom prst="rect">
            <a:avLst/>
          </a:prstGeom>
          <a:noFill/>
        </p:spPr>
        <p:txBody>
          <a:bodyPr wrap="square" anchor="ctr" lIns="0" rIns="0" tIns="0" bIns="0">
            <a:spAutoFit/>
          </a:bodyPr>
          <a:lstStyle/>
          <a:p>
            <a:pPr algn="ctr">
              <a:spcAft>
                <a:spcPts val="600"/>
              </a:spcAft>
            </a:pPr>
            <a:r>
              <a:rPr sz="2000" b="1">
                <a:solidFill>
                  <a:srgbClr val="FFFFFF"/>
                </a:solidFill>
              </a:rPr>
              <a:t>2</a:t>
            </a:r>
          </a:p>
        </p:txBody>
      </p:sp>
      <p:sp>
        <p:nvSpPr>
          <p:cNvPr id="13" name="TextBox 12"/>
          <p:cNvSpPr txBox="1"/>
          <p:nvPr/>
        </p:nvSpPr>
        <p:spPr>
          <a:xfrm>
            <a:off x="1645920" y="4626864"/>
            <a:ext cx="4754880" cy="320040"/>
          </a:xfrm>
          <a:prstGeom prst="rect">
            <a:avLst/>
          </a:prstGeom>
          <a:noFill/>
        </p:spPr>
        <p:txBody>
          <a:bodyPr wrap="square" anchor="t" lIns="0" rIns="0" tIns="0" bIns="0">
            <a:spAutoFit/>
          </a:bodyPr>
          <a:lstStyle/>
          <a:p>
            <a:pPr algn="l">
              <a:spcAft>
                <a:spcPts val="600"/>
              </a:spcAft>
            </a:pPr>
            <a:r>
              <a:rPr sz="1400" b="1">
                <a:solidFill>
                  <a:srgbClr val="1E1E1E"/>
                </a:solidFill>
              </a:rPr>
              <a:t>Isolation Forest</a:t>
            </a:r>
          </a:p>
        </p:txBody>
      </p:sp>
      <p:sp>
        <p:nvSpPr>
          <p:cNvPr id="14" name="TextBox 13"/>
          <p:cNvSpPr txBox="1"/>
          <p:nvPr/>
        </p:nvSpPr>
        <p:spPr>
          <a:xfrm>
            <a:off x="1645920" y="4946904"/>
            <a:ext cx="4754880" cy="411480"/>
          </a:xfrm>
          <a:prstGeom prst="rect">
            <a:avLst/>
          </a:prstGeom>
          <a:noFill/>
        </p:spPr>
        <p:txBody>
          <a:bodyPr wrap="square" anchor="t" lIns="0" rIns="0" tIns="0" bIns="0">
            <a:spAutoFit/>
          </a:bodyPr>
          <a:lstStyle/>
          <a:p>
            <a:pPr algn="l">
              <a:spcAft>
                <a:spcPts val="600"/>
              </a:spcAft>
            </a:pPr>
            <a:r>
              <a:rPr sz="1200" b="0">
                <a:solidFill>
                  <a:srgbClr val="504B4B"/>
                </a:solidFill>
              </a:rPr>
              <a:t>500 árboles; lo anómalo se aísla con menos cortes aleatorios</a:t>
            </a:r>
          </a:p>
        </p:txBody>
      </p:sp>
      <p:sp>
        <p:nvSpPr>
          <p:cNvPr id="15" name="Rectangle 14"/>
          <p:cNvSpPr/>
          <p:nvPr/>
        </p:nvSpPr>
        <p:spPr>
          <a:xfrm>
            <a:off x="905256" y="5404104"/>
            <a:ext cx="594360" cy="59436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5404104"/>
            <a:ext cx="594360" cy="594360"/>
          </a:xfrm>
          <a:prstGeom prst="rect">
            <a:avLst/>
          </a:prstGeom>
          <a:noFill/>
        </p:spPr>
        <p:txBody>
          <a:bodyPr wrap="square" anchor="ctr" lIns="0" rIns="0" tIns="0" bIns="0">
            <a:spAutoFit/>
          </a:bodyPr>
          <a:lstStyle/>
          <a:p>
            <a:pPr algn="ctr">
              <a:spcAft>
                <a:spcPts val="600"/>
              </a:spcAft>
            </a:pPr>
            <a:r>
              <a:rPr sz="2000" b="1">
                <a:solidFill>
                  <a:srgbClr val="FFFFFF"/>
                </a:solidFill>
              </a:rPr>
              <a:t>3</a:t>
            </a:r>
          </a:p>
        </p:txBody>
      </p:sp>
      <p:sp>
        <p:nvSpPr>
          <p:cNvPr id="17" name="TextBox 16"/>
          <p:cNvSpPr txBox="1"/>
          <p:nvPr/>
        </p:nvSpPr>
        <p:spPr>
          <a:xfrm>
            <a:off x="1645920" y="5385816"/>
            <a:ext cx="4754880" cy="320040"/>
          </a:xfrm>
          <a:prstGeom prst="rect">
            <a:avLst/>
          </a:prstGeom>
          <a:noFill/>
        </p:spPr>
        <p:txBody>
          <a:bodyPr wrap="square" anchor="t" lIns="0" rIns="0" tIns="0" bIns="0">
            <a:spAutoFit/>
          </a:bodyPr>
          <a:lstStyle/>
          <a:p>
            <a:pPr algn="l">
              <a:spcAft>
                <a:spcPts val="600"/>
              </a:spcAft>
            </a:pPr>
            <a:r>
              <a:rPr sz="1400" b="1">
                <a:solidFill>
                  <a:srgbClr val="1E1E1E"/>
                </a:solidFill>
              </a:rPr>
              <a:t>Inicio</a:t>
            </a:r>
          </a:p>
        </p:txBody>
      </p:sp>
      <p:sp>
        <p:nvSpPr>
          <p:cNvPr id="18" name="TextBox 17"/>
          <p:cNvSpPr txBox="1"/>
          <p:nvPr/>
        </p:nvSpPr>
        <p:spPr>
          <a:xfrm>
            <a:off x="1645920" y="5705856"/>
            <a:ext cx="4754880" cy="411480"/>
          </a:xfrm>
          <a:prstGeom prst="rect">
            <a:avLst/>
          </a:prstGeom>
          <a:noFill/>
        </p:spPr>
        <p:txBody>
          <a:bodyPr wrap="square" anchor="t" lIns="0" rIns="0" tIns="0" bIns="0">
            <a:spAutoFit/>
          </a:bodyPr>
          <a:lstStyle/>
          <a:p>
            <a:pPr algn="l">
              <a:spcAft>
                <a:spcPts val="600"/>
              </a:spcAft>
            </a:pPr>
            <a:r>
              <a:rPr sz="1200" b="0">
                <a:solidFill>
                  <a:srgbClr val="504B4B"/>
                </a:solidFill>
              </a:rPr>
              <a:t>3 ciclos seguidos sobre el percentil 95 fresco; PELT de contraste</a:t>
            </a:r>
          </a:p>
        </p:txBody>
      </p:sp>
      <p:sp>
        <p:nvSpPr>
          <p:cNvPr id="19" name="Rectangle 18"/>
          <p:cNvSpPr/>
          <p:nvPr/>
        </p:nvSpPr>
        <p:spPr>
          <a:xfrm>
            <a:off x="905256" y="6163056"/>
            <a:ext cx="594360" cy="59436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6163056"/>
            <a:ext cx="594360" cy="594360"/>
          </a:xfrm>
          <a:prstGeom prst="rect">
            <a:avLst/>
          </a:prstGeom>
          <a:noFill/>
        </p:spPr>
        <p:txBody>
          <a:bodyPr wrap="square" anchor="ctr" lIns="0" rIns="0" tIns="0" bIns="0">
            <a:spAutoFit/>
          </a:bodyPr>
          <a:lstStyle/>
          <a:p>
            <a:pPr algn="ctr">
              <a:spcAft>
                <a:spcPts val="600"/>
              </a:spcAft>
            </a:pPr>
            <a:r>
              <a:rPr sz="2000" b="1">
                <a:solidFill>
                  <a:srgbClr val="FFFFFF"/>
                </a:solidFill>
              </a:rPr>
              <a:t>4</a:t>
            </a:r>
          </a:p>
        </p:txBody>
      </p:sp>
      <p:sp>
        <p:nvSpPr>
          <p:cNvPr id="21" name="TextBox 20"/>
          <p:cNvSpPr txBox="1"/>
          <p:nvPr/>
        </p:nvSpPr>
        <p:spPr>
          <a:xfrm>
            <a:off x="1645920" y="6144768"/>
            <a:ext cx="4754880" cy="320040"/>
          </a:xfrm>
          <a:prstGeom prst="rect">
            <a:avLst/>
          </a:prstGeom>
          <a:noFill/>
        </p:spPr>
        <p:txBody>
          <a:bodyPr wrap="square" anchor="t" lIns="0" rIns="0" tIns="0" bIns="0">
            <a:spAutoFit/>
          </a:bodyPr>
          <a:lstStyle/>
          <a:p>
            <a:pPr algn="l">
              <a:spcAft>
                <a:spcPts val="600"/>
              </a:spcAft>
            </a:pPr>
            <a:r>
              <a:rPr sz="1400" b="1">
                <a:solidFill>
                  <a:srgbClr val="1E1E1E"/>
                </a:solidFill>
              </a:rPr>
              <a:t>TreeSHAP</a:t>
            </a:r>
          </a:p>
        </p:txBody>
      </p:sp>
      <p:sp>
        <p:nvSpPr>
          <p:cNvPr id="22" name="TextBox 21"/>
          <p:cNvSpPr txBox="1"/>
          <p:nvPr/>
        </p:nvSpPr>
        <p:spPr>
          <a:xfrm>
            <a:off x="1645920" y="6464808"/>
            <a:ext cx="4754880" cy="411480"/>
          </a:xfrm>
          <a:prstGeom prst="rect">
            <a:avLst/>
          </a:prstGeom>
          <a:noFill/>
        </p:spPr>
        <p:txBody>
          <a:bodyPr wrap="square" anchor="t" lIns="0" rIns="0" tIns="0" bIns="0">
            <a:spAutoFit/>
          </a:bodyPr>
          <a:lstStyle/>
          <a:p>
            <a:pPr algn="l">
              <a:spcAft>
                <a:spcPts val="600"/>
              </a:spcAft>
            </a:pPr>
            <a:r>
              <a:rPr sz="1200" b="0">
                <a:solidFill>
                  <a:srgbClr val="504B4B"/>
                </a:solidFill>
              </a:rPr>
              <a:t>Qué variable acerca cada ciclo a la fatiga</a:t>
            </a:r>
          </a:p>
        </p:txBody>
      </p:sp>
      <p:pic>
        <p:nvPicPr>
          <p:cNvPr id="23" name="Picture 22" descr="sintetico_fatiga_timeline.png"/>
          <p:cNvPicPr>
            <a:picLocks noChangeAspect="1"/>
          </p:cNvPicPr>
          <p:nvPr/>
        </p:nvPicPr>
        <p:blipFill>
          <a:blip r:embed="rId3"/>
          <a:stretch>
            <a:fillRect/>
          </a:stretch>
        </p:blipFill>
        <p:spPr>
          <a:xfrm>
            <a:off x="6903720" y="2697480"/>
            <a:ext cx="6583680" cy="3291840"/>
          </a:xfrm>
          <a:prstGeom prst="rect">
            <a:avLst/>
          </a:prstGeom>
        </p:spPr>
      </p:pic>
      <p:graphicFrame>
        <p:nvGraphicFramePr>
          <p:cNvPr id="24" name="Table 23"/>
          <p:cNvGraphicFramePr>
            <a:graphicFrameLocks noGrp="1"/>
          </p:cNvGraphicFramePr>
          <p:nvPr/>
        </p:nvGraphicFramePr>
        <p:xfrm>
          <a:off x="6675120" y="6035040"/>
          <a:ext cx="7040880" cy="731520"/>
        </p:xfrm>
        <a:graphic>
          <a:graphicData uri="http://schemas.openxmlformats.org/drawingml/2006/table">
            <a:tbl>
              <a:tblPr firstRow="1" bandRow="1">
                <a:tableStyleId>{5C22544A-7EE6-4342-B048-85BDC9FD1C3A}</a:tableStyleId>
              </a:tblPr>
              <a:tblGrid>
                <a:gridCol w="1463040"/>
                <a:gridCol w="1828800"/>
                <a:gridCol w="1737360"/>
                <a:gridCol w="2011680"/>
              </a:tblGrid>
              <a:tr h="365760">
                <a:tc>
                  <a:txBody>
                    <a:bodyPr/>
                    <a:lstStyle/>
                    <a:p>
                      <a:r>
                        <a:rPr sz="1100" b="1">
                          <a:solidFill>
                            <a:srgbClr val="FFFFFF"/>
                          </a:solidFill>
                        </a:rPr>
                        <a:t>Percentil</a:t>
                      </a:r>
                    </a:p>
                  </a:txBody>
                  <a:tcPr marL="91440" marR="91440" marT="27432" marB="27432" anchor="ctr">
                    <a:solidFill>
                      <a:srgbClr val="FF3228"/>
                    </a:solidFill>
                  </a:tcPr>
                </a:tc>
                <a:tc>
                  <a:txBody>
                    <a:bodyPr/>
                    <a:lstStyle/>
                    <a:p>
                      <a:r>
                        <a:rPr sz="1100" b="1">
                          <a:solidFill>
                            <a:srgbClr val="FFFFFF"/>
                          </a:solidFill>
                        </a:rPr>
                        <a:t>Detección</a:t>
                      </a:r>
                    </a:p>
                  </a:txBody>
                  <a:tcPr marL="91440" marR="91440" marT="27432" marB="27432" anchor="ctr">
                    <a:solidFill>
                      <a:srgbClr val="FF3228"/>
                    </a:solidFill>
                  </a:tcPr>
                </a:tc>
                <a:tc>
                  <a:txBody>
                    <a:bodyPr/>
                    <a:lstStyle/>
                    <a:p>
                      <a:r>
                        <a:rPr sz="1100" b="1">
                          <a:solidFill>
                            <a:srgbClr val="FFFFFF"/>
                          </a:solidFill>
                        </a:rPr>
                        <a:t>Falsas alarmas</a:t>
                      </a:r>
                    </a:p>
                  </a:txBody>
                  <a:tcPr marL="91440" marR="91440" marT="27432" marB="27432" anchor="ctr">
                    <a:solidFill>
                      <a:srgbClr val="FF3228"/>
                    </a:solidFill>
                  </a:tcPr>
                </a:tc>
                <a:tc>
                  <a:txBody>
                    <a:bodyPr/>
                    <a:lstStyle/>
                    <a:p>
                      <a:r>
                        <a:rPr sz="1100" b="1">
                          <a:solidFill>
                            <a:srgbClr val="FFFFFF"/>
                          </a:solidFill>
                        </a:rPr>
                        <a:t>Inicio (59-81 s)</a:t>
                      </a:r>
                    </a:p>
                  </a:txBody>
                  <a:tcPr marL="91440" marR="91440" marT="27432" marB="27432" anchor="ctr">
                    <a:solidFill>
                      <a:srgbClr val="FF3228"/>
                    </a:solidFill>
                  </a:tcPr>
                </a:tc>
              </a:tr>
              <a:tr h="365760">
                <a:tc>
                  <a:txBody>
                    <a:bodyPr/>
                    <a:lstStyle/>
                    <a:p>
                      <a:r>
                        <a:rPr sz="1100" b="0">
                          <a:solidFill>
                            <a:srgbClr val="1E1E1E"/>
                          </a:solidFill>
                        </a:rPr>
                        <a:t>90 · 95 · 99</a:t>
                      </a:r>
                    </a:p>
                  </a:txBody>
                  <a:tcPr marL="91440" marR="91440" marT="27432" marB="27432" anchor="ctr">
                    <a:solidFill>
                      <a:srgbClr val="FFFFFF"/>
                    </a:solidFill>
                  </a:tcPr>
                </a:tc>
                <a:tc>
                  <a:txBody>
                    <a:bodyPr/>
                    <a:lstStyle/>
                    <a:p>
                      <a:r>
                        <a:rPr sz="1100" b="0">
                          <a:solidFill>
                            <a:srgbClr val="1E1E1E"/>
                          </a:solidFill>
                        </a:rPr>
                        <a:t>100 · 100 · 60 %</a:t>
                      </a:r>
                    </a:p>
                  </a:txBody>
                  <a:tcPr marL="91440" marR="91440" marT="27432" marB="27432" anchor="ctr">
                    <a:solidFill>
                      <a:srgbClr val="FFFFFF"/>
                    </a:solidFill>
                  </a:tcPr>
                </a:tc>
                <a:tc>
                  <a:txBody>
                    <a:bodyPr/>
                    <a:lstStyle/>
                    <a:p>
                      <a:r>
                        <a:rPr sz="1100" b="0">
                          <a:solidFill>
                            <a:srgbClr val="1E1E1E"/>
                          </a:solidFill>
                        </a:rPr>
                        <a:t>30 · 10 · 0 %</a:t>
                      </a:r>
                    </a:p>
                  </a:txBody>
                  <a:tcPr marL="91440" marR="91440" marT="27432" marB="27432" anchor="ctr">
                    <a:solidFill>
                      <a:srgbClr val="FFFFFF"/>
                    </a:solidFill>
                  </a:tcPr>
                </a:tc>
                <a:tc>
                  <a:txBody>
                    <a:bodyPr/>
                    <a:lstStyle/>
                    <a:p>
                      <a:r>
                        <a:rPr sz="1100" b="0">
                          <a:solidFill>
                            <a:srgbClr val="1E1E1E"/>
                          </a:solidFill>
                        </a:rPr>
                        <a:t>64,1 · 70,5 · 80,5 s</a:t>
                      </a:r>
                    </a:p>
                  </a:txBody>
                  <a:tcPr marL="91440" marR="91440" marT="27432" marB="27432" anchor="ctr">
                    <a:solidFill>
                      <a:srgbClr val="FFFFFF"/>
                    </a:solidFill>
                  </a:tcPr>
                </a:tc>
              </a:tr>
            </a:tbl>
          </a:graphicData>
        </a:graphic>
      </p:graphicFrame>
      <p:sp>
        <p:nvSpPr>
          <p:cNvPr id="25" name="TextBox 24"/>
          <p:cNvSpPr txBox="1"/>
          <p:nvPr/>
        </p:nvSpPr>
        <p:spPr>
          <a:xfrm>
            <a:off x="905256" y="690372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Gráfica y sensibilidad: datos sintéticos con fatiga programada (referencia conocida), no un nadador real.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06463" y="1182159"/>
            <a:ext cx="10789920" cy="703086"/>
          </a:xfrm>
        </p:spPr>
        <p:txBody>
          <a:bodyPr/>
          <a:lstStyle/>
          <a:p>
            <a:r>
              <a:rPr sz="3200"/>
              <a:t>El problema y el estado del arte</a:t>
            </a:r>
          </a:p>
        </p:txBody>
      </p:sp>
      <p:sp>
        <p:nvSpPr>
          <p:cNvPr id="4" name="Text Placeholder 3"/>
          <p:cNvSpPr>
            <a:spLocks noGrp="1"/>
          </p:cNvSpPr>
          <p:nvPr>
            <p:ph type="body" idx="18" sz="quarter"/>
          </p:nvPr>
        </p:nvSpPr>
        <p:spPr>
          <a:xfrm>
            <a:off x="906463" y="2172974"/>
            <a:ext cx="12344400" cy="594092"/>
          </a:xfrm>
        </p:spPr>
        <p:txBody>
          <a:bodyPr/>
          <a:lstStyle/>
          <a:p>
            <a:r>
              <a:t>¿Cuándo aparece la fatiga técnica y por qué?</a:t>
            </a:r>
          </a:p>
        </p:txBody>
      </p:sp>
      <p:sp>
        <p:nvSpPr>
          <p:cNvPr id="5" name="TextBox 4"/>
          <p:cNvSpPr txBox="1"/>
          <p:nvPr/>
        </p:nvSpPr>
        <p:spPr>
          <a:xfrm>
            <a:off x="905256" y="2697480"/>
            <a:ext cx="12801600" cy="914400"/>
          </a:xfrm>
          <a:prstGeom prst="rect">
            <a:avLst/>
          </a:prstGeom>
          <a:noFill/>
        </p:spPr>
        <p:txBody>
          <a:bodyPr wrap="square" anchor="t" lIns="0" rIns="0" tIns="0" bIns="0">
            <a:spAutoFit/>
          </a:bodyPr>
          <a:lstStyle/>
          <a:p>
            <a:pPr algn="l">
              <a:spcAft>
                <a:spcPts val="600"/>
              </a:spcAft>
            </a:pPr>
            <a:r>
              <a:rPr sz="1500" b="1">
                <a:solidFill>
                  <a:srgbClr val="FF3228"/>
                </a:solidFill>
              </a:rPr>
              <a:t>El problema. </a:t>
            </a:r>
            <a:r>
              <a:rPr sz="1500" b="0">
                <a:solidFill>
                  <a:srgbClr val="1E1E1E"/>
                </a:solidFill>
              </a:rPr>
              <a:t>No existe una herramienta accesible que, a partir de un único vídeo y sin instrumentación adicional, cuantifique la eficiencia de la técnica de nado, detecte el inicio de la fatiga técnica y atribuya esa fatiga a variables biomecánicas que el entrenador pueda interpretar.</a:t>
            </a:r>
          </a:p>
        </p:txBody>
      </p:sp>
      <p:graphicFrame>
        <p:nvGraphicFramePr>
          <p:cNvPr id="6" name="Table 5"/>
          <p:cNvGraphicFramePr>
            <a:graphicFrameLocks noGrp="1"/>
          </p:cNvGraphicFramePr>
          <p:nvPr/>
        </p:nvGraphicFramePr>
        <p:xfrm>
          <a:off x="905256" y="3703320"/>
          <a:ext cx="12801600" cy="2011680"/>
        </p:xfrm>
        <a:graphic>
          <a:graphicData uri="http://schemas.openxmlformats.org/drawingml/2006/table">
            <a:tbl>
              <a:tblPr firstRow="1" bandRow="1">
                <a:tableStyleId>{5C22544A-7EE6-4342-B048-85BDC9FD1C3A}</a:tableStyleId>
              </a:tblPr>
              <a:tblGrid>
                <a:gridCol w="2651760"/>
                <a:gridCol w="3108960"/>
                <a:gridCol w="3657600"/>
                <a:gridCol w="3383280"/>
              </a:tblGrid>
              <a:tr h="402336">
                <a:tc>
                  <a:txBody>
                    <a:bodyPr/>
                    <a:lstStyle/>
                    <a:p/>
                  </a:txBody>
                  <a:tcPr marL="91440" marR="91440" marT="27432" marB="27432" anchor="ctr">
                    <a:solidFill>
                      <a:srgbClr val="FF3228"/>
                    </a:solidFill>
                  </a:tcPr>
                </a:tc>
                <a:tc>
                  <a:txBody>
                    <a:bodyPr/>
                    <a:lstStyle/>
                    <a:p>
                      <a:r>
                        <a:rPr sz="1100" b="1">
                          <a:solidFill>
                            <a:srgbClr val="FFFFFF"/>
                          </a:solidFill>
                        </a:rPr>
                        <a:t>Observación del entrenador</a:t>
                      </a:r>
                    </a:p>
                  </a:txBody>
                  <a:tcPr marL="91440" marR="91440" marT="27432" marB="27432" anchor="ctr">
                    <a:solidFill>
                      <a:srgbClr val="FF3228"/>
                    </a:solidFill>
                  </a:tcPr>
                </a:tc>
                <a:tc>
                  <a:txBody>
                    <a:bodyPr/>
                    <a:lstStyle/>
                    <a:p>
                      <a:r>
                        <a:rPr sz="1100" b="1">
                          <a:solidFill>
                            <a:srgbClr val="FFFFFF"/>
                          </a:solidFill>
                        </a:rPr>
                        <a:t>Sistemas instrumentados</a:t>
                      </a:r>
                    </a:p>
                  </a:txBody>
                  <a:tcPr marL="91440" marR="91440" marT="27432" marB="27432" anchor="ctr">
                    <a:solidFill>
                      <a:srgbClr val="FF3228"/>
                    </a:solidFill>
                  </a:tcPr>
                </a:tc>
                <a:tc>
                  <a:txBody>
                    <a:bodyPr/>
                    <a:lstStyle/>
                    <a:p>
                      <a:r>
                        <a:rPr sz="1100" b="1">
                          <a:solidFill>
                            <a:srgbClr val="FFFFFF"/>
                          </a:solidFill>
                        </a:rPr>
                        <a:t>StrokeLab</a:t>
                      </a:r>
                    </a:p>
                  </a:txBody>
                  <a:tcPr marL="91440" marR="91440" marT="27432" marB="27432" anchor="ctr">
                    <a:solidFill>
                      <a:srgbClr val="FF3228"/>
                    </a:solidFill>
                  </a:tcPr>
                </a:tc>
              </a:tr>
              <a:tr h="402336">
                <a:tc>
                  <a:txBody>
                    <a:bodyPr/>
                    <a:lstStyle/>
                    <a:p>
                      <a:r>
                        <a:rPr sz="1100" b="0">
                          <a:solidFill>
                            <a:srgbClr val="1E1E1E"/>
                          </a:solidFill>
                        </a:rPr>
                        <a:t>Entrada</a:t>
                      </a:r>
                    </a:p>
                  </a:txBody>
                  <a:tcPr marL="91440" marR="91440" marT="27432" marB="27432" anchor="ctr">
                    <a:solidFill>
                      <a:srgbClr val="FFFFFF"/>
                    </a:solidFill>
                  </a:tcPr>
                </a:tc>
                <a:tc>
                  <a:txBody>
                    <a:bodyPr/>
                    <a:lstStyle/>
                    <a:p>
                      <a:r>
                        <a:rPr sz="1100" b="0">
                          <a:solidFill>
                            <a:srgbClr val="1E1E1E"/>
                          </a:solidFill>
                        </a:rPr>
                        <a:t>El ojo del entrenador</a:t>
                      </a:r>
                    </a:p>
                  </a:txBody>
                  <a:tcPr marL="91440" marR="91440" marT="27432" marB="27432" anchor="ctr">
                    <a:solidFill>
                      <a:srgbClr val="FFFFFF"/>
                    </a:solidFill>
                  </a:tcPr>
                </a:tc>
                <a:tc>
                  <a:txBody>
                    <a:bodyPr/>
                    <a:lstStyle/>
                    <a:p>
                      <a:r>
                        <a:rPr sz="1100" b="0">
                          <a:solidFill>
                            <a:srgbClr val="1E1E1E"/>
                          </a:solidFill>
                        </a:rPr>
                        <a:t>Sensores inerciales, varias cámaras o marcadores</a:t>
                      </a:r>
                    </a:p>
                  </a:txBody>
                  <a:tcPr marL="91440" marR="91440" marT="27432" marB="27432" anchor="ctr">
                    <a:solidFill>
                      <a:srgbClr val="FFFFFF"/>
                    </a:solidFill>
                  </a:tcPr>
                </a:tc>
                <a:tc>
                  <a:txBody>
                    <a:bodyPr/>
                    <a:lstStyle/>
                    <a:p>
                      <a:r>
                        <a:rPr sz="1100" b="0">
                          <a:solidFill>
                            <a:srgbClr val="1E1E1E"/>
                          </a:solidFill>
                        </a:rPr>
                        <a:t>Un único vídeo convencional</a:t>
                      </a:r>
                    </a:p>
                  </a:txBody>
                  <a:tcPr marL="91440" marR="91440" marT="27432" marB="27432" anchor="ctr">
                    <a:solidFill>
                      <a:srgbClr val="FFFFFF"/>
                    </a:solidFill>
                  </a:tcPr>
                </a:tc>
              </a:tr>
              <a:tr h="402336">
                <a:tc>
                  <a:txBody>
                    <a:bodyPr/>
                    <a:lstStyle/>
                    <a:p>
                      <a:r>
                        <a:rPr sz="1100" b="0">
                          <a:solidFill>
                            <a:srgbClr val="1E1E1E"/>
                          </a:solidFill>
                        </a:rPr>
                        <a:t>Coste y equipo</a:t>
                      </a:r>
                    </a:p>
                  </a:txBody>
                  <a:tcPr marL="91440" marR="91440" marT="27432" marB="27432" anchor="ctr">
                    <a:solidFill>
                      <a:srgbClr val="EEEDED"/>
                    </a:solidFill>
                  </a:tcPr>
                </a:tc>
                <a:tc>
                  <a:txBody>
                    <a:bodyPr/>
                    <a:lstStyle/>
                    <a:p>
                      <a:r>
                        <a:rPr sz="1100" b="0">
                          <a:solidFill>
                            <a:srgbClr val="1E1E1E"/>
                          </a:solidFill>
                        </a:rPr>
                        <a:t>Ninguno</a:t>
                      </a:r>
                    </a:p>
                  </a:txBody>
                  <a:tcPr marL="91440" marR="91440" marT="27432" marB="27432" anchor="ctr">
                    <a:solidFill>
                      <a:srgbClr val="EEEDED"/>
                    </a:solidFill>
                  </a:tcPr>
                </a:tc>
                <a:tc>
                  <a:txBody>
                    <a:bodyPr/>
                    <a:lstStyle/>
                    <a:p>
                      <a:r>
                        <a:rPr sz="1100" b="0">
                          <a:solidFill>
                            <a:srgbClr val="1E1E1E"/>
                          </a:solidFill>
                        </a:rPr>
                        <a:t>Coste elevado</a:t>
                      </a:r>
                    </a:p>
                  </a:txBody>
                  <a:tcPr marL="91440" marR="91440" marT="27432" marB="27432" anchor="ctr">
                    <a:solidFill>
                      <a:srgbClr val="EEEDED"/>
                    </a:solidFill>
                  </a:tcPr>
                </a:tc>
                <a:tc>
                  <a:txBody>
                    <a:bodyPr/>
                    <a:lstStyle/>
                    <a:p>
                      <a:r>
                        <a:rPr sz="1100" b="0">
                          <a:solidFill>
                            <a:srgbClr val="1E1E1E"/>
                          </a:solidFill>
                        </a:rPr>
                        <a:t>Portátil sin GPU, ejecución local</a:t>
                      </a:r>
                    </a:p>
                  </a:txBody>
                  <a:tcPr marL="91440" marR="91440" marT="27432" marB="27432" anchor="ctr">
                    <a:solidFill>
                      <a:srgbClr val="EEEDED"/>
                    </a:solidFill>
                  </a:tcPr>
                </a:tc>
              </a:tr>
              <a:tr h="402336">
                <a:tc>
                  <a:txBody>
                    <a:bodyPr/>
                    <a:lstStyle/>
                    <a:p>
                      <a:r>
                        <a:rPr sz="1100" b="0">
                          <a:solidFill>
                            <a:srgbClr val="1E1E1E"/>
                          </a:solidFill>
                        </a:rPr>
                        <a:t>¿Cuándo empieza la fatiga?</a:t>
                      </a:r>
                    </a:p>
                  </a:txBody>
                  <a:tcPr marL="91440" marR="91440" marT="27432" marB="27432" anchor="ctr">
                    <a:solidFill>
                      <a:srgbClr val="FFFFFF"/>
                    </a:solidFill>
                  </a:tcPr>
                </a:tc>
                <a:tc>
                  <a:txBody>
                    <a:bodyPr/>
                    <a:lstStyle/>
                    <a:p>
                      <a:r>
                        <a:rPr sz="1100" b="0">
                          <a:solidFill>
                            <a:srgbClr val="1E1E1E"/>
                          </a:solidFill>
                        </a:rPr>
                        <a:t>No se fija con precisión</a:t>
                      </a:r>
                    </a:p>
                  </a:txBody>
                  <a:tcPr marL="91440" marR="91440" marT="27432" marB="27432" anchor="ctr">
                    <a:solidFill>
                      <a:srgbClr val="FFFFFF"/>
                    </a:solidFill>
                  </a:tcPr>
                </a:tc>
                <a:tc>
                  <a:txBody>
                    <a:bodyPr/>
                    <a:lstStyle/>
                    <a:p>
                      <a:r>
                        <a:rPr sz="1100" b="0">
                          <a:solidFill>
                            <a:srgbClr val="1E1E1E"/>
                          </a:solidFill>
                        </a:rPr>
                        <a:t>Miden la técnica o la fatiga por separado</a:t>
                      </a:r>
                    </a:p>
                  </a:txBody>
                  <a:tcPr marL="91440" marR="91440" marT="27432" marB="27432" anchor="ctr">
                    <a:solidFill>
                      <a:srgbClr val="FFFFFF"/>
                    </a:solidFill>
                  </a:tcPr>
                </a:tc>
                <a:tc>
                  <a:txBody>
                    <a:bodyPr/>
                    <a:lstStyle/>
                    <a:p>
                      <a:r>
                        <a:rPr sz="1100" b="0">
                          <a:solidFill>
                            <a:srgbClr val="1E1E1E"/>
                          </a:solidFill>
                        </a:rPr>
                        <a:t>Ciclo de inicio, sin etiquetas</a:t>
                      </a:r>
                    </a:p>
                  </a:txBody>
                  <a:tcPr marL="91440" marR="91440" marT="27432" marB="27432" anchor="ctr">
                    <a:solidFill>
                      <a:srgbClr val="FFFFFF"/>
                    </a:solidFill>
                  </a:tcPr>
                </a:tc>
              </a:tr>
              <a:tr h="402336">
                <a:tc>
                  <a:txBody>
                    <a:bodyPr/>
                    <a:lstStyle/>
                    <a:p>
                      <a:r>
                        <a:rPr sz="1100" b="0">
                          <a:solidFill>
                            <a:srgbClr val="1E1E1E"/>
                          </a:solidFill>
                        </a:rPr>
                        <a:t>¿Por qué? (qué variable)</a:t>
                      </a:r>
                    </a:p>
                  </a:txBody>
                  <a:tcPr marL="91440" marR="91440" marT="27432" marB="27432" anchor="ctr">
                    <a:solidFill>
                      <a:srgbClr val="EEEDED"/>
                    </a:solidFill>
                  </a:tcPr>
                </a:tc>
                <a:tc>
                  <a:txBody>
                    <a:bodyPr/>
                    <a:lstStyle/>
                    <a:p>
                      <a:r>
                        <a:rPr sz="1100" b="0">
                          <a:solidFill>
                            <a:srgbClr val="1E1E1E"/>
                          </a:solidFill>
                        </a:rPr>
                        <a:t>No se sabe cuál cambia primero</a:t>
                      </a:r>
                    </a:p>
                  </a:txBody>
                  <a:tcPr marL="91440" marR="91440" marT="27432" marB="27432" anchor="ctr">
                    <a:solidFill>
                      <a:srgbClr val="EEEDED"/>
                    </a:solidFill>
                  </a:tcPr>
                </a:tc>
                <a:tc>
                  <a:txBody>
                    <a:bodyPr/>
                    <a:lstStyle/>
                    <a:p>
                      <a:r>
                        <a:rPr sz="1100" b="0">
                          <a:solidFill>
                            <a:srgbClr val="1E1E1E"/>
                          </a:solidFill>
                        </a:rPr>
                        <a:t>Métricas sin explicar su relación con el estado</a:t>
                      </a:r>
                    </a:p>
                  </a:txBody>
                  <a:tcPr marL="91440" marR="91440" marT="27432" marB="27432" anchor="ctr">
                    <a:solidFill>
                      <a:srgbClr val="EEEDED"/>
                    </a:solidFill>
                  </a:tcPr>
                </a:tc>
                <a:tc>
                  <a:txBody>
                    <a:bodyPr/>
                    <a:lstStyle/>
                    <a:p>
                      <a:r>
                        <a:rPr sz="1100" b="0">
                          <a:solidFill>
                            <a:srgbClr val="1E1E1E"/>
                          </a:solidFill>
                        </a:rPr>
                        <a:t>SHAP por variable y texto para el entrenador</a:t>
                      </a:r>
                    </a:p>
                  </a:txBody>
                  <a:tcPr marL="91440" marR="91440" marT="27432" marB="27432" anchor="ctr">
                    <a:solidFill>
                      <a:srgbClr val="EEEDED"/>
                    </a:solidFill>
                  </a:tcPr>
                </a:tc>
              </a:tr>
            </a:tbl>
          </a:graphicData>
        </a:graphic>
      </p:graphicFrame>
      <p:sp>
        <p:nvSpPr>
          <p:cNvPr id="7" name="Rectangle 6"/>
          <p:cNvSpPr/>
          <p:nvPr/>
        </p:nvSpPr>
        <p:spPr>
          <a:xfrm>
            <a:off x="905256" y="5852160"/>
            <a:ext cx="12801600" cy="9601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5852160"/>
            <a:ext cx="12252960" cy="960120"/>
          </a:xfrm>
          <a:prstGeom prst="rect">
            <a:avLst/>
          </a:prstGeom>
          <a:noFill/>
        </p:spPr>
        <p:txBody>
          <a:bodyPr wrap="square" anchor="ctr" lIns="0" rIns="0" tIns="0" bIns="0">
            <a:spAutoFit/>
          </a:bodyPr>
          <a:lstStyle/>
          <a:p>
            <a:pPr algn="l">
              <a:spcAft>
                <a:spcPts val="600"/>
              </a:spcAft>
            </a:pPr>
            <a:r>
              <a:rPr sz="1400" b="1">
                <a:solidFill>
                  <a:srgbClr val="FF3228"/>
                </a:solidFill>
              </a:rPr>
              <a:t>Preguntas de investigación: </a:t>
            </a:r>
            <a:r>
              <a:rPr sz="1400" b="0">
                <a:solidFill>
                  <a:srgbClr val="FFFFFF"/>
                </a:solidFill>
              </a:rPr>
              <a:t>(1) pose bajo el agua en CPU · (2) de la pose a ciclos y variables biomecánicas · (3, la central) sin etiquetas, en qué ciclo se degrada la técnica y qué variables lo explican.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06463" y="1182159"/>
            <a:ext cx="10789920" cy="703086"/>
          </a:xfrm>
        </p:spPr>
        <p:txBody>
          <a:bodyPr/>
          <a:lstStyle/>
          <a:p>
            <a:r>
              <a:rPr sz="3200"/>
              <a:t>Objetivo y aportación</a:t>
            </a:r>
          </a:p>
        </p:txBody>
      </p:sp>
      <p:sp>
        <p:nvSpPr>
          <p:cNvPr id="4" name="Text Placeholder 3"/>
          <p:cNvSpPr>
            <a:spLocks noGrp="1"/>
          </p:cNvSpPr>
          <p:nvPr>
            <p:ph type="body" idx="18" sz="quarter"/>
          </p:nvPr>
        </p:nvSpPr>
        <p:spPr>
          <a:xfrm>
            <a:off x="906463" y="2172974"/>
            <a:ext cx="12344400" cy="594092"/>
          </a:xfrm>
        </p:spPr>
        <p:txBody>
          <a:bodyPr/>
          <a:lstStyle/>
          <a:p>
            <a:r>
              <a:t>IA explicable desde un vídeo, en un portátil sin GPU</a:t>
            </a:r>
          </a:p>
        </p:txBody>
      </p:sp>
      <p:sp>
        <p:nvSpPr>
          <p:cNvPr id="5" name="TextBox 4"/>
          <p:cNvSpPr txBox="1"/>
          <p:nvPr/>
        </p:nvSpPr>
        <p:spPr>
          <a:xfrm>
            <a:off x="905256" y="2697480"/>
            <a:ext cx="12801600" cy="1051560"/>
          </a:xfrm>
          <a:prstGeom prst="rect">
            <a:avLst/>
          </a:prstGeom>
          <a:noFill/>
        </p:spPr>
        <p:txBody>
          <a:bodyPr wrap="square" anchor="t" lIns="0" rIns="0" tIns="0" bIns="0">
            <a:spAutoFit/>
          </a:bodyPr>
          <a:lstStyle/>
          <a:p>
            <a:pPr algn="l">
              <a:spcAft>
                <a:spcPts val="600"/>
              </a:spcAft>
            </a:pPr>
            <a:r>
              <a:rPr sz="1500" b="1">
                <a:solidFill>
                  <a:srgbClr val="FF3228"/>
                </a:solidFill>
              </a:rPr>
              <a:t>El objetivo. </a:t>
            </a:r>
            <a:r>
              <a:rPr sz="1500" b="0">
                <a:solidFill>
                  <a:srgbClr val="1E1E1E"/>
                </a:solidFill>
              </a:rPr>
              <a:t>Desarrollar un sistema de inteligencia artificial explicable que, a partir de un vídeo de nado y en un ordenador personal sin GPU, cuantifique la eficiencia de la técnica de nado, detecte el inicio de la fatiga técnica y atribuya sus causas a variables biomecánicas interpretables.</a:t>
            </a:r>
          </a:p>
        </p:txBody>
      </p:sp>
      <p:sp>
        <p:nvSpPr>
          <p:cNvPr id="6" name="Rectangle 5"/>
          <p:cNvSpPr/>
          <p:nvPr/>
        </p:nvSpPr>
        <p:spPr>
          <a:xfrm>
            <a:off x="905256" y="3840480"/>
            <a:ext cx="3063240" cy="224028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 y="3977639"/>
            <a:ext cx="2651760" cy="365760"/>
          </a:xfrm>
          <a:prstGeom prst="rect">
            <a:avLst/>
          </a:prstGeom>
          <a:noFill/>
        </p:spPr>
        <p:txBody>
          <a:bodyPr wrap="square" anchor="t" lIns="0" rIns="0" tIns="0" bIns="0">
            <a:spAutoFit/>
          </a:bodyPr>
          <a:lstStyle/>
          <a:p>
            <a:pPr algn="l">
              <a:spcAft>
                <a:spcPts val="600"/>
              </a:spcAft>
            </a:pPr>
            <a:r>
              <a:rPr sz="1600" b="1">
                <a:solidFill>
                  <a:srgbClr val="FF3228"/>
                </a:solidFill>
              </a:rPr>
              <a:t>Visión</a:t>
            </a:r>
          </a:p>
        </p:txBody>
      </p:sp>
      <p:sp>
        <p:nvSpPr>
          <p:cNvPr id="8" name="TextBox 7"/>
          <p:cNvSpPr txBox="1"/>
          <p:nvPr/>
        </p:nvSpPr>
        <p:spPr>
          <a:xfrm>
            <a:off x="1133856" y="4434840"/>
            <a:ext cx="2651760" cy="1280160"/>
          </a:xfrm>
          <a:prstGeom prst="rect">
            <a:avLst/>
          </a:prstGeom>
          <a:noFill/>
        </p:spPr>
        <p:txBody>
          <a:bodyPr wrap="square" anchor="t" lIns="0" rIns="0" tIns="0" bIns="0">
            <a:spAutoFit/>
          </a:bodyPr>
          <a:lstStyle/>
          <a:p>
            <a:pPr algn="l">
              <a:spcAft>
                <a:spcPts val="400"/>
              </a:spcAft>
            </a:pPr>
            <a:r>
              <a:rPr sz="1200" b="0">
                <a:solidFill>
                  <a:srgbClr val="1E1E1E"/>
                </a:solidFill>
              </a:rPr>
              <a:t>OE1 · elegir el modelo de pose en CPU</a:t>
            </a:r>
          </a:p>
          <a:p>
            <a:pPr algn="l">
              <a:spcAft>
                <a:spcPts val="400"/>
              </a:spcAft>
            </a:pPr>
            <a:r>
              <a:rPr sz="1200" b="0">
                <a:solidFill>
                  <a:srgbClr val="1E1E1E"/>
                </a:solidFill>
              </a:rPr>
              <a:t>OE2 · elevar a 3D y evaluarlo</a:t>
            </a:r>
          </a:p>
        </p:txBody>
      </p:sp>
      <p:sp>
        <p:nvSpPr>
          <p:cNvPr id="9" name="TextBox 8"/>
          <p:cNvSpPr txBox="1"/>
          <p:nvPr/>
        </p:nvSpPr>
        <p:spPr>
          <a:xfrm>
            <a:off x="1133856" y="5715000"/>
            <a:ext cx="2651760" cy="274320"/>
          </a:xfrm>
          <a:prstGeom prst="rect">
            <a:avLst/>
          </a:prstGeom>
          <a:noFill/>
        </p:spPr>
        <p:txBody>
          <a:bodyPr wrap="square" anchor="t" lIns="0" rIns="0" tIns="0" bIns="0">
            <a:spAutoFit/>
          </a:bodyPr>
          <a:lstStyle/>
          <a:p>
            <a:pPr algn="l">
              <a:spcAft>
                <a:spcPts val="600"/>
              </a:spcAft>
            </a:pPr>
            <a:r>
              <a:rPr sz="1000" b="0">
                <a:solidFill>
                  <a:srgbClr val="504B4B"/>
                </a:solidFill>
              </a:rPr>
              <a:t>Vertical de visión</a:t>
            </a:r>
          </a:p>
        </p:txBody>
      </p:sp>
      <p:sp>
        <p:nvSpPr>
          <p:cNvPr id="10" name="Rectangle 9"/>
          <p:cNvSpPr/>
          <p:nvPr/>
        </p:nvSpPr>
        <p:spPr>
          <a:xfrm>
            <a:off x="4151376" y="3840480"/>
            <a:ext cx="3063240" cy="224028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79976" y="3977639"/>
            <a:ext cx="2651760" cy="365760"/>
          </a:xfrm>
          <a:prstGeom prst="rect">
            <a:avLst/>
          </a:prstGeom>
          <a:noFill/>
        </p:spPr>
        <p:txBody>
          <a:bodyPr wrap="square" anchor="t" lIns="0" rIns="0" tIns="0" bIns="0">
            <a:spAutoFit/>
          </a:bodyPr>
          <a:lstStyle/>
          <a:p>
            <a:pPr algn="l">
              <a:spcAft>
                <a:spcPts val="600"/>
              </a:spcAft>
            </a:pPr>
            <a:r>
              <a:rPr sz="1600" b="1">
                <a:solidFill>
                  <a:srgbClr val="FF3228"/>
                </a:solidFill>
              </a:rPr>
              <a:t>Ciclos y variables</a:t>
            </a:r>
          </a:p>
        </p:txBody>
      </p:sp>
      <p:sp>
        <p:nvSpPr>
          <p:cNvPr id="12" name="TextBox 11"/>
          <p:cNvSpPr txBox="1"/>
          <p:nvPr/>
        </p:nvSpPr>
        <p:spPr>
          <a:xfrm>
            <a:off x="4379976" y="4434840"/>
            <a:ext cx="2651760" cy="1280160"/>
          </a:xfrm>
          <a:prstGeom prst="rect">
            <a:avLst/>
          </a:prstGeom>
          <a:noFill/>
        </p:spPr>
        <p:txBody>
          <a:bodyPr wrap="square" anchor="t" lIns="0" rIns="0" tIns="0" bIns="0">
            <a:spAutoFit/>
          </a:bodyPr>
          <a:lstStyle/>
          <a:p>
            <a:pPr algn="l">
              <a:spcAft>
                <a:spcPts val="400"/>
              </a:spcAft>
            </a:pPr>
            <a:r>
              <a:rPr sz="1200" b="0">
                <a:solidFill>
                  <a:srgbClr val="1E1E1E"/>
                </a:solidFill>
              </a:rPr>
              <a:t>OE3 · ciclos validados con conteo manual</a:t>
            </a:r>
          </a:p>
          <a:p>
            <a:pPr algn="l">
              <a:spcAft>
                <a:spcPts val="400"/>
              </a:spcAft>
            </a:pPr>
            <a:r>
              <a:rPr sz="1200" b="0">
                <a:solidFill>
                  <a:srgbClr val="1E1E1E"/>
                </a:solidFill>
              </a:rPr>
              <a:t>OE4 · eficiencia y ángulos por ciclo</a:t>
            </a:r>
          </a:p>
          <a:p>
            <a:pPr algn="l">
              <a:spcAft>
                <a:spcPts val="400"/>
              </a:spcAft>
            </a:pPr>
            <a:r>
              <a:rPr sz="1200" b="0">
                <a:solidFill>
                  <a:srgbClr val="1E1E1E"/>
                </a:solidFill>
              </a:rPr>
              <a:t>OE7 · estilo de nado</a:t>
            </a:r>
          </a:p>
        </p:txBody>
      </p:sp>
      <p:sp>
        <p:nvSpPr>
          <p:cNvPr id="13" name="TextBox 12"/>
          <p:cNvSpPr txBox="1"/>
          <p:nvPr/>
        </p:nvSpPr>
        <p:spPr>
          <a:xfrm>
            <a:off x="4379976" y="5715000"/>
            <a:ext cx="2651760" cy="274320"/>
          </a:xfrm>
          <a:prstGeom prst="rect">
            <a:avLst/>
          </a:prstGeom>
          <a:noFill/>
        </p:spPr>
        <p:txBody>
          <a:bodyPr wrap="square" anchor="t" lIns="0" rIns="0" tIns="0" bIns="0">
            <a:spAutoFit/>
          </a:bodyPr>
          <a:lstStyle/>
          <a:p>
            <a:pPr algn="l">
              <a:spcAft>
                <a:spcPts val="600"/>
              </a:spcAft>
            </a:pPr>
            <a:r>
              <a:rPr sz="1000" b="0">
                <a:solidFill>
                  <a:srgbClr val="504B4B"/>
                </a:solidFill>
              </a:rPr>
              <a:t>Vertical tabular</a:t>
            </a:r>
          </a:p>
        </p:txBody>
      </p:sp>
      <p:sp>
        <p:nvSpPr>
          <p:cNvPr id="14" name="Rectangle 13"/>
          <p:cNvSpPr/>
          <p:nvPr/>
        </p:nvSpPr>
        <p:spPr>
          <a:xfrm>
            <a:off x="7397496" y="3840480"/>
            <a:ext cx="3063240" cy="224028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3977639"/>
            <a:ext cx="2651760" cy="365760"/>
          </a:xfrm>
          <a:prstGeom prst="rect">
            <a:avLst/>
          </a:prstGeom>
          <a:noFill/>
        </p:spPr>
        <p:txBody>
          <a:bodyPr wrap="square" anchor="t" lIns="0" rIns="0" tIns="0" bIns="0">
            <a:spAutoFit/>
          </a:bodyPr>
          <a:lstStyle/>
          <a:p>
            <a:pPr algn="l">
              <a:spcAft>
                <a:spcPts val="600"/>
              </a:spcAft>
            </a:pPr>
            <a:r>
              <a:rPr sz="1600" b="1">
                <a:solidFill>
                  <a:srgbClr val="FFFFFF"/>
                </a:solidFill>
              </a:rPr>
              <a:t>Fatiga explicable</a:t>
            </a:r>
          </a:p>
        </p:txBody>
      </p:sp>
      <p:sp>
        <p:nvSpPr>
          <p:cNvPr id="16" name="TextBox 15"/>
          <p:cNvSpPr txBox="1"/>
          <p:nvPr/>
        </p:nvSpPr>
        <p:spPr>
          <a:xfrm>
            <a:off x="7626096" y="4434840"/>
            <a:ext cx="2651760" cy="1280160"/>
          </a:xfrm>
          <a:prstGeom prst="rect">
            <a:avLst/>
          </a:prstGeom>
          <a:noFill/>
        </p:spPr>
        <p:txBody>
          <a:bodyPr wrap="square" anchor="t" lIns="0" rIns="0" tIns="0" bIns="0">
            <a:spAutoFit/>
          </a:bodyPr>
          <a:lstStyle/>
          <a:p>
            <a:pPr algn="l">
              <a:spcAft>
                <a:spcPts val="400"/>
              </a:spcAft>
            </a:pPr>
            <a:r>
              <a:rPr sz="1200" b="0">
                <a:solidFill>
                  <a:srgbClr val="FFFFFF"/>
                </a:solidFill>
              </a:rPr>
              <a:t>OE5 · inicio respecto al propio nadador</a:t>
            </a:r>
          </a:p>
          <a:p>
            <a:pPr algn="l">
              <a:spcAft>
                <a:spcPts val="400"/>
              </a:spcAft>
            </a:pPr>
            <a:r>
              <a:rPr sz="1200" b="0">
                <a:solidFill>
                  <a:srgbClr val="FFFFFF"/>
                </a:solidFill>
              </a:rPr>
              <a:t>OE6 · causas con SHAP y en texto</a:t>
            </a:r>
          </a:p>
        </p:txBody>
      </p:sp>
      <p:sp>
        <p:nvSpPr>
          <p:cNvPr id="17" name="TextBox 16"/>
          <p:cNvSpPr txBox="1"/>
          <p:nvPr/>
        </p:nvSpPr>
        <p:spPr>
          <a:xfrm>
            <a:off x="7626096" y="5715000"/>
            <a:ext cx="2651760" cy="274320"/>
          </a:xfrm>
          <a:prstGeom prst="rect">
            <a:avLst/>
          </a:prstGeom>
          <a:noFill/>
        </p:spPr>
        <p:txBody>
          <a:bodyPr wrap="square" anchor="t" lIns="0" rIns="0" tIns="0" bIns="0">
            <a:spAutoFit/>
          </a:bodyPr>
          <a:lstStyle/>
          <a:p>
            <a:pPr algn="l">
              <a:spcAft>
                <a:spcPts val="600"/>
              </a:spcAft>
            </a:pPr>
            <a:r>
              <a:rPr sz="1000" b="0">
                <a:solidFill>
                  <a:srgbClr val="FFFFFF"/>
                </a:solidFill>
              </a:rPr>
              <a:t>Vertical tabular + XAI</a:t>
            </a:r>
          </a:p>
        </p:txBody>
      </p:sp>
      <p:sp>
        <p:nvSpPr>
          <p:cNvPr id="18" name="Rectangle 17"/>
          <p:cNvSpPr/>
          <p:nvPr/>
        </p:nvSpPr>
        <p:spPr>
          <a:xfrm>
            <a:off x="10643615" y="3840480"/>
            <a:ext cx="3063240" cy="224028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72215" y="3977639"/>
            <a:ext cx="2651760" cy="365760"/>
          </a:xfrm>
          <a:prstGeom prst="rect">
            <a:avLst/>
          </a:prstGeom>
          <a:noFill/>
        </p:spPr>
        <p:txBody>
          <a:bodyPr wrap="square" anchor="t" lIns="0" rIns="0" tIns="0" bIns="0">
            <a:spAutoFit/>
          </a:bodyPr>
          <a:lstStyle/>
          <a:p>
            <a:pPr algn="l">
              <a:spcAft>
                <a:spcPts val="600"/>
              </a:spcAft>
            </a:pPr>
            <a:r>
              <a:rPr sz="1600" b="1">
                <a:solidFill>
                  <a:srgbClr val="FF3228"/>
                </a:solidFill>
              </a:rPr>
              <a:t>Entrega y validación</a:t>
            </a:r>
          </a:p>
        </p:txBody>
      </p:sp>
      <p:sp>
        <p:nvSpPr>
          <p:cNvPr id="20" name="TextBox 19"/>
          <p:cNvSpPr txBox="1"/>
          <p:nvPr/>
        </p:nvSpPr>
        <p:spPr>
          <a:xfrm>
            <a:off x="10872215" y="4434840"/>
            <a:ext cx="2651760" cy="1280160"/>
          </a:xfrm>
          <a:prstGeom prst="rect">
            <a:avLst/>
          </a:prstGeom>
          <a:noFill/>
        </p:spPr>
        <p:txBody>
          <a:bodyPr wrap="square" anchor="t" lIns="0" rIns="0" tIns="0" bIns="0">
            <a:spAutoFit/>
          </a:bodyPr>
          <a:lstStyle/>
          <a:p>
            <a:pPr algn="l">
              <a:spcAft>
                <a:spcPts val="400"/>
              </a:spcAft>
            </a:pPr>
            <a:r>
              <a:rPr sz="1200" b="0">
                <a:solidFill>
                  <a:srgbClr val="1E1E1E"/>
                </a:solidFill>
              </a:rPr>
              <a:t>OE8 · vídeo anotado y tiempo real</a:t>
            </a:r>
          </a:p>
          <a:p>
            <a:pPr algn="l">
              <a:spcAft>
                <a:spcPts val="400"/>
              </a:spcAft>
            </a:pPr>
            <a:r>
              <a:rPr sz="1200" b="0">
                <a:solidFill>
                  <a:srgbClr val="1E1E1E"/>
                </a:solidFill>
              </a:rPr>
              <a:t>OE9 · datos sintéticos de referencia conocida</a:t>
            </a:r>
          </a:p>
        </p:txBody>
      </p:sp>
      <p:sp>
        <p:nvSpPr>
          <p:cNvPr id="21" name="TextBox 20"/>
          <p:cNvSpPr txBox="1"/>
          <p:nvPr/>
        </p:nvSpPr>
        <p:spPr>
          <a:xfrm>
            <a:off x="10872215" y="5715000"/>
            <a:ext cx="2651760" cy="274320"/>
          </a:xfrm>
          <a:prstGeom prst="rect">
            <a:avLst/>
          </a:prstGeom>
          <a:noFill/>
        </p:spPr>
        <p:txBody>
          <a:bodyPr wrap="square" anchor="t" lIns="0" rIns="0" tIns="0" bIns="0">
            <a:spAutoFit/>
          </a:bodyPr>
          <a:lstStyle/>
          <a:p>
            <a:pPr algn="l">
              <a:spcAft>
                <a:spcPts val="600"/>
              </a:spcAft>
            </a:pPr>
            <a:r>
              <a:rPr sz="1000" b="0">
                <a:solidFill>
                  <a:srgbClr val="504B4B"/>
                </a:solidFill>
              </a:rPr>
              <a:t>Producto y evaluación</a:t>
            </a:r>
          </a:p>
        </p:txBody>
      </p:sp>
      <p:sp>
        <p:nvSpPr>
          <p:cNvPr id="22" name="TextBox 21"/>
          <p:cNvSpPr txBox="1"/>
          <p:nvPr/>
        </p:nvSpPr>
        <p:spPr>
          <a:xfrm>
            <a:off x="905256" y="6263640"/>
            <a:ext cx="12801600" cy="640080"/>
          </a:xfrm>
          <a:prstGeom prst="rect">
            <a:avLst/>
          </a:prstGeom>
          <a:noFill/>
        </p:spPr>
        <p:txBody>
          <a:bodyPr wrap="square" anchor="t" lIns="0" rIns="0" tIns="0" bIns="0">
            <a:spAutoFit/>
          </a:bodyPr>
          <a:lstStyle/>
          <a:p>
            <a:pPr algn="l">
              <a:spcAft>
                <a:spcPts val="600"/>
              </a:spcAft>
            </a:pPr>
            <a:r>
              <a:rPr sz="1300" b="1">
                <a:solidFill>
                  <a:srgbClr val="FF3228"/>
                </a:solidFill>
              </a:rPr>
              <a:t>Aportación: </a:t>
            </a:r>
            <a:r>
              <a:rPr sz="1300" b="0">
                <a:solidFill>
                  <a:srgbClr val="1E1E1E"/>
                </a:solidFill>
              </a:rPr>
              <a:t>detección no supervisada del inicio de la fatiga y atribución por variable interpretable, en un sistema de bajo coste. No está en el detector de pose, sino en lo que se construye sobre él.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06463" y="1182159"/>
            <a:ext cx="10789920" cy="703086"/>
          </a:xfrm>
        </p:spPr>
        <p:txBody>
          <a:bodyPr/>
          <a:lstStyle/>
          <a:p>
            <a:r>
              <a:rPr sz="3200"/>
              <a:t>Resultados frente a los objetivos</a:t>
            </a:r>
          </a:p>
        </p:txBody>
      </p:sp>
      <p:sp>
        <p:nvSpPr>
          <p:cNvPr id="4" name="Text Placeholder 3"/>
          <p:cNvSpPr>
            <a:spLocks noGrp="1"/>
          </p:cNvSpPr>
          <p:nvPr>
            <p:ph type="body" idx="18" sz="quarter"/>
          </p:nvPr>
        </p:nvSpPr>
        <p:spPr>
          <a:xfrm>
            <a:off x="906463" y="2172974"/>
            <a:ext cx="12344400" cy="594092"/>
          </a:xfrm>
        </p:spPr>
        <p:txBody>
          <a:bodyPr/>
          <a:lstStyle/>
          <a:p>
            <a:r>
              <a:t>7 cumplidos y 2 parciales · reales y sintéticos, por separado</a:t>
            </a:r>
          </a:p>
        </p:txBody>
      </p:sp>
      <p:graphicFrame>
        <p:nvGraphicFramePr>
          <p:cNvPr id="5" name="Table 4"/>
          <p:cNvGraphicFramePr>
            <a:graphicFrameLocks noGrp="1"/>
          </p:cNvGraphicFramePr>
          <p:nvPr/>
        </p:nvGraphicFramePr>
        <p:xfrm>
          <a:off x="905256" y="2743200"/>
          <a:ext cx="12801600" cy="3840480"/>
        </p:xfrm>
        <a:graphic>
          <a:graphicData uri="http://schemas.openxmlformats.org/drawingml/2006/table">
            <a:tbl>
              <a:tblPr firstRow="1" bandRow="1">
                <a:tableStyleId>{5C22544A-7EE6-4342-B048-85BDC9FD1C3A}</a:tableStyleId>
              </a:tblPr>
              <a:tblGrid>
                <a:gridCol w="2926080"/>
                <a:gridCol w="7589520"/>
                <a:gridCol w="2286000"/>
              </a:tblGrid>
              <a:tr h="384048">
                <a:tc>
                  <a:txBody>
                    <a:bodyPr/>
                    <a:lstStyle/>
                    <a:p>
                      <a:r>
                        <a:rPr sz="1100" b="1">
                          <a:solidFill>
                            <a:srgbClr val="FFFFFF"/>
                          </a:solidFill>
                        </a:rPr>
                        <a:t>Objetivo</a:t>
                      </a:r>
                    </a:p>
                  </a:txBody>
                  <a:tcPr marL="91440" marR="91440" marT="27432" marB="27432" anchor="ctr">
                    <a:solidFill>
                      <a:srgbClr val="FF3228"/>
                    </a:solidFill>
                  </a:tcPr>
                </a:tc>
                <a:tc>
                  <a:txBody>
                    <a:bodyPr/>
                    <a:lstStyle/>
                    <a:p>
                      <a:r>
                        <a:rPr sz="1100" b="1">
                          <a:solidFill>
                            <a:srgbClr val="FFFFFF"/>
                          </a:solidFill>
                        </a:rPr>
                        <a:t>Resultado medido</a:t>
                      </a:r>
                    </a:p>
                  </a:txBody>
                  <a:tcPr marL="91440" marR="91440" marT="27432" marB="27432" anchor="ctr">
                    <a:solidFill>
                      <a:srgbClr val="FF3228"/>
                    </a:solidFill>
                  </a:tcPr>
                </a:tc>
                <a:tc>
                  <a:txBody>
                    <a:bodyPr/>
                    <a:lstStyle/>
                    <a:p>
                      <a:r>
                        <a:rPr sz="1100" b="1">
                          <a:solidFill>
                            <a:srgbClr val="FFFFFF"/>
                          </a:solidFill>
                        </a:rPr>
                        <a:t>Estado</a:t>
                      </a:r>
                    </a:p>
                  </a:txBody>
                  <a:tcPr marL="91440" marR="91440" marT="27432" marB="27432" anchor="ctr">
                    <a:solidFill>
                      <a:srgbClr val="FF3228"/>
                    </a:solidFill>
                  </a:tcPr>
                </a:tc>
              </a:tr>
              <a:tr h="384048">
                <a:tc>
                  <a:txBody>
                    <a:bodyPr/>
                    <a:lstStyle/>
                    <a:p>
                      <a:r>
                        <a:rPr sz="1100" b="0">
                          <a:solidFill>
                            <a:srgbClr val="1E1E1E"/>
                          </a:solidFill>
                        </a:rPr>
                        <a:t>OE1 · Modelo de pose</a:t>
                      </a:r>
                    </a:p>
                  </a:txBody>
                  <a:tcPr marL="91440" marR="91440" marT="27432" marB="27432" anchor="ctr">
                    <a:solidFill>
                      <a:srgbClr val="FFFFFF"/>
                    </a:solidFill>
                  </a:tcPr>
                </a:tc>
                <a:tc>
                  <a:txBody>
                    <a:bodyPr/>
                    <a:lstStyle/>
                    <a:p>
                      <a:r>
                        <a:rPr sz="1100" b="0">
                          <a:solidFill>
                            <a:srgbClr val="1E1E1E"/>
                          </a:solidFill>
                        </a:rPr>
                        <a:t>Comparativa en CPU; YOLOv8n-Pose elegido y justificado</a:t>
                      </a:r>
                    </a:p>
                  </a:txBody>
                  <a:tcPr marL="91440" marR="91440" marT="27432" marB="27432" anchor="ctr">
                    <a:solidFill>
                      <a:srgbClr val="FFFFFF"/>
                    </a:solidFill>
                  </a:tcPr>
                </a:tc>
                <a:tc>
                  <a:txBody>
                    <a:bodyPr/>
                    <a:lstStyle/>
                    <a:p>
                      <a:r>
                        <a:rPr sz="1100" b="0">
                          <a:solidFill>
                            <a:srgbClr val="1E1E1E"/>
                          </a:solidFill>
                        </a:rPr>
                        <a:t>Cumplido</a:t>
                      </a:r>
                    </a:p>
                  </a:txBody>
                  <a:tcPr marL="91440" marR="91440" marT="27432" marB="27432" anchor="ctr">
                    <a:solidFill>
                      <a:srgbClr val="FFFFFF"/>
                    </a:solidFill>
                  </a:tcPr>
                </a:tc>
              </a:tr>
              <a:tr h="384048">
                <a:tc>
                  <a:txBody>
                    <a:bodyPr/>
                    <a:lstStyle/>
                    <a:p>
                      <a:r>
                        <a:rPr sz="1100" b="0">
                          <a:solidFill>
                            <a:srgbClr val="1E1E1E"/>
                          </a:solidFill>
                        </a:rPr>
                        <a:t>OE2 · Elevación a 3D</a:t>
                      </a:r>
                    </a:p>
                  </a:txBody>
                  <a:tcPr marL="91440" marR="91440" marT="27432" marB="27432" anchor="ctr">
                    <a:solidFill>
                      <a:srgbClr val="EEEDED"/>
                    </a:solidFill>
                  </a:tcPr>
                </a:tc>
                <a:tc>
                  <a:txBody>
                    <a:bodyPr/>
                    <a:lstStyle/>
                    <a:p>
                      <a:r>
                        <a:rPr sz="1100" b="0">
                          <a:solidFill>
                            <a:srgbClr val="1E1E1E"/>
                          </a:solidFill>
                        </a:rPr>
                        <a:t>Implementada y evaluada; válida en codo y cadera, no en rodilla</a:t>
                      </a:r>
                    </a:p>
                  </a:txBody>
                  <a:tcPr marL="91440" marR="91440" marT="27432" marB="27432" anchor="ctr">
                    <a:solidFill>
                      <a:srgbClr val="EEEDED"/>
                    </a:solidFill>
                  </a:tcPr>
                </a:tc>
                <a:tc>
                  <a:txBody>
                    <a:bodyPr/>
                    <a:lstStyle/>
                    <a:p>
                      <a:r>
                        <a:rPr sz="1100" b="0">
                          <a:solidFill>
                            <a:srgbClr val="1E1E1E"/>
                          </a:solidFill>
                        </a:rPr>
                        <a:t>Cumplido con limitaciones</a:t>
                      </a:r>
                    </a:p>
                  </a:txBody>
                  <a:tcPr marL="91440" marR="91440" marT="27432" marB="27432" anchor="ctr">
                    <a:solidFill>
                      <a:srgbClr val="EEEDED"/>
                    </a:solidFill>
                  </a:tcPr>
                </a:tc>
              </a:tr>
              <a:tr h="384048">
                <a:tc>
                  <a:txBody>
                    <a:bodyPr/>
                    <a:lstStyle/>
                    <a:p>
                      <a:r>
                        <a:rPr sz="1100" b="0">
                          <a:solidFill>
                            <a:srgbClr val="1E1E1E"/>
                          </a:solidFill>
                        </a:rPr>
                        <a:t>OE3 · Ciclos de brazada</a:t>
                      </a:r>
                    </a:p>
                  </a:txBody>
                  <a:tcPr marL="91440" marR="91440" marT="27432" marB="27432" anchor="ctr">
                    <a:solidFill>
                      <a:srgbClr val="FFFFFF"/>
                    </a:solidFill>
                  </a:tcPr>
                </a:tc>
                <a:tc>
                  <a:txBody>
                    <a:bodyPr/>
                    <a:lstStyle/>
                    <a:p>
                      <a:r>
                        <a:rPr sz="1100" b="0">
                          <a:solidFill>
                            <a:srgbClr val="1E1E1E"/>
                          </a:solidFill>
                        </a:rPr>
                        <a:t>Error de la frecuencia del 6,5 % al 8,2 % frente al conteo manual; vista automática</a:t>
                      </a:r>
                    </a:p>
                  </a:txBody>
                  <a:tcPr marL="91440" marR="91440" marT="27432" marB="27432" anchor="ctr">
                    <a:solidFill>
                      <a:srgbClr val="FFFFFF"/>
                    </a:solidFill>
                  </a:tcPr>
                </a:tc>
                <a:tc>
                  <a:txBody>
                    <a:bodyPr/>
                    <a:lstStyle/>
                    <a:p>
                      <a:r>
                        <a:rPr sz="1100" b="0">
                          <a:solidFill>
                            <a:srgbClr val="1E1E1E"/>
                          </a:solidFill>
                        </a:rPr>
                        <a:t>Cumplido</a:t>
                      </a:r>
                    </a:p>
                  </a:txBody>
                  <a:tcPr marL="91440" marR="91440" marT="27432" marB="27432" anchor="ctr">
                    <a:solidFill>
                      <a:srgbClr val="FFFFFF"/>
                    </a:solidFill>
                  </a:tcPr>
                </a:tc>
              </a:tr>
              <a:tr h="384048">
                <a:tc>
                  <a:txBody>
                    <a:bodyPr/>
                    <a:lstStyle/>
                    <a:p>
                      <a:r>
                        <a:rPr sz="1100" b="0">
                          <a:solidFill>
                            <a:srgbClr val="1E1E1E"/>
                          </a:solidFill>
                        </a:rPr>
                        <a:t>OE4 · Variables por ciclo</a:t>
                      </a:r>
                    </a:p>
                  </a:txBody>
                  <a:tcPr marL="91440" marR="91440" marT="27432" marB="27432" anchor="ctr">
                    <a:solidFill>
                      <a:srgbClr val="EEEDED"/>
                    </a:solidFill>
                  </a:tcPr>
                </a:tc>
                <a:tc>
                  <a:txBody>
                    <a:bodyPr/>
                    <a:lstStyle/>
                    <a:p>
                      <a:r>
                        <a:rPr sz="1100" b="0">
                          <a:solidFill>
                            <a:srgbClr val="1E1E1E"/>
                          </a:solidFill>
                        </a:rPr>
                        <a:t>17 secuencias reales, 95 ciclos válidos; eficiencia y ángulos de codo, hombro, cadera, rodilla y pies</a:t>
                      </a:r>
                    </a:p>
                  </a:txBody>
                  <a:tcPr marL="91440" marR="91440" marT="27432" marB="27432" anchor="ctr">
                    <a:solidFill>
                      <a:srgbClr val="EEEDED"/>
                    </a:solidFill>
                  </a:tcPr>
                </a:tc>
                <a:tc>
                  <a:txBody>
                    <a:bodyPr/>
                    <a:lstStyle/>
                    <a:p>
                      <a:r>
                        <a:rPr sz="1100" b="0">
                          <a:solidFill>
                            <a:srgbClr val="1E1E1E"/>
                          </a:solidFill>
                        </a:rPr>
                        <a:t>Cumplido</a:t>
                      </a:r>
                    </a:p>
                  </a:txBody>
                  <a:tcPr marL="91440" marR="91440" marT="27432" marB="27432" anchor="ctr">
                    <a:solidFill>
                      <a:srgbClr val="EEEDED"/>
                    </a:solidFill>
                  </a:tcPr>
                </a:tc>
              </a:tr>
              <a:tr h="384048">
                <a:tc>
                  <a:txBody>
                    <a:bodyPr/>
                    <a:lstStyle/>
                    <a:p>
                      <a:r>
                        <a:rPr sz="1100" b="1">
                          <a:solidFill>
                            <a:srgbClr val="1E1E1E"/>
                          </a:solidFill>
                        </a:rPr>
                        <a:t>OE5 · Inicio de la fatiga</a:t>
                      </a:r>
                    </a:p>
                  </a:txBody>
                  <a:tcPr marL="91440" marR="91440" marT="27432" marB="27432" anchor="ctr">
                    <a:solidFill>
                      <a:srgbClr val="FFAFAA"/>
                    </a:solidFill>
                  </a:tcPr>
                </a:tc>
                <a:tc>
                  <a:txBody>
                    <a:bodyPr/>
                    <a:lstStyle/>
                    <a:p>
                      <a:r>
                        <a:rPr sz="1100" b="1">
                          <a:solidFill>
                            <a:srgbClr val="1E1E1E"/>
                          </a:solidFill>
                        </a:rPr>
                        <a:t>Sintéticos: detección 100 %, falsas alarmas 10 %; tiempo real 10/10; sin referencia fisiológica</a:t>
                      </a:r>
                    </a:p>
                  </a:txBody>
                  <a:tcPr marL="91440" marR="91440" marT="27432" marB="27432" anchor="ctr">
                    <a:solidFill>
                      <a:srgbClr val="FFAFAA"/>
                    </a:solidFill>
                  </a:tcPr>
                </a:tc>
                <a:tc>
                  <a:txBody>
                    <a:bodyPr/>
                    <a:lstStyle/>
                    <a:p>
                      <a:r>
                        <a:rPr sz="1100" b="1">
                          <a:solidFill>
                            <a:srgbClr val="1E1E1E"/>
                          </a:solidFill>
                        </a:rPr>
                        <a:t>Parcial</a:t>
                      </a:r>
                    </a:p>
                  </a:txBody>
                  <a:tcPr marL="91440" marR="91440" marT="27432" marB="27432" anchor="ctr">
                    <a:solidFill>
                      <a:srgbClr val="FFAFAA"/>
                    </a:solidFill>
                  </a:tcPr>
                </a:tc>
              </a:tr>
              <a:tr h="384048">
                <a:tc>
                  <a:txBody>
                    <a:bodyPr/>
                    <a:lstStyle/>
                    <a:p>
                      <a:r>
                        <a:rPr sz="1100" b="0">
                          <a:solidFill>
                            <a:srgbClr val="1E1E1E"/>
                          </a:solidFill>
                        </a:rPr>
                        <a:t>OE6 · Atribución SHAP</a:t>
                      </a:r>
                    </a:p>
                  </a:txBody>
                  <a:tcPr marL="91440" marR="91440" marT="27432" marB="27432" anchor="ctr">
                    <a:solidFill>
                      <a:srgbClr val="EEEDED"/>
                    </a:solidFill>
                  </a:tcPr>
                </a:tc>
                <a:tc>
                  <a:txBody>
                    <a:bodyPr/>
                    <a:lstStyle/>
                    <a:p>
                      <a:r>
                        <a:rPr sz="1100" b="0">
                          <a:solidFill>
                            <a:srgbClr val="1E1E1E"/>
                          </a:solidFill>
                        </a:rPr>
                        <a:t>Global, local y en texto; coincide con las variables alteradas</a:t>
                      </a:r>
                    </a:p>
                  </a:txBody>
                  <a:tcPr marL="91440" marR="91440" marT="27432" marB="27432" anchor="ctr">
                    <a:solidFill>
                      <a:srgbClr val="EEEDED"/>
                    </a:solidFill>
                  </a:tcPr>
                </a:tc>
                <a:tc>
                  <a:txBody>
                    <a:bodyPr/>
                    <a:lstStyle/>
                    <a:p>
                      <a:r>
                        <a:rPr sz="1100" b="0">
                          <a:solidFill>
                            <a:srgbClr val="1E1E1E"/>
                          </a:solidFill>
                        </a:rPr>
                        <a:t>Cumplido</a:t>
                      </a:r>
                    </a:p>
                  </a:txBody>
                  <a:tcPr marL="91440" marR="91440" marT="27432" marB="27432" anchor="ctr">
                    <a:solidFill>
                      <a:srgbClr val="EEEDED"/>
                    </a:solidFill>
                  </a:tcPr>
                </a:tc>
              </a:tr>
              <a:tr h="384048">
                <a:tc>
                  <a:txBody>
                    <a:bodyPr/>
                    <a:lstStyle/>
                    <a:p>
                      <a:r>
                        <a:rPr sz="1100" b="1">
                          <a:solidFill>
                            <a:srgbClr val="1E1E1E"/>
                          </a:solidFill>
                        </a:rPr>
                        <a:t>OE7 · Estilo de nado</a:t>
                      </a:r>
                    </a:p>
                  </a:txBody>
                  <a:tcPr marL="91440" marR="91440" marT="27432" marB="27432" anchor="ctr">
                    <a:solidFill>
                      <a:srgbClr val="FFAFAA"/>
                    </a:solidFill>
                  </a:tcPr>
                </a:tc>
                <a:tc>
                  <a:txBody>
                    <a:bodyPr/>
                    <a:lstStyle/>
                    <a:p>
                      <a:r>
                        <a:rPr sz="1100" b="1">
                          <a:solidFill>
                            <a:srgbClr val="1E1E1E"/>
                          </a:solidFill>
                        </a:rPr>
                        <a:t>Supervisado: 100 % sintético, no generaliza; reglas: familia correcta en 12 de 13 vídeos reales</a:t>
                      </a:r>
                    </a:p>
                  </a:txBody>
                  <a:tcPr marL="91440" marR="91440" marT="27432" marB="27432" anchor="ctr">
                    <a:solidFill>
                      <a:srgbClr val="FFAFAA"/>
                    </a:solidFill>
                  </a:tcPr>
                </a:tc>
                <a:tc>
                  <a:txBody>
                    <a:bodyPr/>
                    <a:lstStyle/>
                    <a:p>
                      <a:r>
                        <a:rPr sz="1100" b="1">
                          <a:solidFill>
                            <a:srgbClr val="1E1E1E"/>
                          </a:solidFill>
                        </a:rPr>
                        <a:t>Parcial</a:t>
                      </a:r>
                    </a:p>
                  </a:txBody>
                  <a:tcPr marL="91440" marR="91440" marT="27432" marB="27432" anchor="ctr">
                    <a:solidFill>
                      <a:srgbClr val="FFAFAA"/>
                    </a:solidFill>
                  </a:tcPr>
                </a:tc>
              </a:tr>
              <a:tr h="384048">
                <a:tc>
                  <a:txBody>
                    <a:bodyPr/>
                    <a:lstStyle/>
                    <a:p>
                      <a:r>
                        <a:rPr sz="1100" b="0">
                          <a:solidFill>
                            <a:srgbClr val="1E1E1E"/>
                          </a:solidFill>
                        </a:rPr>
                        <a:t>OE8 · Vídeo y tiempo real</a:t>
                      </a:r>
                    </a:p>
                  </a:txBody>
                  <a:tcPr marL="91440" marR="91440" marT="27432" marB="27432" anchor="ctr">
                    <a:solidFill>
                      <a:srgbClr val="EEEDED"/>
                    </a:solidFill>
                  </a:tcPr>
                </a:tc>
                <a:tc>
                  <a:txBody>
                    <a:bodyPr/>
                    <a:lstStyle/>
                    <a:p>
                      <a:r>
                        <a:rPr sz="1100" b="0">
                          <a:solidFill>
                            <a:srgbClr val="1E1E1E"/>
                          </a:solidFill>
                        </a:rPr>
                        <a:t>Panel de fatiga por ciclo en el vídeo anotado y en tiempo real</a:t>
                      </a:r>
                    </a:p>
                  </a:txBody>
                  <a:tcPr marL="91440" marR="91440" marT="27432" marB="27432" anchor="ctr">
                    <a:solidFill>
                      <a:srgbClr val="EEEDED"/>
                    </a:solidFill>
                  </a:tcPr>
                </a:tc>
                <a:tc>
                  <a:txBody>
                    <a:bodyPr/>
                    <a:lstStyle/>
                    <a:p>
                      <a:r>
                        <a:rPr sz="1100" b="0">
                          <a:solidFill>
                            <a:srgbClr val="1E1E1E"/>
                          </a:solidFill>
                        </a:rPr>
                        <a:t>Cumplido</a:t>
                      </a:r>
                    </a:p>
                  </a:txBody>
                  <a:tcPr marL="91440" marR="91440" marT="27432" marB="27432" anchor="ctr">
                    <a:solidFill>
                      <a:srgbClr val="EEEDED"/>
                    </a:solidFill>
                  </a:tcPr>
                </a:tc>
              </a:tr>
              <a:tr h="384048">
                <a:tc>
                  <a:txBody>
                    <a:bodyPr/>
                    <a:lstStyle/>
                    <a:p>
                      <a:r>
                        <a:rPr sz="1100" b="0">
                          <a:solidFill>
                            <a:srgbClr val="1E1E1E"/>
                          </a:solidFill>
                        </a:rPr>
                        <a:t>OE9 · Datos sintéticos</a:t>
                      </a:r>
                    </a:p>
                  </a:txBody>
                  <a:tcPr marL="91440" marR="91440" marT="27432" marB="27432" anchor="ctr">
                    <a:solidFill>
                      <a:srgbClr val="FFFFFF"/>
                    </a:solidFill>
                  </a:tcPr>
                </a:tc>
                <a:tc>
                  <a:txBody>
                    <a:bodyPr/>
                    <a:lstStyle/>
                    <a:p>
                      <a:r>
                        <a:rPr sz="1100" b="0">
                          <a:solidFill>
                            <a:srgbClr val="1E1E1E"/>
                          </a:solidFill>
                        </a:rPr>
                        <a:t>Referencia conocida: errores medianos 4,7 % (SR), 1,3 % (velocidad), 4,3 % (DPS)</a:t>
                      </a:r>
                    </a:p>
                  </a:txBody>
                  <a:tcPr marL="91440" marR="91440" marT="27432" marB="27432" anchor="ctr">
                    <a:solidFill>
                      <a:srgbClr val="FFFFFF"/>
                    </a:solidFill>
                  </a:tcPr>
                </a:tc>
                <a:tc>
                  <a:txBody>
                    <a:bodyPr/>
                    <a:lstStyle/>
                    <a:p>
                      <a:r>
                        <a:rPr sz="1100" b="0">
                          <a:solidFill>
                            <a:srgbClr val="1E1E1E"/>
                          </a:solidFill>
                        </a:rPr>
                        <a:t>Cumplido</a:t>
                      </a:r>
                    </a:p>
                  </a:txBody>
                  <a:tcPr marL="91440" marR="91440" marT="27432" marB="27432" anchor="ctr">
                    <a:solidFill>
                      <a:srgbClr val="FFFFFF"/>
                    </a:solidFill>
                  </a:tcPr>
                </a:tc>
              </a:tr>
            </a:tbl>
          </a:graphicData>
        </a:graphic>
      </p:graphicFrame>
      <p:sp>
        <p:nvSpPr>
          <p:cNvPr id="6" name="TextBox 5"/>
          <p:cNvSpPr txBox="1"/>
          <p:nvPr/>
        </p:nvSpPr>
        <p:spPr>
          <a:xfrm>
            <a:off x="905256" y="672084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Reales: nadador analizable el 34 % del tiempo grabado; 0 falsas alarmas en 3 sesiones de pasadas cortas (sin fatiga, como se esperaba).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06463" y="1182159"/>
            <a:ext cx="10789920" cy="703086"/>
          </a:xfrm>
        </p:spPr>
        <p:txBody>
          <a:bodyPr/>
          <a:lstStyle/>
          <a:p>
            <a:r>
              <a:rPr sz="3200"/>
              <a:t>Alcance y conclusiones</a:t>
            </a:r>
          </a:p>
        </p:txBody>
      </p:sp>
      <p:sp>
        <p:nvSpPr>
          <p:cNvPr id="4" name="Text Placeholder 3"/>
          <p:cNvSpPr>
            <a:spLocks noGrp="1"/>
          </p:cNvSpPr>
          <p:nvPr>
            <p:ph type="body" idx="18" sz="quarter"/>
          </p:nvPr>
        </p:nvSpPr>
        <p:spPr>
          <a:xfrm>
            <a:off x="906463" y="2172974"/>
            <a:ext cx="12344400" cy="594092"/>
          </a:xfrm>
        </p:spPr>
        <p:txBody>
          <a:bodyPr/>
          <a:lstStyle/>
          <a:p>
            <a:r>
              <a:t>Dónde terminan las cifras y dónde empieza el trabajo futuro</a:t>
            </a:r>
          </a:p>
        </p:txBody>
      </p:sp>
      <p:sp>
        <p:nvSpPr>
          <p:cNvPr id="5" name="Rectangle 4"/>
          <p:cNvSpPr/>
          <p:nvPr/>
        </p:nvSpPr>
        <p:spPr>
          <a:xfrm>
            <a:off x="905256" y="2743200"/>
            <a:ext cx="4114800" cy="160020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 y="2880360"/>
            <a:ext cx="3657600" cy="365760"/>
          </a:xfrm>
          <a:prstGeom prst="rect">
            <a:avLst/>
          </a:prstGeom>
          <a:noFill/>
        </p:spPr>
        <p:txBody>
          <a:bodyPr wrap="square" anchor="t" lIns="0" rIns="0" tIns="0" bIns="0">
            <a:spAutoFit/>
          </a:bodyPr>
          <a:lstStyle/>
          <a:p>
            <a:pPr algn="l">
              <a:spcAft>
                <a:spcPts val="600"/>
              </a:spcAft>
            </a:pPr>
            <a:r>
              <a:rPr sz="1500" b="1">
                <a:solidFill>
                  <a:srgbClr val="FF3228"/>
                </a:solidFill>
              </a:rPr>
              <a:t>Fatiga sin referencia real</a:t>
            </a:r>
          </a:p>
        </p:txBody>
      </p:sp>
      <p:sp>
        <p:nvSpPr>
          <p:cNvPr id="7" name="TextBox 6"/>
          <p:cNvSpPr txBox="1"/>
          <p:nvPr/>
        </p:nvSpPr>
        <p:spPr>
          <a:xfrm>
            <a:off x="1133856" y="3291840"/>
            <a:ext cx="3657600" cy="1005840"/>
          </a:xfrm>
          <a:prstGeom prst="rect">
            <a:avLst/>
          </a:prstGeom>
          <a:noFill/>
        </p:spPr>
        <p:txBody>
          <a:bodyPr wrap="square" anchor="t" lIns="0" rIns="0" tIns="0" bIns="0">
            <a:spAutoFit/>
          </a:bodyPr>
          <a:lstStyle/>
          <a:p>
            <a:pPr algn="l">
              <a:spcAft>
                <a:spcPts val="600"/>
              </a:spcAft>
            </a:pPr>
            <a:r>
              <a:rPr sz="1200" b="0">
                <a:solidFill>
                  <a:srgbClr val="1E1E1E"/>
                </a:solidFill>
              </a:rPr>
              <a:t>Validada con datos sintéticos; las sesiones reales son pasadas cortas, sin fatiga.</a:t>
            </a:r>
          </a:p>
        </p:txBody>
      </p:sp>
      <p:sp>
        <p:nvSpPr>
          <p:cNvPr id="8" name="Rectangle 7"/>
          <p:cNvSpPr/>
          <p:nvPr/>
        </p:nvSpPr>
        <p:spPr>
          <a:xfrm>
            <a:off x="5202936" y="2743200"/>
            <a:ext cx="4114800" cy="160020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31536" y="2880360"/>
            <a:ext cx="3657600" cy="365760"/>
          </a:xfrm>
          <a:prstGeom prst="rect">
            <a:avLst/>
          </a:prstGeom>
          <a:noFill/>
        </p:spPr>
        <p:txBody>
          <a:bodyPr wrap="square" anchor="t" lIns="0" rIns="0" tIns="0" bIns="0">
            <a:spAutoFit/>
          </a:bodyPr>
          <a:lstStyle/>
          <a:p>
            <a:pPr algn="l">
              <a:spcAft>
                <a:spcPts val="600"/>
              </a:spcAft>
            </a:pPr>
            <a:r>
              <a:rPr sz="1500" b="1">
                <a:solidFill>
                  <a:srgbClr val="FF3228"/>
                </a:solidFill>
              </a:rPr>
              <a:t>Detección parcial</a:t>
            </a:r>
          </a:p>
        </p:txBody>
      </p:sp>
      <p:sp>
        <p:nvSpPr>
          <p:cNvPr id="10" name="TextBox 9"/>
          <p:cNvSpPr txBox="1"/>
          <p:nvPr/>
        </p:nvSpPr>
        <p:spPr>
          <a:xfrm>
            <a:off x="5431536" y="3291840"/>
            <a:ext cx="3657600" cy="1005840"/>
          </a:xfrm>
          <a:prstGeom prst="rect">
            <a:avLst/>
          </a:prstGeom>
          <a:noFill/>
        </p:spPr>
        <p:txBody>
          <a:bodyPr wrap="square" anchor="t" lIns="0" rIns="0" tIns="0" bIns="0">
            <a:spAutoFit/>
          </a:bodyPr>
          <a:lstStyle/>
          <a:p>
            <a:pPr algn="l">
              <a:spcAft>
                <a:spcPts val="600"/>
              </a:spcAft>
            </a:pPr>
            <a:r>
              <a:rPr sz="1200" b="0">
                <a:solidFill>
                  <a:srgbClr val="1E1E1E"/>
                </a:solidFill>
              </a:rPr>
              <a:t>Nadador analizable el 34 % del tiempo; en lateral el modelo copia el brazo oculto.</a:t>
            </a:r>
          </a:p>
        </p:txBody>
      </p:sp>
      <p:sp>
        <p:nvSpPr>
          <p:cNvPr id="11" name="Rectangle 10"/>
          <p:cNvSpPr/>
          <p:nvPr/>
        </p:nvSpPr>
        <p:spPr>
          <a:xfrm>
            <a:off x="9500616" y="2743200"/>
            <a:ext cx="4114800" cy="160020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29216" y="2880360"/>
            <a:ext cx="3657600" cy="365760"/>
          </a:xfrm>
          <a:prstGeom prst="rect">
            <a:avLst/>
          </a:prstGeom>
          <a:noFill/>
        </p:spPr>
        <p:txBody>
          <a:bodyPr wrap="square" anchor="t" lIns="0" rIns="0" tIns="0" bIns="0">
            <a:spAutoFit/>
          </a:bodyPr>
          <a:lstStyle/>
          <a:p>
            <a:pPr algn="l">
              <a:spcAft>
                <a:spcPts val="600"/>
              </a:spcAft>
            </a:pPr>
            <a:r>
              <a:rPr sz="1500" b="1">
                <a:solidFill>
                  <a:srgbClr val="FF3228"/>
                </a:solidFill>
              </a:rPr>
              <a:t>Umbrales optimistas</a:t>
            </a:r>
          </a:p>
        </p:txBody>
      </p:sp>
      <p:sp>
        <p:nvSpPr>
          <p:cNvPr id="13" name="TextBox 12"/>
          <p:cNvSpPr txBox="1"/>
          <p:nvPr/>
        </p:nvSpPr>
        <p:spPr>
          <a:xfrm>
            <a:off x="9729216" y="3291840"/>
            <a:ext cx="3657600" cy="1005840"/>
          </a:xfrm>
          <a:prstGeom prst="rect">
            <a:avLst/>
          </a:prstGeom>
          <a:noFill/>
        </p:spPr>
        <p:txBody>
          <a:bodyPr wrap="square" anchor="t" lIns="0" rIns="0" tIns="0" bIns="0">
            <a:spAutoFit/>
          </a:bodyPr>
          <a:lstStyle/>
          <a:p>
            <a:pPr algn="l">
              <a:spcAft>
                <a:spcPts val="600"/>
              </a:spcAft>
            </a:pPr>
            <a:r>
              <a:rPr sz="1200" b="0">
                <a:solidFill>
                  <a:srgbClr val="1E1E1E"/>
                </a:solidFill>
              </a:rPr>
              <a:t>Vista y estilo se fijaron con los mismos vídeos; falta validar con nadadores nuevos.</a:t>
            </a:r>
          </a:p>
        </p:txBody>
      </p:sp>
      <p:sp>
        <p:nvSpPr>
          <p:cNvPr id="14" name="TextBox 13"/>
          <p:cNvSpPr txBox="1"/>
          <p:nvPr/>
        </p:nvSpPr>
        <p:spPr>
          <a:xfrm>
            <a:off x="905256" y="4572000"/>
            <a:ext cx="6217920" cy="365760"/>
          </a:xfrm>
          <a:prstGeom prst="rect">
            <a:avLst/>
          </a:prstGeom>
          <a:noFill/>
        </p:spPr>
        <p:txBody>
          <a:bodyPr wrap="square" anchor="t" lIns="0" rIns="0" tIns="0" bIns="0">
            <a:spAutoFit/>
          </a:bodyPr>
          <a:lstStyle/>
          <a:p>
            <a:pPr algn="l">
              <a:spcAft>
                <a:spcPts val="600"/>
              </a:spcAft>
            </a:pPr>
            <a:r>
              <a:rPr sz="1700" b="1">
                <a:solidFill>
                  <a:srgbClr val="FF3228"/>
                </a:solidFill>
              </a:rPr>
              <a:t>Conclusiones</a:t>
            </a:r>
          </a:p>
        </p:txBody>
      </p:sp>
      <p:sp>
        <p:nvSpPr>
          <p:cNvPr id="15" name="TextBox 14"/>
          <p:cNvSpPr txBox="1"/>
          <p:nvPr/>
        </p:nvSpPr>
        <p:spPr>
          <a:xfrm>
            <a:off x="905256" y="4983480"/>
            <a:ext cx="6217920" cy="1920240"/>
          </a:xfrm>
          <a:prstGeom prst="rect">
            <a:avLst/>
          </a:prstGeom>
          <a:noFill/>
        </p:spPr>
        <p:txBody>
          <a:bodyPr wrap="square" anchor="t" lIns="0" rIns="0" tIns="0" bIns="0">
            <a:spAutoFit/>
          </a:bodyPr>
          <a:lstStyle/>
          <a:p>
            <a:pPr algn="l">
              <a:spcAft>
                <a:spcPts val="600"/>
              </a:spcAft>
            </a:pPr>
            <a:r>
              <a:rPr sz="1300" b="0">
                <a:solidFill>
                  <a:srgbClr val="1E1E1E"/>
                </a:solidFill>
              </a:rPr>
              <a:t>•  Sistema completo en CPU: del vídeo a cuándo empieza la fatiga y por qué</a:t>
            </a:r>
          </a:p>
          <a:p>
            <a:pPr algn="l">
              <a:spcAft>
                <a:spcPts val="600"/>
              </a:spcAft>
            </a:pPr>
            <a:r>
              <a:rPr sz="1300" b="0">
                <a:solidFill>
                  <a:srgbClr val="1E1E1E"/>
                </a:solidFill>
              </a:rPr>
              <a:t>•  La debilidad está en los datos reales, no en el modelo ni en la arquitectura</a:t>
            </a:r>
          </a:p>
          <a:p>
            <a:pPr algn="l">
              <a:spcAft>
                <a:spcPts val="600"/>
              </a:spcAft>
            </a:pPr>
            <a:r>
              <a:rPr sz="1300" b="0">
                <a:solidFill>
                  <a:srgbClr val="1E1E1E"/>
                </a:solidFill>
              </a:rPr>
              <a:t>•  La calidad de los datos pesa más que el modelo: el 99,99 % de una versión anterior era fuga de datos</a:t>
            </a:r>
          </a:p>
        </p:txBody>
      </p:sp>
      <p:sp>
        <p:nvSpPr>
          <p:cNvPr id="16" name="Rectangle 15"/>
          <p:cNvSpPr/>
          <p:nvPr/>
        </p:nvSpPr>
        <p:spPr>
          <a:xfrm>
            <a:off x="7498079" y="4572000"/>
            <a:ext cx="6217920" cy="228600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79" y="4663440"/>
            <a:ext cx="5760720" cy="365760"/>
          </a:xfrm>
          <a:prstGeom prst="rect">
            <a:avLst/>
          </a:prstGeom>
          <a:noFill/>
        </p:spPr>
        <p:txBody>
          <a:bodyPr wrap="square" anchor="t" lIns="0" rIns="0" tIns="0" bIns="0">
            <a:spAutoFit/>
          </a:bodyPr>
          <a:lstStyle/>
          <a:p>
            <a:pPr algn="l">
              <a:spcAft>
                <a:spcPts val="600"/>
              </a:spcAft>
            </a:pPr>
            <a:r>
              <a:rPr sz="1700" b="1">
                <a:solidFill>
                  <a:srgbClr val="FFFFFF"/>
                </a:solidFill>
              </a:rPr>
              <a:t>Líneas futuras</a:t>
            </a:r>
          </a:p>
        </p:txBody>
      </p:sp>
      <p:sp>
        <p:nvSpPr>
          <p:cNvPr id="18" name="TextBox 17"/>
          <p:cNvSpPr txBox="1"/>
          <p:nvPr/>
        </p:nvSpPr>
        <p:spPr>
          <a:xfrm>
            <a:off x="7726679" y="5074920"/>
            <a:ext cx="5760720" cy="1737360"/>
          </a:xfrm>
          <a:prstGeom prst="rect">
            <a:avLst/>
          </a:prstGeom>
          <a:noFill/>
        </p:spPr>
        <p:txBody>
          <a:bodyPr wrap="square" anchor="t" lIns="0" rIns="0" tIns="0" bIns="0">
            <a:spAutoFit/>
          </a:bodyPr>
          <a:lstStyle/>
          <a:p>
            <a:pPr algn="l">
              <a:spcAft>
                <a:spcPts val="400"/>
              </a:spcAft>
            </a:pPr>
            <a:r>
              <a:rPr sz="1200" b="0">
                <a:solidFill>
                  <a:srgbClr val="FFFFFF"/>
                </a:solidFill>
              </a:rPr>
              <a:t>•  Series largas de nado continuo con lactato, esfuerzo percibido y valoración experta</a:t>
            </a:r>
          </a:p>
          <a:p>
            <a:pPr algn="l">
              <a:spcAft>
                <a:spcPts val="400"/>
              </a:spcAft>
            </a:pPr>
            <a:r>
              <a:rPr sz="1200" b="0">
                <a:solidFill>
                  <a:srgbClr val="FFFFFF"/>
                </a:solidFill>
              </a:rPr>
              <a:t>•  Anotar fotogramas propios: OKS, PCK y mAP; ajuste fino con SwimXYZ</a:t>
            </a:r>
          </a:p>
          <a:p>
            <a:pPr algn="l">
              <a:spcAft>
                <a:spcPts val="400"/>
              </a:spcAft>
            </a:pPr>
            <a:r>
              <a:rPr sz="1200" b="0">
                <a:solidFill>
                  <a:srgbClr val="FFFFFF"/>
                </a:solidFill>
              </a:rPr>
              <a:t>•  Adaptar MotionBERT a nadadores; ViTPose con GPU</a:t>
            </a:r>
          </a:p>
          <a:p>
            <a:pPr algn="l">
              <a:spcAft>
                <a:spcPts val="400"/>
              </a:spcAft>
            </a:pPr>
            <a:r>
              <a:rPr sz="1200" b="0">
                <a:solidFill>
                  <a:srgbClr val="FFFFFF"/>
                </a:solidFill>
              </a:rPr>
              <a:t>•  Modo audio y sensores inerciales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Gracias</a:t>
            </a:r>
          </a:p>
        </p:txBody>
      </p:sp>
      <p:sp>
        <p:nvSpPr>
          <p:cNvPr id="3" name="Text Placeholder 2"/>
          <p:cNvSpPr>
            <a:spLocks noGrp="1"/>
          </p:cNvSpPr>
          <p:nvPr>
            <p:ph type="body" idx="16" sz="quarter"/>
          </p:nvPr>
        </p:nvSpPr>
        <p:spPr/>
        <p:txBody>
          <a:bodyPr/>
          <a:lstStyle/>
          <a:p>
            <a:r>
              <a:t>¿Preguntas?</a:t>
            </a:r>
          </a:p>
        </p:txBody>
      </p:sp>
      <p:sp>
        <p:nvSpPr>
          <p:cNvPr id="4" name="Text Placeholder 3"/>
          <p:cNvSpPr>
            <a:spLocks noGrp="1"/>
          </p:cNvSpPr>
          <p:nvPr>
            <p:ph type="body" idx="22" sz="quarter"/>
          </p:nvPr>
        </p:nvSpPr>
        <p:spPr/>
        <p:txBody>
          <a:bodyPr/>
          <a:lstStyle/>
          <a:p>
            <a:r>
              <a:t>StrokeLab · TFM Máster en IA</a:t>
            </a:r>
          </a:p>
        </p:txBody>
      </p:sp>
      <p:sp>
        <p:nvSpPr>
          <p:cNvPr id="5" name="Text Placeholder 4"/>
          <p:cNvSpPr>
            <a:spLocks noGrp="1"/>
          </p:cNvSpPr>
          <p:nvPr>
            <p:ph type="body" idx="15" sz="quarter"/>
          </p:nvPr>
        </p:nvSpPr>
        <p:spPr/>
        <p:txBody>
          <a:bodyPr/>
          <a:lstStyle/>
          <a:p>
            <a:r>
              <a:t>Diana Cruz</a:t>
            </a:r>
          </a:p>
        </p:txBody>
      </p:sp>
      <p:sp>
        <p:nvSpPr>
          <p:cNvPr id="6" name="Text Placeholder 5"/>
          <p:cNvSpPr>
            <a:spLocks noGrp="1"/>
          </p:cNvSpPr>
          <p:nvPr>
            <p:ph type="body" idx="23" sz="quarter"/>
          </p:nvPr>
        </p:nvSpPr>
        <p:spPr/>
        <p:txBody>
          <a:bodyPr/>
          <a:lstStyle/>
          <a:p>
            <a:r>
              <a:t>Universidad Europea</a:t>
            </a:r>
          </a:p>
        </p:txBody>
      </p:sp>
    </p:spTree>
  </p:cSld>
  <p:clrMapOvr>
    <a:masterClrMapping/>
  </p:clrMapOvr>
</p:sld>
</file>

<file path=ppt/theme/theme1.xml><?xml version="1.0" encoding="utf-8"?>
<a:theme xmlns:a="http://schemas.openxmlformats.org/drawingml/2006/main" name="Tema de Office">
  <a:themeElements>
    <a:clrScheme name="UEM">
      <a:dk1>
        <a:srgbClr val="1E1E1E"/>
      </a:dk1>
      <a:lt1>
        <a:srgbClr val="FFFFFF"/>
      </a:lt1>
      <a:dk2>
        <a:srgbClr val="504B4B"/>
      </a:dk2>
      <a:lt2>
        <a:srgbClr val="D2D1D1"/>
      </a:lt2>
      <a:accent1>
        <a:srgbClr val="FF3228"/>
      </a:accent1>
      <a:accent2>
        <a:srgbClr val="2D41B4"/>
      </a:accent2>
      <a:accent3>
        <a:srgbClr val="23B4AA"/>
      </a:accent3>
      <a:accent4>
        <a:srgbClr val="FFAFAA"/>
      </a:accent4>
      <a:accent5>
        <a:srgbClr val="FF5A50"/>
      </a:accent5>
      <a:accent6>
        <a:srgbClr val="504B4B"/>
      </a:accent6>
      <a:hlink>
        <a:srgbClr val="FF3228"/>
      </a:hlink>
      <a:folHlink>
        <a:srgbClr val="FF5A50"/>
      </a:folHlink>
    </a:clrScheme>
    <a:fontScheme name="UEM">
      <a:majorFont>
        <a:latin typeface="Century Gothic"/>
        <a:ea typeface=""/>
        <a:cs typeface=""/>
      </a:majorFont>
      <a:minorFont>
        <a:latin typeface="Century Gothic"/>
        <a:ea typeface=""/>
        <a:cs typeface=""/>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EDEC3EEDB36734098E55D077E5C3584" ma:contentTypeVersion="10" ma:contentTypeDescription="Crear nuevo documento." ma:contentTypeScope="" ma:versionID="700d96ffd85efff1b4af5f024aa9d5d1">
  <xsd:schema xmlns:xsd="http://www.w3.org/2001/XMLSchema" xmlns:xs="http://www.w3.org/2001/XMLSchema" xmlns:p="http://schemas.microsoft.com/office/2006/metadata/properties" xmlns:ns2="0b4b1c4d-6bb0-4ef4-b5bc-519edc72ffe9" xmlns:ns3="c841b233-7233-448a-ba0a-1f28b3423e96" targetNamespace="http://schemas.microsoft.com/office/2006/metadata/properties" ma:root="true" ma:fieldsID="9a799093db3c68c21b3b0ed03e23df8a" ns2:_="" ns3:_="">
    <xsd:import namespace="0b4b1c4d-6bb0-4ef4-b5bc-519edc72ffe9"/>
    <xsd:import namespace="c841b233-7233-448a-ba0a-1f28b3423e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4b1c4d-6bb0-4ef4-b5bc-519edc72ff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841b233-7233-448a-ba0a-1f28b3423e96"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B891B3C-3D9C-41C4-BE08-6A5A2B7FF88B}"/>
</file>

<file path=customXml/itemProps2.xml><?xml version="1.0" encoding="utf-8"?>
<ds:datastoreItem xmlns:ds="http://schemas.openxmlformats.org/officeDocument/2006/customXml" ds:itemID="{44B4F3E1-F5B6-4E25-A7A1-EC58D87DE939}"/>
</file>

<file path=customXml/itemProps3.xml><?xml version="1.0" encoding="utf-8"?>
<ds:datastoreItem xmlns:ds="http://schemas.openxmlformats.org/officeDocument/2006/customXml" ds:itemID="{DA714949-6569-40D0-B2D1-9C8493BA6FB6}"/>
</file>

<file path=docProps/app.xml><?xml version="1.0" encoding="utf-8"?>
<Properties xmlns="http://schemas.openxmlformats.org/officeDocument/2006/extended-properties" xmlns:vt="http://schemas.openxmlformats.org/officeDocument/2006/docPropsVTypes">
  <Template>Office Theme</Template>
  <TotalTime>2399</TotalTime>
  <Words>1320</Words>
  <Application>Microsoft Office PowerPoint</Application>
  <PresentationFormat>Personalizado</PresentationFormat>
  <Paragraphs>511</Paragraphs>
  <Slides>66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66</vt:i4>
      </vt:variant>
    </vt:vector>
  </HeadingPairs>
  <TitlesOfParts>
    <vt:vector size="71" baseType="lpstr">
      <vt:lpstr>Arial</vt:lpstr>
      <vt:lpstr>Calibri</vt:lpstr>
      <vt:lpstr>Century Gothic</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Estilo de gráfico de barras II</vt:lpstr>
      <vt:lpstr>Estilo de gráfico de barras III</vt:lpstr>
      <vt:lpstr>Estilo de gráfico de barras IV</vt:lpstr>
      <vt:lpstr>Estilo de gráfico de barras V</vt:lpstr>
      <vt:lpstr>Estilo de gráfico de circular I</vt:lpstr>
      <vt:lpstr>Estilo de gráfico de área I</vt:lpstr>
      <vt:lpstr>Estilo de gráfico de área II</vt:lpstr>
      <vt:lpstr>Estilo de gráfico de área II</vt:lpstr>
      <vt:lpstr>Estilo de tabla I</vt:lpstr>
      <vt:lpstr>Estilo de tabla II</vt:lpstr>
      <vt:lpstr>Estilo de tabla III</vt:lpstr>
      <vt:lpstr>Estilo de tabla IV</vt:lpstr>
      <vt:lpstr>Estilo de tabla V</vt:lpstr>
      <vt:lpstr>Iconos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Teletrabajo</dc:creator>
  <cp:lastModifiedBy>LAURA GARCIA CUENCA</cp:lastModifiedBy>
  <cp:revision>147</cp:revision>
  <dcterms:created xsi:type="dcterms:W3CDTF">2021-02-03T10:15:32Z</dcterms:created>
  <dcterms:modified xsi:type="dcterms:W3CDTF">2025-02-10T13:43:00Z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0x0101009EDEC3EEDB36734098E55D077E5C3584</vt:lpwstr>
  </property>
</Properties>
</file>