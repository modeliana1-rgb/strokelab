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4.svg" ContentType="image/svg+xml"/>
  <Override PartName="/ppt/media/image16.svg" ContentType="image/svg+xml"/>
  <Override PartName="/ppt/media/image22.svg" ContentType="image/svg+xml"/>
  <Override PartName="/ppt/media/image24.svg" ContentType="image/svg+xml"/>
  <Override PartName="/ppt/media/image29.svg" ContentType="image/svg+xml"/>
  <Override PartName="/ppt/media/image3.svg" ContentType="image/svg+xml"/>
  <Override PartName="/ppt/media/image49.svg" ContentType="image/svg+xml"/>
  <Override PartName="/ppt/media/image51.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4.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8"/>
  </p:notesMasterIdLst>
  <p:sldIdLst>
    <p:sldId id="318" r:id="rId2"/>
    <p:sldId id="351" r:id="rId43"/>
    <p:sldId id="324" r:id="rId16"/>
    <p:sldId id="326" r:id="rId18"/>
    <p:sldId id="327" r:id="rId19"/>
    <p:sldId id="329" r:id="rId21"/>
    <p:sldId id="331" r:id="rId23"/>
    <p:sldId id="332" r:id="rId24"/>
    <p:sldId id="334" r:id="rId26"/>
    <p:sldId id="337" r:id="rId29"/>
    <p:sldId id="338" r:id="rId30"/>
    <p:sldId id="352" r:id="rId44"/>
    <p:sldId id="356" r:id="rId48"/>
    <p:sldId id="357" r:id="rId49"/>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228"/>
    <a:srgbClr val="2D41B4"/>
    <a:srgbClr val="504B4B"/>
    <a:srgbClr val="23B4AA"/>
    <a:srgbClr val="FFAFAA"/>
    <a:srgbClr val="1E1E1E"/>
    <a:srgbClr val="A5A5A5"/>
    <a:srgbClr val="D2D1D1"/>
    <a:srgbClr val="7D7878"/>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2" autoAdjust="0"/>
    <p:restoredTop sz="94660"/>
  </p:normalViewPr>
  <p:slideViewPr>
    <p:cSldViewPr snapToGrid="0">
      <p:cViewPr varScale="1">
        <p:scale>
          <a:sx n="69" d="100"/>
          <a:sy n="69" d="100"/>
        </p:scale>
        <p:origin x="354" y="78"/>
      </p:cViewPr>
      <p:guideLst/>
    </p:cSldViewPr>
  </p:slideViewPr>
  <p:notesTextViewPr>
    <p:cViewPr>
      <p:scale>
        <a:sx n="3" d="2"/>
        <a:sy n="3" d="2"/>
      </p:scale>
      <p:origin x="0" y="0"/>
    </p:cViewPr>
  </p:notesTextViewPr>
  <p:notesViewPr>
    <p:cSldViewPr snapToGrid="0" showGuides="1">
      <p:cViewPr varScale="1">
        <p:scale>
          <a:sx n="84" d="100"/>
          <a:sy n="84" d="100"/>
        </p:scale>
        <p:origin x="2976" y="102"/>
      </p:cViewPr>
      <p:guideLst/>
    </p:cSldViewPr>
  </p:notesViewPr>
  <p:gridSpacing cx="360000" cy="3600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6" Type="http://schemas.openxmlformats.org/officeDocument/2006/relationships/slide" Target="slides/slide7.xml"/><Relationship Id="rId18" Type="http://schemas.openxmlformats.org/officeDocument/2006/relationships/slide" Target="slides/slide9.xml"/><Relationship Id="rId19" Type="http://schemas.openxmlformats.org/officeDocument/2006/relationships/slide" Target="slides/slide10.xml"/><Relationship Id="rId21" Type="http://schemas.openxmlformats.org/officeDocument/2006/relationships/slide" Target="slides/slide12.xml"/><Relationship Id="rId23" Type="http://schemas.openxmlformats.org/officeDocument/2006/relationships/slide" Target="slides/slide14.xml"/><Relationship Id="rId24" Type="http://schemas.openxmlformats.org/officeDocument/2006/relationships/slide" Target="slides/slide15.xml"/><Relationship Id="rId26" Type="http://schemas.openxmlformats.org/officeDocument/2006/relationships/slide" Target="slides/slide17.xml"/><Relationship Id="rId29" Type="http://schemas.openxmlformats.org/officeDocument/2006/relationships/slide" Target="slides/slide20.xml"/><Relationship Id="rId30" Type="http://schemas.openxmlformats.org/officeDocument/2006/relationships/slide" Target="slides/slide21.xml"/><Relationship Id="rId43" Type="http://schemas.openxmlformats.org/officeDocument/2006/relationships/slide" Target="slides/slide34.xml"/><Relationship Id="rId44" Type="http://schemas.openxmlformats.org/officeDocument/2006/relationships/slide" Target="slides/slide35.xml"/><Relationship Id="rId48" Type="http://schemas.openxmlformats.org/officeDocument/2006/relationships/slide" Target="slides/slide39.xml"/><Relationship Id="rId49" Type="http://schemas.openxmlformats.org/officeDocument/2006/relationships/slide" Target="slides/slide40.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customXml" Target="../customXml/item1.xml"/><Relationship Id="rId74" Type="http://schemas.openxmlformats.org/officeDocument/2006/relationships/customXml" Target="../customXml/item2.xml"/><Relationship Id="rId75"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D15707-0965-4200-92FF-ACFEAFE6E787}" type="datetimeFigureOut">
              <a:rPr lang="es-ES" smtClean="0"/>
              <a:t>10/02/2025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A9C7CC-C5F4-4693-B1F7-2A3DC83E93D5}" type="slidenum">
              <a:rPr lang="es-ES" smtClean="0"/>
              <a:t>‹Nº›</a:t>
            </a:fld>
            <a:endParaRPr lang="es-ES"/>
          </a:p>
        </p:txBody>
      </p:sp>
    </p:spTree>
    <p:extLst>
      <p:ext uri="{BB962C8B-B14F-4D97-AF65-F5344CB8AC3E}">
        <p14:creationId xmlns:p14="http://schemas.microsoft.com/office/powerpoint/2010/main" val="2353499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Soy Diana Cruz y presento StrokeLab, un sistema que analiza un vídeo de natación y le dice al entrenador cómo de eficiente es la brazada, en qué momento aparece la fatiga técnica y por qué. Todo funciona con una cámara normal y un portátil sin GPU. [≈ 20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tres familias. Los descendentes, como HRNet o ViTPose, detectan primero a la persona y después sus puntos: son los más precisos en COCO, pero caros en CPU. Los ascendentes, como OpenPose, detectan todos los puntos y luego los agrupan. Y los de una etapa, como YOLO-Pose, sacan la caja y los 17 puntos en una sola pasada. La precisión en COCO está medida con personas en tierra, así que no decide sola: medí los candidatos en mi vídeo subacuático. YOLOv8n detecta igual que YOLOv8s con 3,3 millones de parámetros frente a 11,6 y a 6,6 FPS frente a 3,3, el doble de velocidad; YOLO11n da resultados equivalentes sin ser más rápido; y frente a MoveNet, que fue mi primera elección por fluidez, YOLO detecta con el doble de confianza y da 15 ciclos válidos frente a 3. Como el vídeo anotado se genera después del análisis, la fluidez de MoveNet dejó de importar. [≈ 1 min 15 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una cámara, infinitas posturas 3D dan la misma imagen, así que la profundidad se predice con un modelo que ha aprendido cómo se mueve el cuerpo: MotionBERT, un transformer preentrenado con Human3.6M, actores de pie en un laboratorio. Para acercar el nadador a lo que conoce, centro cada fotograma en la pelvis, giro el tronco a vertical y normalizo la escala; los ángulos no cambian con ese giro. Lo validé comparando con el 2D en vista lateral: codo, hombro y cadera son coherentes, pero la rodilla sale a 107 grados, como sentado, cuando la imagen la muestra casi extendida. Decisión: en lateral uso el 2D y guardo el 3D aparte; de frente o en diagonal, donde el 2D se deforma por la perspectiva, uso el 3D. [≈ 1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Parte de mis vídeos son laterales y parte frontales, y la señal que sirve en uno no sirve en el otro. Primero, la vista se decide sola: divido el vídeo en tramos de 60 segundos y miro la orientación del tronco; de lado es casi horizontal y de frente casi vertical. Un fotograma suelto no basta porque YOLO a veces pone un esqueleto de pie. En lateral cuento brazadas con la profundidad de la mano más profunda: cada máximo es una brazada. Uso la más profunda porque YOLO copia el brazo visible en el oculto. De frente esa profundidad no se ve, así que uso el recorrido de cada muñeca en la dirección en que más se mueve, que saco con PCA, medido en anchos de hombros. El ritmo es la mediana de los intervalos dentro del rango fisiológico de cada estilo, lo que lo hace robusto a los huecos. [≈ 1 min 15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plan inicial era una red recurrente supervisada, pero para entrenarla hacen falta ciclos etiquetados como fatigados, y no los hay. Isolation Forest no los necesita: se entrena solo con la fase fresca del propio nadador. Su idea es sencilla: lo raro se aísla con pocos cortes aleatorios. Si un ciclo queda aislado enseguida, su puntuación se acerca a 1. Además no supone ninguna distribución, tiene coste lineal y, al ser de árboles, admite valores SHAP exactos. Antes de entrenar estandarizo cada variable con la media y la desviación de la fase fresca, y quito las variables redundantes, como la velocidad, que es frecuencia por distancia. [≈ 1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parámetros del detector los fijé a priori y después comprobé su efecto con datos sintéticos, donde sé cuándo empieza la fatiga. El percentil del umbral es lo que más pesa. Con el 90 lo detecta todo, pero con un 30 % de falsas alarmas y antes de tiempo. Con el 99 no hay falsas alarmas, pero pierde un 40 % de las fatigas y llega tarde. El 95 detecta todas, con un 10 % de falsas alarmas, y sitúa el inicio en el centro de la transición. Como contraste uso PELT, un detector de cambios que no tiene nada que ver con Isolation Forest: si los dos coinciden, la detección es más creíble. En la secuencia de 90 s: ciclo 35 frente a ciclo 33. [≈ 1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viene de la teoría de juegos: reparte de forma justa la puntuación de un ciclo entre sus variables, y la suma de las partes da la puntuación. Eso permite explicar un ciclo concreto y también todo el nado. Para modelos de árboles existe TreeSHAP, que calcula los valores exactos, no aproximados, en tiempo polinómico; por eso fue un criterio al elegir Isolation Forest y el bosque aleatorio. Invierto el signo para que positivo signifique «acerca a la fatiga», y en cada ejecución compruebo que la suma de SHAP se mueve con la puntuación: 0,999 en la secuencia de 90 s. [≈ 50 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el estilo empecé con XGBoost y lo cambié por un bosque aleatorio, más sencillo y con SHAP exacto. Lo validé por vídeo, con GroupKFold, para no mezclar ventanas del mismo vídeo en entrenamiento y prueba. Con datos sintéticos acertaba el 100 %. Con vídeos reales, dejando un vídeo fuera, el 45,5 %, apenas por encima del 36,4 % de decir siempre la clase mayoritaria; y dejando fuera a un participante, el 9,1 %: había aprendido a reconocer al nadador, no el estilo. Por eso pasé a reglas que salen de la definición de cada estilo: si las manos se mueven a la vez o alternas, y la altura de la cabeza. Aciertan la familia en 12 de 13 vídeos, que es lo que necesito para contar ciclos. Los umbrales los fijé con esos vídeos, así que el dato es optimista. [≈ 1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no tengo una referencia real de fatiga, construí un generador de datos sintéticos en el que sé la verdad: la frecuencia, la velocidad y el momento exacto en que empieza la fatiga. Con él, el error mediano es del 4,7 % en frecuencia, del 1,3 % en velocidad y del 4,3 % en distancia por ciclo. El detector encuentra la fatiga en el 100 % de los casos con un 10 % de falsas alarmas, y en tiempo real detecta 10 de 10 sin falsas alarmas. Son datos sintéticos y así los presento: sirven para comprobar que el método funciona cuando la verdad se conoce. [≈ 1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resultado no es un número suelto. El vídeo anotado muestra en cada momento si el nadador está fresco o fatigado, el ciclo y la frecuencia, y una barra con la anomalía de cada ciclo y el umbral. El modo en tiempo real hace lo mismo mientras se reproduce el vídeo o la cámara, y muestra las causas de SHAP en directo. Además, el sistema decide solo la vista y la familia del estilo, y procesa listas de vídeos por lotes. [≈ 45 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preguntan por qué YOLOv8n: es el más ligero sin perder detección, y en el vídeo real dio muchos más ciclos válidos que MoveNet. ViTPose se descartó por coste en CPU.</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Ninguna sesión mostró fatiga ni falsas alarmas. Son pasadas cortas a ritmo técnico con descansos, no un esfuerzo continuo. No demuestra la capacidad de detectar fatiga real, pero sí que el sistema no inventa fatiga.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preguntan por la validación con referencia conocida: en vista lateral se estiman frecuencia, velocidad y distancia por ciclo con errores medianos del 4,7, 1,3 y 4,3 %; de frente, la frecuencia con un 0,3 %. El inicio se detecta a los 57,3 s, al comienzo de la transición, y SHAP señala variables alteradas en la simulación.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2.png"/><Relationship Id="rId5"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2.png"/><Relationship Id="rId5"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23.png"/><Relationship Id="rId5" Type="http://schemas.openxmlformats.org/officeDocument/2006/relationships/image" Target="../media/image24.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9.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9.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9.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9.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8.png"/><Relationship Id="rId4" Type="http://schemas.openxmlformats.org/officeDocument/2006/relationships/image" Target="../media/image29.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png"/><Relationship Id="rId4" Type="http://schemas.openxmlformats.org/officeDocument/2006/relationships/image" Target="../media/image6.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image" Target="../media/image5.png"/><Relationship Id="rId5" Type="http://schemas.openxmlformats.org/officeDocument/2006/relationships/image" Target="../media/image6.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5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01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9F0BE85-C225-4003-835C-418D02FC404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1232014" y="2730479"/>
            <a:ext cx="4902086" cy="1442094"/>
          </a:xfrm>
        </p:spPr>
        <p:txBody>
          <a:bodyPr anchor="t">
            <a:normAutofit/>
          </a:bodyPr>
          <a:lstStyle>
            <a:lvl1pPr>
              <a:defRPr sz="4300" b="1">
                <a:solidFill>
                  <a:schemeClr val="bg1"/>
                </a:solidFill>
                <a:latin typeface="Century Gothic" panose="020B0502020202020204" pitchFamily="34" charset="0"/>
              </a:defRPr>
            </a:lvl1pPr>
          </a:lstStyle>
          <a:p>
            <a:r>
              <a:rPr lang="es-ES" dirty="0" err="1"/>
              <a:t>Opienscre</a:t>
            </a:r>
            <a:r>
              <a:rPr lang="es-ES" dirty="0"/>
              <a:t> in </a:t>
            </a:r>
            <a:r>
              <a:rPr lang="es-ES" dirty="0" err="1"/>
              <a:t>restiam</a:t>
            </a:r>
            <a:r>
              <a:rPr lang="es-ES" dirty="0"/>
              <a:t> </a:t>
            </a:r>
            <a:r>
              <a:rPr lang="es-ES" dirty="0" err="1"/>
              <a:t>publis</a:t>
            </a:r>
            <a:r>
              <a:rPr lang="es-ES" dirty="0"/>
              <a:t> </a:t>
            </a:r>
            <a:r>
              <a:rPr lang="es-ES" dirty="0" err="1"/>
              <a:t>hor</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1232014" y="423732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Restiam</a:t>
            </a:r>
            <a:r>
              <a:rPr lang="es-ES" dirty="0"/>
              <a:t> </a:t>
            </a:r>
            <a:r>
              <a:rPr lang="es-ES" dirty="0" err="1"/>
              <a:t>publis</a:t>
            </a:r>
            <a:r>
              <a:rPr lang="es-ES" dirty="0"/>
              <a:t> </a:t>
            </a:r>
            <a:r>
              <a:rPr lang="es-ES" dirty="0" err="1"/>
              <a:t>hore</a:t>
            </a:r>
            <a:r>
              <a:rPr lang="es-ES" dirty="0"/>
              <a:t> </a:t>
            </a:r>
            <a:r>
              <a:rPr lang="es-ES" dirty="0" err="1"/>
              <a:t>estiam</a:t>
            </a:r>
            <a:endParaRPr lang="es-ES" dirty="0"/>
          </a:p>
          <a:p>
            <a:pPr lvl="0"/>
            <a:r>
              <a:rPr lang="es-ES" dirty="0" err="1"/>
              <a:t>Publis</a:t>
            </a:r>
            <a:r>
              <a:rPr lang="es-ES" dirty="0"/>
              <a:t> </a:t>
            </a:r>
            <a:r>
              <a:rPr lang="es-ES" dirty="0" err="1"/>
              <a:t>hore</a:t>
            </a:r>
            <a:r>
              <a:rPr lang="es-ES" dirty="0"/>
              <a:t> </a:t>
            </a:r>
            <a:r>
              <a:rPr lang="es-ES" dirty="0" err="1"/>
              <a:t>hore</a:t>
            </a:r>
            <a:endParaRPr lang="es-ES" dirty="0"/>
          </a:p>
        </p:txBody>
      </p:sp>
      <p:sp>
        <p:nvSpPr>
          <p:cNvPr id="11" name="Marcador de texto 6">
            <a:extLst>
              <a:ext uri="{FF2B5EF4-FFF2-40B4-BE49-F238E27FC236}">
                <a16:creationId xmlns:a16="http://schemas.microsoft.com/office/drawing/2014/main" id="{0A95CA33-F0F0-4110-8F61-E718D61611DC}"/>
              </a:ext>
            </a:extLst>
          </p:cNvPr>
          <p:cNvSpPr>
            <a:spLocks noGrp="1"/>
          </p:cNvSpPr>
          <p:nvPr>
            <p:ph type="body" sz="quarter" idx="11" hasCustomPrompt="1"/>
          </p:nvPr>
        </p:nvSpPr>
        <p:spPr>
          <a:xfrm>
            <a:off x="1232014" y="4979647"/>
            <a:ext cx="4902086" cy="696630"/>
          </a:xfrm>
        </p:spPr>
        <p:txBody>
          <a:bodyPr>
            <a:noAutofit/>
          </a:bodyPr>
          <a:lstStyle>
            <a:lvl1pPr marL="0" indent="0">
              <a:lnSpc>
                <a:spcPts val="2600"/>
              </a:lnSpc>
              <a:spcBef>
                <a:spcPts val="0"/>
              </a:spcBef>
              <a:buNone/>
              <a:defRPr sz="2600" b="1">
                <a:solidFill>
                  <a:schemeClr val="bg1"/>
                </a:solidFill>
              </a:defRPr>
            </a:lvl1pPr>
            <a:lvl2pPr marL="271463" indent="0">
              <a:buNone/>
              <a:defRPr/>
            </a:lvl2pPr>
          </a:lstStyle>
          <a:p>
            <a:pPr lvl="0"/>
            <a:r>
              <a:rPr lang="es-ES" dirty="0"/>
              <a:t>09 de febrero de 2021</a:t>
            </a:r>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5118806" y="5867012"/>
            <a:ext cx="1800493" cy="430887"/>
          </a:xfrm>
          <a:prstGeom prst="rect">
            <a:avLst/>
          </a:prstGeom>
          <a:noFill/>
        </p:spPr>
        <p:txBody>
          <a:bodyPr wrap="none" rtlCol="0">
            <a:spAutoFit/>
          </a:bodyPr>
          <a:lstStyle/>
          <a:p>
            <a:r>
              <a:rPr lang="es-ES" sz="2200" b="1" dirty="0">
                <a:solidFill>
                  <a:schemeClr val="bg1"/>
                </a:solidFill>
              </a:rPr>
              <a:t>Ve más allá</a:t>
            </a:r>
          </a:p>
        </p:txBody>
      </p:sp>
      <p:pic>
        <p:nvPicPr>
          <p:cNvPr id="12" name="Gráfico 11">
            <a:extLst>
              <a:ext uri="{FF2B5EF4-FFF2-40B4-BE49-F238E27FC236}">
                <a16:creationId xmlns:a16="http://schemas.microsoft.com/office/drawing/2014/main" id="{9370E4E4-B71F-49CD-9929-ADF5802DA3D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8038" y="908844"/>
            <a:ext cx="2910840" cy="800100"/>
          </a:xfrm>
          <a:prstGeom prst="rect">
            <a:avLst/>
          </a:prstGeom>
        </p:spPr>
      </p:pic>
    </p:spTree>
    <p:extLst>
      <p:ext uri="{BB962C8B-B14F-4D97-AF65-F5344CB8AC3E}">
        <p14:creationId xmlns:p14="http://schemas.microsoft.com/office/powerpoint/2010/main" val="191313946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a 01 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9F0BE85-C225-4003-835C-418D02FC404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4630397"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1232014" y="2730479"/>
            <a:ext cx="4902086" cy="1442094"/>
          </a:xfrm>
        </p:spPr>
        <p:txBody>
          <a:bodyPr anchor="t">
            <a:normAutofit/>
          </a:bodyPr>
          <a:lstStyle>
            <a:lvl1pPr>
              <a:defRPr sz="4300" b="1">
                <a:solidFill>
                  <a:schemeClr val="bg1"/>
                </a:solidFill>
                <a:latin typeface="Century Gothic" panose="020B0502020202020204" pitchFamily="34" charset="0"/>
              </a:defRPr>
            </a:lvl1pPr>
          </a:lstStyle>
          <a:p>
            <a:r>
              <a:rPr lang="es-ES" dirty="0" err="1"/>
              <a:t>Opienscre</a:t>
            </a:r>
            <a:r>
              <a:rPr lang="es-ES" dirty="0"/>
              <a:t> in </a:t>
            </a:r>
            <a:r>
              <a:rPr lang="es-ES" dirty="0" err="1"/>
              <a:t>restiam</a:t>
            </a:r>
            <a:r>
              <a:rPr lang="es-ES" dirty="0"/>
              <a:t> </a:t>
            </a:r>
            <a:r>
              <a:rPr lang="es-ES" dirty="0" err="1"/>
              <a:t>publis</a:t>
            </a:r>
            <a:r>
              <a:rPr lang="es-ES" dirty="0"/>
              <a:t> </a:t>
            </a:r>
            <a:r>
              <a:rPr lang="es-ES" dirty="0" err="1"/>
              <a:t>hor</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1232014" y="423732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Restiam</a:t>
            </a:r>
            <a:r>
              <a:rPr lang="es-ES" dirty="0"/>
              <a:t> </a:t>
            </a:r>
            <a:r>
              <a:rPr lang="es-ES" dirty="0" err="1"/>
              <a:t>publis</a:t>
            </a:r>
            <a:r>
              <a:rPr lang="es-ES" dirty="0"/>
              <a:t> </a:t>
            </a:r>
            <a:r>
              <a:rPr lang="es-ES" dirty="0" err="1"/>
              <a:t>hore</a:t>
            </a:r>
            <a:r>
              <a:rPr lang="es-ES" dirty="0"/>
              <a:t> </a:t>
            </a:r>
            <a:r>
              <a:rPr lang="es-ES" dirty="0" err="1"/>
              <a:t>estiam</a:t>
            </a:r>
            <a:endParaRPr lang="es-ES" dirty="0"/>
          </a:p>
          <a:p>
            <a:pPr lvl="0"/>
            <a:r>
              <a:rPr lang="es-ES" dirty="0" err="1"/>
              <a:t>Publis</a:t>
            </a:r>
            <a:r>
              <a:rPr lang="es-ES" dirty="0"/>
              <a:t> </a:t>
            </a:r>
            <a:r>
              <a:rPr lang="es-ES" dirty="0" err="1"/>
              <a:t>hore</a:t>
            </a:r>
            <a:r>
              <a:rPr lang="es-ES" dirty="0"/>
              <a:t> </a:t>
            </a:r>
            <a:r>
              <a:rPr lang="es-ES" dirty="0" err="1"/>
              <a:t>hore</a:t>
            </a:r>
            <a:endParaRPr lang="es-ES" dirty="0"/>
          </a:p>
        </p:txBody>
      </p:sp>
      <p:sp>
        <p:nvSpPr>
          <p:cNvPr id="11" name="Marcador de texto 6">
            <a:extLst>
              <a:ext uri="{FF2B5EF4-FFF2-40B4-BE49-F238E27FC236}">
                <a16:creationId xmlns:a16="http://schemas.microsoft.com/office/drawing/2014/main" id="{0A95CA33-F0F0-4110-8F61-E718D61611DC}"/>
              </a:ext>
            </a:extLst>
          </p:cNvPr>
          <p:cNvSpPr>
            <a:spLocks noGrp="1"/>
          </p:cNvSpPr>
          <p:nvPr>
            <p:ph type="body" sz="quarter" idx="11" hasCustomPrompt="1"/>
          </p:nvPr>
        </p:nvSpPr>
        <p:spPr>
          <a:xfrm>
            <a:off x="1232014" y="4979647"/>
            <a:ext cx="4902086" cy="696630"/>
          </a:xfrm>
        </p:spPr>
        <p:txBody>
          <a:bodyPr>
            <a:noAutofit/>
          </a:bodyPr>
          <a:lstStyle>
            <a:lvl1pPr marL="0" indent="0">
              <a:lnSpc>
                <a:spcPts val="2600"/>
              </a:lnSpc>
              <a:spcBef>
                <a:spcPts val="0"/>
              </a:spcBef>
              <a:buNone/>
              <a:defRPr sz="2600" b="1">
                <a:solidFill>
                  <a:schemeClr val="bg1"/>
                </a:solidFill>
              </a:defRPr>
            </a:lvl1pPr>
            <a:lvl2pPr marL="271463" indent="0">
              <a:buNone/>
              <a:defRPr/>
            </a:lvl2pPr>
          </a:lstStyle>
          <a:p>
            <a:pPr lvl="0"/>
            <a:r>
              <a:rPr lang="es-ES" dirty="0"/>
              <a:t>09 de febrero de 2021</a:t>
            </a:r>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5118806" y="5867012"/>
            <a:ext cx="1800493" cy="430887"/>
          </a:xfrm>
          <a:prstGeom prst="rect">
            <a:avLst/>
          </a:prstGeom>
          <a:noFill/>
        </p:spPr>
        <p:txBody>
          <a:bodyPr wrap="none" rtlCol="0">
            <a:spAutoFit/>
          </a:bodyPr>
          <a:lstStyle/>
          <a:p>
            <a:r>
              <a:rPr lang="es-ES" sz="2200" b="1" dirty="0">
                <a:solidFill>
                  <a:schemeClr val="bg1"/>
                </a:solidFill>
              </a:rPr>
              <a:t>Ve más allá</a:t>
            </a:r>
          </a:p>
        </p:txBody>
      </p:sp>
      <p:pic>
        <p:nvPicPr>
          <p:cNvPr id="3" name="Gráfico 2">
            <a:extLst>
              <a:ext uri="{FF2B5EF4-FFF2-40B4-BE49-F238E27FC236}">
                <a16:creationId xmlns:a16="http://schemas.microsoft.com/office/drawing/2014/main" id="{A369E776-9025-4045-AE48-B61FB55551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300004543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ada 02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15" name="Gráfico 14">
            <a:extLst>
              <a:ext uri="{FF2B5EF4-FFF2-40B4-BE49-F238E27FC236}">
                <a16:creationId xmlns:a16="http://schemas.microsoft.com/office/drawing/2014/main" id="{3AA131F7-FE48-4A37-99A2-4382148F7C0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7690871" y="2730479"/>
            <a:ext cx="4902086" cy="1442094"/>
          </a:xfrm>
        </p:spPr>
        <p:txBody>
          <a:bodyPr anchor="t">
            <a:normAutofit/>
          </a:bodyPr>
          <a:lstStyle>
            <a:lvl1pPr>
              <a:defRPr sz="4300" b="1">
                <a:solidFill>
                  <a:schemeClr val="bg1"/>
                </a:solidFill>
                <a:latin typeface="Century Gothic" panose="020B0502020202020204" pitchFamily="34" charset="0"/>
              </a:defRPr>
            </a:lvl1pPr>
          </a:lstStyle>
          <a:p>
            <a:r>
              <a:rPr lang="es-ES" dirty="0" err="1"/>
              <a:t>Opienscre</a:t>
            </a:r>
            <a:r>
              <a:rPr lang="es-ES" dirty="0"/>
              <a:t> in </a:t>
            </a:r>
            <a:r>
              <a:rPr lang="es-ES" dirty="0" err="1"/>
              <a:t>restiam</a:t>
            </a:r>
            <a:r>
              <a:rPr lang="es-ES" dirty="0"/>
              <a:t> </a:t>
            </a:r>
            <a:r>
              <a:rPr lang="es-ES" dirty="0" err="1"/>
              <a:t>publis</a:t>
            </a:r>
            <a:r>
              <a:rPr lang="es-ES" dirty="0"/>
              <a:t> </a:t>
            </a:r>
            <a:r>
              <a:rPr lang="es-ES" dirty="0" err="1"/>
              <a:t>hor</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7690871" y="423732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Restiam</a:t>
            </a:r>
            <a:r>
              <a:rPr lang="es-ES" dirty="0"/>
              <a:t> </a:t>
            </a:r>
            <a:r>
              <a:rPr lang="es-ES" dirty="0" err="1"/>
              <a:t>publis</a:t>
            </a:r>
            <a:r>
              <a:rPr lang="es-ES" dirty="0"/>
              <a:t> </a:t>
            </a:r>
            <a:r>
              <a:rPr lang="es-ES" dirty="0" err="1"/>
              <a:t>hore</a:t>
            </a:r>
            <a:r>
              <a:rPr lang="es-ES" dirty="0"/>
              <a:t> </a:t>
            </a:r>
            <a:r>
              <a:rPr lang="es-ES" dirty="0" err="1"/>
              <a:t>estiam</a:t>
            </a:r>
            <a:endParaRPr lang="es-ES" dirty="0"/>
          </a:p>
          <a:p>
            <a:pPr lvl="0"/>
            <a:r>
              <a:rPr lang="es-ES" dirty="0" err="1"/>
              <a:t>Publis</a:t>
            </a:r>
            <a:r>
              <a:rPr lang="es-ES" dirty="0"/>
              <a:t> </a:t>
            </a:r>
            <a:r>
              <a:rPr lang="es-ES" dirty="0" err="1"/>
              <a:t>hore</a:t>
            </a:r>
            <a:r>
              <a:rPr lang="es-ES" dirty="0"/>
              <a:t> </a:t>
            </a:r>
            <a:r>
              <a:rPr lang="es-ES" dirty="0" err="1"/>
              <a:t>hore</a:t>
            </a:r>
            <a:endParaRPr lang="es-ES" dirty="0"/>
          </a:p>
        </p:txBody>
      </p:sp>
      <p:sp>
        <p:nvSpPr>
          <p:cNvPr id="11" name="Marcador de texto 6">
            <a:extLst>
              <a:ext uri="{FF2B5EF4-FFF2-40B4-BE49-F238E27FC236}">
                <a16:creationId xmlns:a16="http://schemas.microsoft.com/office/drawing/2014/main" id="{0A95CA33-F0F0-4110-8F61-E718D61611DC}"/>
              </a:ext>
            </a:extLst>
          </p:cNvPr>
          <p:cNvSpPr>
            <a:spLocks noGrp="1"/>
          </p:cNvSpPr>
          <p:nvPr>
            <p:ph type="body" sz="quarter" idx="11" hasCustomPrompt="1"/>
          </p:nvPr>
        </p:nvSpPr>
        <p:spPr>
          <a:xfrm>
            <a:off x="7690871" y="4979647"/>
            <a:ext cx="4902086" cy="696630"/>
          </a:xfrm>
        </p:spPr>
        <p:txBody>
          <a:bodyPr>
            <a:noAutofit/>
          </a:bodyPr>
          <a:lstStyle>
            <a:lvl1pPr marL="0" indent="0">
              <a:lnSpc>
                <a:spcPts val="2600"/>
              </a:lnSpc>
              <a:spcBef>
                <a:spcPts val="0"/>
              </a:spcBef>
              <a:buNone/>
              <a:defRPr sz="2600" b="1">
                <a:solidFill>
                  <a:schemeClr val="bg1"/>
                </a:solidFill>
              </a:defRPr>
            </a:lvl1pPr>
            <a:lvl2pPr marL="271463" indent="0">
              <a:buNone/>
              <a:defRPr/>
            </a:lvl2pPr>
          </a:lstStyle>
          <a:p>
            <a:pPr lvl="0"/>
            <a:r>
              <a:rPr lang="es-ES" dirty="0"/>
              <a:t>09 de febrero de 2021</a:t>
            </a:r>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6689024" y="5867012"/>
            <a:ext cx="1800493" cy="430887"/>
          </a:xfrm>
          <a:prstGeom prst="rect">
            <a:avLst/>
          </a:prstGeom>
          <a:noFill/>
        </p:spPr>
        <p:txBody>
          <a:bodyPr wrap="none" rtlCol="0">
            <a:spAutoFit/>
          </a:bodyPr>
          <a:lstStyle/>
          <a:p>
            <a:r>
              <a:rPr lang="es-ES" sz="2200" b="1" dirty="0">
                <a:solidFill>
                  <a:schemeClr val="bg1"/>
                </a:solidFill>
              </a:rPr>
              <a:t>Ve más allá</a:t>
            </a:r>
          </a:p>
        </p:txBody>
      </p:sp>
      <p:pic>
        <p:nvPicPr>
          <p:cNvPr id="9" name="Gráfico 8">
            <a:extLst>
              <a:ext uri="{FF2B5EF4-FFF2-40B4-BE49-F238E27FC236}">
                <a16:creationId xmlns:a16="http://schemas.microsoft.com/office/drawing/2014/main" id="{CEDA1D87-413B-4A5E-A34F-3C9CA2BA7C4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18038" y="908844"/>
            <a:ext cx="2910840" cy="800100"/>
          </a:xfrm>
          <a:prstGeom prst="rect">
            <a:avLst/>
          </a:prstGeom>
        </p:spPr>
      </p:pic>
    </p:spTree>
    <p:extLst>
      <p:ext uri="{BB962C8B-B14F-4D97-AF65-F5344CB8AC3E}">
        <p14:creationId xmlns:p14="http://schemas.microsoft.com/office/powerpoint/2010/main" val="263083585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ada 02 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390F3110-B03E-467A-B204-79CB33AD5E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12" name="Título 12">
            <a:extLst>
              <a:ext uri="{FF2B5EF4-FFF2-40B4-BE49-F238E27FC236}">
                <a16:creationId xmlns:a16="http://schemas.microsoft.com/office/drawing/2014/main" id="{687D23B1-A2E4-47D2-9145-B941FAC926A8}"/>
              </a:ext>
            </a:extLst>
          </p:cNvPr>
          <p:cNvSpPr>
            <a:spLocks noGrp="1"/>
          </p:cNvSpPr>
          <p:nvPr>
            <p:ph type="title" hasCustomPrompt="1"/>
          </p:nvPr>
        </p:nvSpPr>
        <p:spPr>
          <a:xfrm>
            <a:off x="7690871" y="2730479"/>
            <a:ext cx="4902086" cy="1442094"/>
          </a:xfrm>
        </p:spPr>
        <p:txBody>
          <a:bodyPr anchor="t">
            <a:normAutofit/>
          </a:bodyPr>
          <a:lstStyle>
            <a:lvl1pPr>
              <a:defRPr sz="4300" b="1">
                <a:solidFill>
                  <a:schemeClr val="bg1"/>
                </a:solidFill>
                <a:latin typeface="Century Gothic" panose="020B0502020202020204" pitchFamily="34" charset="0"/>
              </a:defRPr>
            </a:lvl1pPr>
          </a:lstStyle>
          <a:p>
            <a:r>
              <a:rPr lang="es-ES" dirty="0" err="1"/>
              <a:t>Opienscre</a:t>
            </a:r>
            <a:r>
              <a:rPr lang="es-ES" dirty="0"/>
              <a:t> in </a:t>
            </a:r>
            <a:r>
              <a:rPr lang="es-ES" dirty="0" err="1"/>
              <a:t>restiam</a:t>
            </a:r>
            <a:r>
              <a:rPr lang="es-ES" dirty="0"/>
              <a:t> </a:t>
            </a:r>
            <a:r>
              <a:rPr lang="es-ES" dirty="0" err="1"/>
              <a:t>publis</a:t>
            </a:r>
            <a:r>
              <a:rPr lang="es-ES" dirty="0"/>
              <a:t> </a:t>
            </a:r>
            <a:r>
              <a:rPr lang="es-ES" dirty="0" err="1"/>
              <a:t>hor</a:t>
            </a:r>
            <a:endParaRPr lang="es-ES" dirty="0"/>
          </a:p>
        </p:txBody>
      </p:sp>
      <p:sp>
        <p:nvSpPr>
          <p:cNvPr id="15" name="Marcador de texto 6">
            <a:extLst>
              <a:ext uri="{FF2B5EF4-FFF2-40B4-BE49-F238E27FC236}">
                <a16:creationId xmlns:a16="http://schemas.microsoft.com/office/drawing/2014/main" id="{0C1055D0-D668-4CEA-98EF-3D27C3A7A835}"/>
              </a:ext>
            </a:extLst>
          </p:cNvPr>
          <p:cNvSpPr>
            <a:spLocks noGrp="1"/>
          </p:cNvSpPr>
          <p:nvPr>
            <p:ph type="body" sz="quarter" idx="10" hasCustomPrompt="1"/>
          </p:nvPr>
        </p:nvSpPr>
        <p:spPr>
          <a:xfrm>
            <a:off x="7690871" y="423732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Restiam</a:t>
            </a:r>
            <a:r>
              <a:rPr lang="es-ES" dirty="0"/>
              <a:t> </a:t>
            </a:r>
            <a:r>
              <a:rPr lang="es-ES" dirty="0" err="1"/>
              <a:t>publis</a:t>
            </a:r>
            <a:r>
              <a:rPr lang="es-ES" dirty="0"/>
              <a:t> </a:t>
            </a:r>
            <a:r>
              <a:rPr lang="es-ES" dirty="0" err="1"/>
              <a:t>hore</a:t>
            </a:r>
            <a:r>
              <a:rPr lang="es-ES" dirty="0"/>
              <a:t> </a:t>
            </a:r>
            <a:r>
              <a:rPr lang="es-ES" dirty="0" err="1"/>
              <a:t>estiam</a:t>
            </a:r>
            <a:endParaRPr lang="es-ES" dirty="0"/>
          </a:p>
          <a:p>
            <a:pPr lvl="0"/>
            <a:r>
              <a:rPr lang="es-ES" dirty="0" err="1"/>
              <a:t>Publis</a:t>
            </a:r>
            <a:r>
              <a:rPr lang="es-ES" dirty="0"/>
              <a:t> </a:t>
            </a:r>
            <a:r>
              <a:rPr lang="es-ES" dirty="0" err="1"/>
              <a:t>hore</a:t>
            </a:r>
            <a:r>
              <a:rPr lang="es-ES" dirty="0"/>
              <a:t> </a:t>
            </a:r>
            <a:r>
              <a:rPr lang="es-ES" dirty="0" err="1"/>
              <a:t>hore</a:t>
            </a:r>
            <a:endParaRPr lang="es-ES" dirty="0"/>
          </a:p>
        </p:txBody>
      </p:sp>
      <p:sp>
        <p:nvSpPr>
          <p:cNvPr id="16" name="Marcador de texto 6">
            <a:extLst>
              <a:ext uri="{FF2B5EF4-FFF2-40B4-BE49-F238E27FC236}">
                <a16:creationId xmlns:a16="http://schemas.microsoft.com/office/drawing/2014/main" id="{520D1EEB-61C8-4F89-A922-A3F95BE81C1A}"/>
              </a:ext>
            </a:extLst>
          </p:cNvPr>
          <p:cNvSpPr>
            <a:spLocks noGrp="1"/>
          </p:cNvSpPr>
          <p:nvPr>
            <p:ph type="body" sz="quarter" idx="11" hasCustomPrompt="1"/>
          </p:nvPr>
        </p:nvSpPr>
        <p:spPr>
          <a:xfrm>
            <a:off x="7690871" y="4979647"/>
            <a:ext cx="4902086" cy="696630"/>
          </a:xfrm>
        </p:spPr>
        <p:txBody>
          <a:bodyPr>
            <a:noAutofit/>
          </a:bodyPr>
          <a:lstStyle>
            <a:lvl1pPr marL="0" indent="0">
              <a:lnSpc>
                <a:spcPts val="2600"/>
              </a:lnSpc>
              <a:spcBef>
                <a:spcPts val="0"/>
              </a:spcBef>
              <a:buNone/>
              <a:defRPr sz="2600" b="1">
                <a:solidFill>
                  <a:schemeClr val="bg1"/>
                </a:solidFill>
              </a:defRPr>
            </a:lvl1pPr>
            <a:lvl2pPr marL="271463" indent="0">
              <a:buNone/>
              <a:defRPr/>
            </a:lvl2pPr>
          </a:lstStyle>
          <a:p>
            <a:pPr lvl="0"/>
            <a:r>
              <a:rPr lang="es-ES" dirty="0"/>
              <a:t>09 de febrero de 2021</a:t>
            </a:r>
          </a:p>
        </p:txBody>
      </p:sp>
      <p:sp>
        <p:nvSpPr>
          <p:cNvPr id="17" name="CuadroTexto 16">
            <a:extLst>
              <a:ext uri="{FF2B5EF4-FFF2-40B4-BE49-F238E27FC236}">
                <a16:creationId xmlns:a16="http://schemas.microsoft.com/office/drawing/2014/main" id="{F04B9E36-C6C2-4B31-AACB-24F008FF04FE}"/>
              </a:ext>
            </a:extLst>
          </p:cNvPr>
          <p:cNvSpPr txBox="1"/>
          <p:nvPr userDrawn="1"/>
        </p:nvSpPr>
        <p:spPr>
          <a:xfrm>
            <a:off x="6689024" y="5867012"/>
            <a:ext cx="1800493" cy="430887"/>
          </a:xfrm>
          <a:prstGeom prst="rect">
            <a:avLst/>
          </a:prstGeom>
          <a:noFill/>
        </p:spPr>
        <p:txBody>
          <a:bodyPr wrap="none" rtlCol="0">
            <a:spAutoFit/>
          </a:bodyPr>
          <a:lstStyle/>
          <a:p>
            <a:r>
              <a:rPr lang="es-ES" sz="2200" b="1" dirty="0">
                <a:solidFill>
                  <a:schemeClr val="bg1"/>
                </a:solidFill>
              </a:rPr>
              <a:t>Ve más allá</a:t>
            </a:r>
          </a:p>
        </p:txBody>
      </p:sp>
      <p:pic>
        <p:nvPicPr>
          <p:cNvPr id="10" name="Gráfico 9">
            <a:extLst>
              <a:ext uri="{FF2B5EF4-FFF2-40B4-BE49-F238E27FC236}">
                <a16:creationId xmlns:a16="http://schemas.microsoft.com/office/drawing/2014/main" id="{2002B7AF-0789-4D75-B8F0-4A6854252C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418603138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rtada 03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14E8383-EBBB-43A5-8288-826364F072D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4630397"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1232014" y="2730479"/>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1232014" y="362959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2711316" y="6662208"/>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2" name="Marcador de texto 6">
            <a:extLst>
              <a:ext uri="{FF2B5EF4-FFF2-40B4-BE49-F238E27FC236}">
                <a16:creationId xmlns:a16="http://schemas.microsoft.com/office/drawing/2014/main" id="{604FA656-0B6E-4A60-99B0-9022B34BDB51}"/>
              </a:ext>
            </a:extLst>
          </p:cNvPr>
          <p:cNvSpPr>
            <a:spLocks noGrp="1"/>
          </p:cNvSpPr>
          <p:nvPr>
            <p:ph type="body" sz="quarter" idx="11" hasCustomPrompt="1"/>
          </p:nvPr>
        </p:nvSpPr>
        <p:spPr>
          <a:xfrm>
            <a:off x="3644957" y="5152734"/>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5" name="Marcador de texto 6">
            <a:extLst>
              <a:ext uri="{FF2B5EF4-FFF2-40B4-BE49-F238E27FC236}">
                <a16:creationId xmlns:a16="http://schemas.microsoft.com/office/drawing/2014/main" id="{3991318B-056F-4F2D-9698-07C899C14601}"/>
              </a:ext>
            </a:extLst>
          </p:cNvPr>
          <p:cNvSpPr>
            <a:spLocks noGrp="1"/>
          </p:cNvSpPr>
          <p:nvPr>
            <p:ph type="body" sz="quarter" idx="12" hasCustomPrompt="1"/>
          </p:nvPr>
        </p:nvSpPr>
        <p:spPr>
          <a:xfrm>
            <a:off x="3644957" y="5783254"/>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6" name="Marcador de texto 6">
            <a:extLst>
              <a:ext uri="{FF2B5EF4-FFF2-40B4-BE49-F238E27FC236}">
                <a16:creationId xmlns:a16="http://schemas.microsoft.com/office/drawing/2014/main" id="{EB186090-37AA-4F50-967D-3BDBD7F875A2}"/>
              </a:ext>
            </a:extLst>
          </p:cNvPr>
          <p:cNvSpPr>
            <a:spLocks noGrp="1"/>
          </p:cNvSpPr>
          <p:nvPr>
            <p:ph type="body" sz="quarter" idx="13" hasCustomPrompt="1"/>
          </p:nvPr>
        </p:nvSpPr>
        <p:spPr>
          <a:xfrm>
            <a:off x="3644957" y="5392438"/>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pic>
        <p:nvPicPr>
          <p:cNvPr id="17" name="Gráfico 16">
            <a:extLst>
              <a:ext uri="{FF2B5EF4-FFF2-40B4-BE49-F238E27FC236}">
                <a16:creationId xmlns:a16="http://schemas.microsoft.com/office/drawing/2014/main" id="{CF431FBC-869A-42BD-8876-A0B0DA4D2D2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8038" y="908844"/>
            <a:ext cx="2910840" cy="800100"/>
          </a:xfrm>
          <a:prstGeom prst="rect">
            <a:avLst/>
          </a:prstGeom>
        </p:spPr>
      </p:pic>
    </p:spTree>
    <p:extLst>
      <p:ext uri="{BB962C8B-B14F-4D97-AF65-F5344CB8AC3E}">
        <p14:creationId xmlns:p14="http://schemas.microsoft.com/office/powerpoint/2010/main" val="46563063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ortada 03 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14E8383-EBBB-43A5-8288-826364F072D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4630397" cy="8229598"/>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1232014" y="2730479"/>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1232014" y="362959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2711316" y="6662208"/>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2" name="Marcador de texto 6">
            <a:extLst>
              <a:ext uri="{FF2B5EF4-FFF2-40B4-BE49-F238E27FC236}">
                <a16:creationId xmlns:a16="http://schemas.microsoft.com/office/drawing/2014/main" id="{604FA656-0B6E-4A60-99B0-9022B34BDB51}"/>
              </a:ext>
            </a:extLst>
          </p:cNvPr>
          <p:cNvSpPr>
            <a:spLocks noGrp="1"/>
          </p:cNvSpPr>
          <p:nvPr>
            <p:ph type="body" sz="quarter" idx="11" hasCustomPrompt="1"/>
          </p:nvPr>
        </p:nvSpPr>
        <p:spPr>
          <a:xfrm>
            <a:off x="3644957" y="5152734"/>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5" name="Marcador de texto 6">
            <a:extLst>
              <a:ext uri="{FF2B5EF4-FFF2-40B4-BE49-F238E27FC236}">
                <a16:creationId xmlns:a16="http://schemas.microsoft.com/office/drawing/2014/main" id="{3991318B-056F-4F2D-9698-07C899C14601}"/>
              </a:ext>
            </a:extLst>
          </p:cNvPr>
          <p:cNvSpPr>
            <a:spLocks noGrp="1"/>
          </p:cNvSpPr>
          <p:nvPr>
            <p:ph type="body" sz="quarter" idx="12" hasCustomPrompt="1"/>
          </p:nvPr>
        </p:nvSpPr>
        <p:spPr>
          <a:xfrm>
            <a:off x="3644957" y="5783254"/>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6" name="Marcador de texto 6">
            <a:extLst>
              <a:ext uri="{FF2B5EF4-FFF2-40B4-BE49-F238E27FC236}">
                <a16:creationId xmlns:a16="http://schemas.microsoft.com/office/drawing/2014/main" id="{EB186090-37AA-4F50-967D-3BDBD7F875A2}"/>
              </a:ext>
            </a:extLst>
          </p:cNvPr>
          <p:cNvSpPr>
            <a:spLocks noGrp="1"/>
          </p:cNvSpPr>
          <p:nvPr>
            <p:ph type="body" sz="quarter" idx="13" hasCustomPrompt="1"/>
          </p:nvPr>
        </p:nvSpPr>
        <p:spPr>
          <a:xfrm>
            <a:off x="3644957" y="5392438"/>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pic>
        <p:nvPicPr>
          <p:cNvPr id="17" name="Gráfico 16">
            <a:extLst>
              <a:ext uri="{FF2B5EF4-FFF2-40B4-BE49-F238E27FC236}">
                <a16:creationId xmlns:a16="http://schemas.microsoft.com/office/drawing/2014/main" id="{D71C7A76-B3FC-4D82-9E7A-2B97594E11D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1557260332"/>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ortada 04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480EAAD8-7A6F-435E-A8EC-6782A258B5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8460128" y="2730479"/>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8460128" y="362959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9081650" y="6662208"/>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2" name="Marcador de texto 6">
            <a:extLst>
              <a:ext uri="{FF2B5EF4-FFF2-40B4-BE49-F238E27FC236}">
                <a16:creationId xmlns:a16="http://schemas.microsoft.com/office/drawing/2014/main" id="{604FA656-0B6E-4A60-99B0-9022B34BDB51}"/>
              </a:ext>
            </a:extLst>
          </p:cNvPr>
          <p:cNvSpPr>
            <a:spLocks noGrp="1"/>
          </p:cNvSpPr>
          <p:nvPr>
            <p:ph type="body" sz="quarter" idx="11" hasCustomPrompt="1"/>
          </p:nvPr>
        </p:nvSpPr>
        <p:spPr>
          <a:xfrm>
            <a:off x="6907100" y="5152734"/>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5" name="Marcador de texto 6">
            <a:extLst>
              <a:ext uri="{FF2B5EF4-FFF2-40B4-BE49-F238E27FC236}">
                <a16:creationId xmlns:a16="http://schemas.microsoft.com/office/drawing/2014/main" id="{3991318B-056F-4F2D-9698-07C899C14601}"/>
              </a:ext>
            </a:extLst>
          </p:cNvPr>
          <p:cNvSpPr>
            <a:spLocks noGrp="1"/>
          </p:cNvSpPr>
          <p:nvPr>
            <p:ph type="body" sz="quarter" idx="12" hasCustomPrompt="1"/>
          </p:nvPr>
        </p:nvSpPr>
        <p:spPr>
          <a:xfrm>
            <a:off x="6907100" y="5783254"/>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6" name="Marcador de texto 6">
            <a:extLst>
              <a:ext uri="{FF2B5EF4-FFF2-40B4-BE49-F238E27FC236}">
                <a16:creationId xmlns:a16="http://schemas.microsoft.com/office/drawing/2014/main" id="{EB186090-37AA-4F50-967D-3BDBD7F875A2}"/>
              </a:ext>
            </a:extLst>
          </p:cNvPr>
          <p:cNvSpPr>
            <a:spLocks noGrp="1"/>
          </p:cNvSpPr>
          <p:nvPr>
            <p:ph type="body" sz="quarter" idx="13" hasCustomPrompt="1"/>
          </p:nvPr>
        </p:nvSpPr>
        <p:spPr>
          <a:xfrm>
            <a:off x="6907100" y="5392438"/>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pic>
        <p:nvPicPr>
          <p:cNvPr id="11" name="Gráfico 10">
            <a:extLst>
              <a:ext uri="{FF2B5EF4-FFF2-40B4-BE49-F238E27FC236}">
                <a16:creationId xmlns:a16="http://schemas.microsoft.com/office/drawing/2014/main" id="{7D477561-B3ED-45D0-B1A9-8965EAF07DA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18038" y="908844"/>
            <a:ext cx="2910840" cy="800100"/>
          </a:xfrm>
          <a:prstGeom prst="rect">
            <a:avLst/>
          </a:prstGeom>
        </p:spPr>
      </p:pic>
    </p:spTree>
    <p:extLst>
      <p:ext uri="{BB962C8B-B14F-4D97-AF65-F5344CB8AC3E}">
        <p14:creationId xmlns:p14="http://schemas.microsoft.com/office/powerpoint/2010/main" val="13541662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ortada 04 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07A6838A-54ED-4793-920B-D51FFB65AF7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8460128" y="2730479"/>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8460128" y="3629590"/>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9081650" y="6662208"/>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2" name="Marcador de texto 6">
            <a:extLst>
              <a:ext uri="{FF2B5EF4-FFF2-40B4-BE49-F238E27FC236}">
                <a16:creationId xmlns:a16="http://schemas.microsoft.com/office/drawing/2014/main" id="{604FA656-0B6E-4A60-99B0-9022B34BDB51}"/>
              </a:ext>
            </a:extLst>
          </p:cNvPr>
          <p:cNvSpPr>
            <a:spLocks noGrp="1"/>
          </p:cNvSpPr>
          <p:nvPr>
            <p:ph type="body" sz="quarter" idx="11" hasCustomPrompt="1"/>
          </p:nvPr>
        </p:nvSpPr>
        <p:spPr>
          <a:xfrm>
            <a:off x="6907100" y="5152734"/>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5" name="Marcador de texto 6">
            <a:extLst>
              <a:ext uri="{FF2B5EF4-FFF2-40B4-BE49-F238E27FC236}">
                <a16:creationId xmlns:a16="http://schemas.microsoft.com/office/drawing/2014/main" id="{3991318B-056F-4F2D-9698-07C899C14601}"/>
              </a:ext>
            </a:extLst>
          </p:cNvPr>
          <p:cNvSpPr>
            <a:spLocks noGrp="1"/>
          </p:cNvSpPr>
          <p:nvPr>
            <p:ph type="body" sz="quarter" idx="12" hasCustomPrompt="1"/>
          </p:nvPr>
        </p:nvSpPr>
        <p:spPr>
          <a:xfrm>
            <a:off x="6907100" y="5783254"/>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6" name="Marcador de texto 6">
            <a:extLst>
              <a:ext uri="{FF2B5EF4-FFF2-40B4-BE49-F238E27FC236}">
                <a16:creationId xmlns:a16="http://schemas.microsoft.com/office/drawing/2014/main" id="{EB186090-37AA-4F50-967D-3BDBD7F875A2}"/>
              </a:ext>
            </a:extLst>
          </p:cNvPr>
          <p:cNvSpPr>
            <a:spLocks noGrp="1"/>
          </p:cNvSpPr>
          <p:nvPr>
            <p:ph type="body" sz="quarter" idx="13" hasCustomPrompt="1"/>
          </p:nvPr>
        </p:nvSpPr>
        <p:spPr>
          <a:xfrm>
            <a:off x="6907100" y="5392438"/>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pic>
        <p:nvPicPr>
          <p:cNvPr id="17" name="Gráfico 16">
            <a:extLst>
              <a:ext uri="{FF2B5EF4-FFF2-40B4-BE49-F238E27FC236}">
                <a16:creationId xmlns:a16="http://schemas.microsoft.com/office/drawing/2014/main" id="{B7025F53-D008-456B-8B64-2AF0FCED69C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80678012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rtada Postgrado 01 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A7C86FC7-5A1A-4090-9272-7DF1802A6DF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7666679" y="1251634"/>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7666679" y="2150745"/>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9089538" y="5891847"/>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2" name="Marcador de texto 6">
            <a:extLst>
              <a:ext uri="{FF2B5EF4-FFF2-40B4-BE49-F238E27FC236}">
                <a16:creationId xmlns:a16="http://schemas.microsoft.com/office/drawing/2014/main" id="{604FA656-0B6E-4A60-99B0-9022B34BDB51}"/>
              </a:ext>
            </a:extLst>
          </p:cNvPr>
          <p:cNvSpPr>
            <a:spLocks noGrp="1"/>
          </p:cNvSpPr>
          <p:nvPr>
            <p:ph type="body" sz="quarter" idx="11" hasCustomPrompt="1"/>
          </p:nvPr>
        </p:nvSpPr>
        <p:spPr>
          <a:xfrm>
            <a:off x="6777679" y="4301138"/>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5" name="Marcador de texto 6">
            <a:extLst>
              <a:ext uri="{FF2B5EF4-FFF2-40B4-BE49-F238E27FC236}">
                <a16:creationId xmlns:a16="http://schemas.microsoft.com/office/drawing/2014/main" id="{3991318B-056F-4F2D-9698-07C899C14601}"/>
              </a:ext>
            </a:extLst>
          </p:cNvPr>
          <p:cNvSpPr>
            <a:spLocks noGrp="1"/>
          </p:cNvSpPr>
          <p:nvPr>
            <p:ph type="body" sz="quarter" idx="12" hasCustomPrompt="1"/>
          </p:nvPr>
        </p:nvSpPr>
        <p:spPr>
          <a:xfrm>
            <a:off x="6777679" y="4931658"/>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6" name="Marcador de texto 6">
            <a:extLst>
              <a:ext uri="{FF2B5EF4-FFF2-40B4-BE49-F238E27FC236}">
                <a16:creationId xmlns:a16="http://schemas.microsoft.com/office/drawing/2014/main" id="{EB186090-37AA-4F50-967D-3BDBD7F875A2}"/>
              </a:ext>
            </a:extLst>
          </p:cNvPr>
          <p:cNvSpPr>
            <a:spLocks noGrp="1"/>
          </p:cNvSpPr>
          <p:nvPr>
            <p:ph type="body" sz="quarter" idx="13" hasCustomPrompt="1"/>
          </p:nvPr>
        </p:nvSpPr>
        <p:spPr>
          <a:xfrm>
            <a:off x="6777679" y="4540842"/>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pic>
        <p:nvPicPr>
          <p:cNvPr id="18" name="Gráfico 17">
            <a:extLst>
              <a:ext uri="{FF2B5EF4-FFF2-40B4-BE49-F238E27FC236}">
                <a16:creationId xmlns:a16="http://schemas.microsoft.com/office/drawing/2014/main" id="{C5C40D8B-4E89-4E84-A91A-99610A7D38F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3338474058"/>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ortada Postgrado 01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15" name="Gráfico 14">
            <a:extLst>
              <a:ext uri="{FF2B5EF4-FFF2-40B4-BE49-F238E27FC236}">
                <a16:creationId xmlns:a16="http://schemas.microsoft.com/office/drawing/2014/main" id="{FDF6CC3E-2001-470F-B923-CF9DC1D22F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8038" y="908844"/>
            <a:ext cx="2910840" cy="800100"/>
          </a:xfrm>
          <a:prstGeom prst="rect">
            <a:avLst/>
          </a:prstGeom>
        </p:spPr>
      </p:pic>
      <p:pic>
        <p:nvPicPr>
          <p:cNvPr id="6" name="Imagen 5">
            <a:extLst>
              <a:ext uri="{FF2B5EF4-FFF2-40B4-BE49-F238E27FC236}">
                <a16:creationId xmlns:a16="http://schemas.microsoft.com/office/drawing/2014/main" id="{A7C86FC7-5A1A-4090-9272-7DF1802A6DF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 y="-11995"/>
            <a:ext cx="14630397"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7666679" y="1251634"/>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7666679" y="2150745"/>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4" name="CuadroTexto 13">
            <a:extLst>
              <a:ext uri="{FF2B5EF4-FFF2-40B4-BE49-F238E27FC236}">
                <a16:creationId xmlns:a16="http://schemas.microsoft.com/office/drawing/2014/main" id="{2BD999AF-4FA8-4A34-BC9D-244C3E9A73D6}"/>
              </a:ext>
            </a:extLst>
          </p:cNvPr>
          <p:cNvSpPr txBox="1"/>
          <p:nvPr userDrawn="1"/>
        </p:nvSpPr>
        <p:spPr>
          <a:xfrm>
            <a:off x="9089538" y="5891847"/>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0" name="Marcador de texto 6">
            <a:extLst>
              <a:ext uri="{FF2B5EF4-FFF2-40B4-BE49-F238E27FC236}">
                <a16:creationId xmlns:a16="http://schemas.microsoft.com/office/drawing/2014/main" id="{1D7EC42F-D5BA-42B2-93A1-4025C46665B2}"/>
              </a:ext>
            </a:extLst>
          </p:cNvPr>
          <p:cNvSpPr>
            <a:spLocks noGrp="1"/>
          </p:cNvSpPr>
          <p:nvPr>
            <p:ph type="body" sz="quarter" idx="11" hasCustomPrompt="1"/>
          </p:nvPr>
        </p:nvSpPr>
        <p:spPr>
          <a:xfrm>
            <a:off x="6777679" y="4301138"/>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7" name="Marcador de texto 6">
            <a:extLst>
              <a:ext uri="{FF2B5EF4-FFF2-40B4-BE49-F238E27FC236}">
                <a16:creationId xmlns:a16="http://schemas.microsoft.com/office/drawing/2014/main" id="{37327B23-2573-4A9B-9DAE-80306377F0E0}"/>
              </a:ext>
            </a:extLst>
          </p:cNvPr>
          <p:cNvSpPr>
            <a:spLocks noGrp="1"/>
          </p:cNvSpPr>
          <p:nvPr>
            <p:ph type="body" sz="quarter" idx="12" hasCustomPrompt="1"/>
          </p:nvPr>
        </p:nvSpPr>
        <p:spPr>
          <a:xfrm>
            <a:off x="6777679" y="4931658"/>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8" name="Marcador de texto 6">
            <a:extLst>
              <a:ext uri="{FF2B5EF4-FFF2-40B4-BE49-F238E27FC236}">
                <a16:creationId xmlns:a16="http://schemas.microsoft.com/office/drawing/2014/main" id="{555CB57D-40B9-47B3-9D19-DBE91B8BE3BA}"/>
              </a:ext>
            </a:extLst>
          </p:cNvPr>
          <p:cNvSpPr>
            <a:spLocks noGrp="1"/>
          </p:cNvSpPr>
          <p:nvPr>
            <p:ph type="body" sz="quarter" idx="13" hasCustomPrompt="1"/>
          </p:nvPr>
        </p:nvSpPr>
        <p:spPr>
          <a:xfrm>
            <a:off x="6777679" y="4540842"/>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spTree>
    <p:extLst>
      <p:ext uri="{BB962C8B-B14F-4D97-AF65-F5344CB8AC3E}">
        <p14:creationId xmlns:p14="http://schemas.microsoft.com/office/powerpoint/2010/main" val="176290271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ortada Postgrado 02_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3720937-C11B-4355-8352-F40F0B3DB1E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7666679" y="1251634"/>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7666679" y="2150745"/>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2" name="Marcador de texto 6">
            <a:extLst>
              <a:ext uri="{FF2B5EF4-FFF2-40B4-BE49-F238E27FC236}">
                <a16:creationId xmlns:a16="http://schemas.microsoft.com/office/drawing/2014/main" id="{604FA656-0B6E-4A60-99B0-9022B34BDB51}"/>
              </a:ext>
            </a:extLst>
          </p:cNvPr>
          <p:cNvSpPr>
            <a:spLocks noGrp="1"/>
          </p:cNvSpPr>
          <p:nvPr>
            <p:ph type="body" sz="quarter" idx="11" hasCustomPrompt="1"/>
          </p:nvPr>
        </p:nvSpPr>
        <p:spPr>
          <a:xfrm>
            <a:off x="6780854" y="4301138"/>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5" name="Marcador de texto 6">
            <a:extLst>
              <a:ext uri="{FF2B5EF4-FFF2-40B4-BE49-F238E27FC236}">
                <a16:creationId xmlns:a16="http://schemas.microsoft.com/office/drawing/2014/main" id="{3991318B-056F-4F2D-9698-07C899C14601}"/>
              </a:ext>
            </a:extLst>
          </p:cNvPr>
          <p:cNvSpPr>
            <a:spLocks noGrp="1"/>
          </p:cNvSpPr>
          <p:nvPr>
            <p:ph type="body" sz="quarter" idx="12" hasCustomPrompt="1"/>
          </p:nvPr>
        </p:nvSpPr>
        <p:spPr>
          <a:xfrm>
            <a:off x="6780854" y="4931658"/>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16" name="Marcador de texto 6">
            <a:extLst>
              <a:ext uri="{FF2B5EF4-FFF2-40B4-BE49-F238E27FC236}">
                <a16:creationId xmlns:a16="http://schemas.microsoft.com/office/drawing/2014/main" id="{EB186090-37AA-4F50-967D-3BDBD7F875A2}"/>
              </a:ext>
            </a:extLst>
          </p:cNvPr>
          <p:cNvSpPr>
            <a:spLocks noGrp="1"/>
          </p:cNvSpPr>
          <p:nvPr>
            <p:ph type="body" sz="quarter" idx="13" hasCustomPrompt="1"/>
          </p:nvPr>
        </p:nvSpPr>
        <p:spPr>
          <a:xfrm>
            <a:off x="6780854" y="4540842"/>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sp>
        <p:nvSpPr>
          <p:cNvPr id="17" name="CuadroTexto 16">
            <a:extLst>
              <a:ext uri="{FF2B5EF4-FFF2-40B4-BE49-F238E27FC236}">
                <a16:creationId xmlns:a16="http://schemas.microsoft.com/office/drawing/2014/main" id="{110EE0B2-CBE1-4867-8036-431D8B048DA9}"/>
              </a:ext>
            </a:extLst>
          </p:cNvPr>
          <p:cNvSpPr txBox="1"/>
          <p:nvPr userDrawn="1"/>
        </p:nvSpPr>
        <p:spPr>
          <a:xfrm>
            <a:off x="10692101" y="6706077"/>
            <a:ext cx="1800493" cy="430887"/>
          </a:xfrm>
          <a:prstGeom prst="rect">
            <a:avLst/>
          </a:prstGeom>
          <a:noFill/>
        </p:spPr>
        <p:txBody>
          <a:bodyPr wrap="none" rtlCol="0">
            <a:spAutoFit/>
          </a:bodyPr>
          <a:lstStyle/>
          <a:p>
            <a:r>
              <a:rPr lang="es-ES" sz="2200" b="1" dirty="0">
                <a:solidFill>
                  <a:srgbClr val="1E1E1E"/>
                </a:solidFill>
              </a:rPr>
              <a:t>Ve más allá</a:t>
            </a:r>
          </a:p>
        </p:txBody>
      </p:sp>
      <p:pic>
        <p:nvPicPr>
          <p:cNvPr id="14" name="Gráfico 13">
            <a:extLst>
              <a:ext uri="{FF2B5EF4-FFF2-40B4-BE49-F238E27FC236}">
                <a16:creationId xmlns:a16="http://schemas.microsoft.com/office/drawing/2014/main" id="{85240EFF-F9FA-4BD4-B5F5-57D533E60BB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44432412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rtada Postgrado 02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12" name="Gráfico 11">
            <a:extLst>
              <a:ext uri="{FF2B5EF4-FFF2-40B4-BE49-F238E27FC236}">
                <a16:creationId xmlns:a16="http://schemas.microsoft.com/office/drawing/2014/main" id="{CF03BCA2-3200-43B6-9331-514527A1E4E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8038" y="908844"/>
            <a:ext cx="2910840" cy="800100"/>
          </a:xfrm>
          <a:prstGeom prst="rect">
            <a:avLst/>
          </a:prstGeom>
        </p:spPr>
      </p:pic>
      <p:pic>
        <p:nvPicPr>
          <p:cNvPr id="5" name="Imagen 4">
            <a:extLst>
              <a:ext uri="{FF2B5EF4-FFF2-40B4-BE49-F238E27FC236}">
                <a16:creationId xmlns:a16="http://schemas.microsoft.com/office/drawing/2014/main" id="{C3720937-C11B-4355-8352-F40F0B3DB1E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 y="0"/>
            <a:ext cx="14630397" cy="8229599"/>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7666679" y="1251634"/>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7666679" y="2150745"/>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7" name="CuadroTexto 16">
            <a:extLst>
              <a:ext uri="{FF2B5EF4-FFF2-40B4-BE49-F238E27FC236}">
                <a16:creationId xmlns:a16="http://schemas.microsoft.com/office/drawing/2014/main" id="{110EE0B2-CBE1-4867-8036-431D8B048DA9}"/>
              </a:ext>
            </a:extLst>
          </p:cNvPr>
          <p:cNvSpPr txBox="1"/>
          <p:nvPr userDrawn="1"/>
        </p:nvSpPr>
        <p:spPr>
          <a:xfrm>
            <a:off x="10692101" y="6706077"/>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8" name="Marcador de texto 6">
            <a:extLst>
              <a:ext uri="{FF2B5EF4-FFF2-40B4-BE49-F238E27FC236}">
                <a16:creationId xmlns:a16="http://schemas.microsoft.com/office/drawing/2014/main" id="{E9E87237-2393-4708-BB01-402743EEE83D}"/>
              </a:ext>
            </a:extLst>
          </p:cNvPr>
          <p:cNvSpPr>
            <a:spLocks noGrp="1"/>
          </p:cNvSpPr>
          <p:nvPr>
            <p:ph type="body" sz="quarter" idx="11" hasCustomPrompt="1"/>
          </p:nvPr>
        </p:nvSpPr>
        <p:spPr>
          <a:xfrm>
            <a:off x="6780854" y="4301138"/>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9" name="Marcador de texto 6">
            <a:extLst>
              <a:ext uri="{FF2B5EF4-FFF2-40B4-BE49-F238E27FC236}">
                <a16:creationId xmlns:a16="http://schemas.microsoft.com/office/drawing/2014/main" id="{097452DD-1D24-4B73-8871-9E287BD51F86}"/>
              </a:ext>
            </a:extLst>
          </p:cNvPr>
          <p:cNvSpPr>
            <a:spLocks noGrp="1"/>
          </p:cNvSpPr>
          <p:nvPr>
            <p:ph type="body" sz="quarter" idx="12" hasCustomPrompt="1"/>
          </p:nvPr>
        </p:nvSpPr>
        <p:spPr>
          <a:xfrm>
            <a:off x="6780854" y="4931658"/>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20" name="Marcador de texto 6">
            <a:extLst>
              <a:ext uri="{FF2B5EF4-FFF2-40B4-BE49-F238E27FC236}">
                <a16:creationId xmlns:a16="http://schemas.microsoft.com/office/drawing/2014/main" id="{4205B8DF-49CC-416F-8134-594BDF042D5E}"/>
              </a:ext>
            </a:extLst>
          </p:cNvPr>
          <p:cNvSpPr>
            <a:spLocks noGrp="1"/>
          </p:cNvSpPr>
          <p:nvPr>
            <p:ph type="body" sz="quarter" idx="13" hasCustomPrompt="1"/>
          </p:nvPr>
        </p:nvSpPr>
        <p:spPr>
          <a:xfrm>
            <a:off x="6780854" y="4540842"/>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spTree>
    <p:extLst>
      <p:ext uri="{BB962C8B-B14F-4D97-AF65-F5344CB8AC3E}">
        <p14:creationId xmlns:p14="http://schemas.microsoft.com/office/powerpoint/2010/main" val="24314304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ortada Postgrado 03 roj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9" name="Gráfico 8">
            <a:extLst>
              <a:ext uri="{FF2B5EF4-FFF2-40B4-BE49-F238E27FC236}">
                <a16:creationId xmlns:a16="http://schemas.microsoft.com/office/drawing/2014/main" id="{358086F5-BD6F-4A53-B017-4BA2C380D8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1279093" y="2877701"/>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1279093" y="3776812"/>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7" name="CuadroTexto 16">
            <a:extLst>
              <a:ext uri="{FF2B5EF4-FFF2-40B4-BE49-F238E27FC236}">
                <a16:creationId xmlns:a16="http://schemas.microsoft.com/office/drawing/2014/main" id="{110EE0B2-CBE1-4867-8036-431D8B048DA9}"/>
              </a:ext>
            </a:extLst>
          </p:cNvPr>
          <p:cNvSpPr txBox="1"/>
          <p:nvPr userDrawn="1"/>
        </p:nvSpPr>
        <p:spPr>
          <a:xfrm>
            <a:off x="2728291" y="6706077"/>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8" name="Marcador de texto 6">
            <a:extLst>
              <a:ext uri="{FF2B5EF4-FFF2-40B4-BE49-F238E27FC236}">
                <a16:creationId xmlns:a16="http://schemas.microsoft.com/office/drawing/2014/main" id="{E9E87237-2393-4708-BB01-402743EEE83D}"/>
              </a:ext>
            </a:extLst>
          </p:cNvPr>
          <p:cNvSpPr>
            <a:spLocks noGrp="1"/>
          </p:cNvSpPr>
          <p:nvPr>
            <p:ph type="body" sz="quarter" idx="11" hasCustomPrompt="1"/>
          </p:nvPr>
        </p:nvSpPr>
        <p:spPr>
          <a:xfrm>
            <a:off x="4400512" y="5085019"/>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9" name="Marcador de texto 6">
            <a:extLst>
              <a:ext uri="{FF2B5EF4-FFF2-40B4-BE49-F238E27FC236}">
                <a16:creationId xmlns:a16="http://schemas.microsoft.com/office/drawing/2014/main" id="{097452DD-1D24-4B73-8871-9E287BD51F86}"/>
              </a:ext>
            </a:extLst>
          </p:cNvPr>
          <p:cNvSpPr>
            <a:spLocks noGrp="1"/>
          </p:cNvSpPr>
          <p:nvPr>
            <p:ph type="body" sz="quarter" idx="12" hasCustomPrompt="1"/>
          </p:nvPr>
        </p:nvSpPr>
        <p:spPr>
          <a:xfrm>
            <a:off x="4400512" y="5715539"/>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20" name="Marcador de texto 6">
            <a:extLst>
              <a:ext uri="{FF2B5EF4-FFF2-40B4-BE49-F238E27FC236}">
                <a16:creationId xmlns:a16="http://schemas.microsoft.com/office/drawing/2014/main" id="{4205B8DF-49CC-416F-8134-594BDF042D5E}"/>
              </a:ext>
            </a:extLst>
          </p:cNvPr>
          <p:cNvSpPr>
            <a:spLocks noGrp="1"/>
          </p:cNvSpPr>
          <p:nvPr>
            <p:ph type="body" sz="quarter" idx="13" hasCustomPrompt="1"/>
          </p:nvPr>
        </p:nvSpPr>
        <p:spPr>
          <a:xfrm>
            <a:off x="4400512" y="5324723"/>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pic>
        <p:nvPicPr>
          <p:cNvPr id="11" name="Gráfico 10">
            <a:extLst>
              <a:ext uri="{FF2B5EF4-FFF2-40B4-BE49-F238E27FC236}">
                <a16:creationId xmlns:a16="http://schemas.microsoft.com/office/drawing/2014/main" id="{8E8927FA-4CB0-4C74-9670-4CC6D2AE6CA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18038" y="908844"/>
            <a:ext cx="2908056" cy="800100"/>
          </a:xfrm>
          <a:prstGeom prst="rect">
            <a:avLst/>
          </a:prstGeom>
        </p:spPr>
      </p:pic>
    </p:spTree>
    <p:extLst>
      <p:ext uri="{BB962C8B-B14F-4D97-AF65-F5344CB8AC3E}">
        <p14:creationId xmlns:p14="http://schemas.microsoft.com/office/powerpoint/2010/main" val="344282191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ortada Postgrado 03 blanco">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11" name="Gráfico 10">
            <a:extLst>
              <a:ext uri="{FF2B5EF4-FFF2-40B4-BE49-F238E27FC236}">
                <a16:creationId xmlns:a16="http://schemas.microsoft.com/office/drawing/2014/main" id="{668F97EE-AC5B-4F08-BEB0-4F185B1FEC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8038" y="908844"/>
            <a:ext cx="2910840" cy="800100"/>
          </a:xfrm>
          <a:prstGeom prst="rect">
            <a:avLst/>
          </a:prstGeom>
        </p:spPr>
      </p:pic>
      <p:pic>
        <p:nvPicPr>
          <p:cNvPr id="6" name="Gráfico 5">
            <a:extLst>
              <a:ext uri="{FF2B5EF4-FFF2-40B4-BE49-F238E27FC236}">
                <a16:creationId xmlns:a16="http://schemas.microsoft.com/office/drawing/2014/main" id="{81D94336-38A4-4BE4-B68C-C583816EAD7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4630400" cy="8229600"/>
          </a:xfrm>
          <a:prstGeom prst="rect">
            <a:avLst/>
          </a:prstGeom>
        </p:spPr>
      </p:pic>
      <p:sp>
        <p:nvSpPr>
          <p:cNvPr id="13" name="Título 12">
            <a:extLst>
              <a:ext uri="{FF2B5EF4-FFF2-40B4-BE49-F238E27FC236}">
                <a16:creationId xmlns:a16="http://schemas.microsoft.com/office/drawing/2014/main" id="{7690501E-9AAE-4516-A86F-E2ADA3378363}"/>
              </a:ext>
            </a:extLst>
          </p:cNvPr>
          <p:cNvSpPr>
            <a:spLocks noGrp="1"/>
          </p:cNvSpPr>
          <p:nvPr>
            <p:ph type="title" hasCustomPrompt="1"/>
          </p:nvPr>
        </p:nvSpPr>
        <p:spPr>
          <a:xfrm>
            <a:off x="1279093" y="2877701"/>
            <a:ext cx="4902086" cy="927121"/>
          </a:xfrm>
        </p:spPr>
        <p:txBody>
          <a:bodyPr anchor="t">
            <a:normAutofit/>
          </a:bodyPr>
          <a:lstStyle>
            <a:lvl1pPr>
              <a:defRPr sz="6000" b="1">
                <a:solidFill>
                  <a:schemeClr val="bg1"/>
                </a:solidFill>
                <a:latin typeface="Century Gothic" panose="020B0502020202020204" pitchFamily="34" charset="0"/>
              </a:defRPr>
            </a:lvl1pPr>
          </a:lstStyle>
          <a:p>
            <a:r>
              <a:rPr lang="es-ES" dirty="0" err="1"/>
              <a:t>Lorem</a:t>
            </a:r>
            <a:r>
              <a:rPr lang="es-ES" dirty="0"/>
              <a:t> </a:t>
            </a:r>
            <a:r>
              <a:rPr lang="es-ES" dirty="0" err="1"/>
              <a:t>Ipsum</a:t>
            </a:r>
            <a:endParaRPr lang="es-ES" dirty="0"/>
          </a:p>
        </p:txBody>
      </p:sp>
      <p:sp>
        <p:nvSpPr>
          <p:cNvPr id="7" name="Marcador de texto 6">
            <a:extLst>
              <a:ext uri="{FF2B5EF4-FFF2-40B4-BE49-F238E27FC236}">
                <a16:creationId xmlns:a16="http://schemas.microsoft.com/office/drawing/2014/main" id="{4C564307-29AC-4D36-A5E8-3582581DC093}"/>
              </a:ext>
            </a:extLst>
          </p:cNvPr>
          <p:cNvSpPr>
            <a:spLocks noGrp="1"/>
          </p:cNvSpPr>
          <p:nvPr>
            <p:ph type="body" sz="quarter" idx="10" hasCustomPrompt="1"/>
          </p:nvPr>
        </p:nvSpPr>
        <p:spPr>
          <a:xfrm>
            <a:off x="1279093" y="3776812"/>
            <a:ext cx="4902086" cy="696630"/>
          </a:xfrm>
        </p:spPr>
        <p:txBody>
          <a:bodyPr>
            <a:noAutofit/>
          </a:bodyPr>
          <a:lstStyle>
            <a:lvl1pPr marL="0" indent="0">
              <a:lnSpc>
                <a:spcPts val="2600"/>
              </a:lnSpc>
              <a:spcBef>
                <a:spcPts val="0"/>
              </a:spcBef>
              <a:buNone/>
              <a:defRPr sz="2600">
                <a:solidFill>
                  <a:schemeClr val="bg1"/>
                </a:solidFill>
              </a:defRPr>
            </a:lvl1pPr>
            <a:lvl2pPr marL="271463" indent="0">
              <a:buNone/>
              <a:defRPr/>
            </a:lvl2pPr>
          </a:lstStyle>
          <a:p>
            <a:pPr lvl="0"/>
            <a:r>
              <a:rPr lang="es-ES" dirty="0" err="1"/>
              <a:t>Lorem</a:t>
            </a:r>
            <a:r>
              <a:rPr lang="es-ES" dirty="0"/>
              <a:t> </a:t>
            </a:r>
            <a:r>
              <a:rPr lang="es-ES" dirty="0" err="1"/>
              <a:t>ipsumUdae</a:t>
            </a:r>
            <a:r>
              <a:rPr lang="es-ES" dirty="0"/>
              <a:t> </a:t>
            </a:r>
            <a:r>
              <a:rPr lang="es-ES" dirty="0" err="1"/>
              <a:t>voluptatur</a:t>
            </a:r>
            <a:r>
              <a:rPr lang="es-ES" dirty="0"/>
              <a:t>? Pitas </a:t>
            </a:r>
            <a:r>
              <a:rPr lang="es-ES" dirty="0" err="1"/>
              <a:t>dolorem</a:t>
            </a:r>
            <a:endParaRPr lang="es-ES" dirty="0"/>
          </a:p>
        </p:txBody>
      </p:sp>
      <p:sp>
        <p:nvSpPr>
          <p:cNvPr id="17" name="CuadroTexto 16">
            <a:extLst>
              <a:ext uri="{FF2B5EF4-FFF2-40B4-BE49-F238E27FC236}">
                <a16:creationId xmlns:a16="http://schemas.microsoft.com/office/drawing/2014/main" id="{110EE0B2-CBE1-4867-8036-431D8B048DA9}"/>
              </a:ext>
            </a:extLst>
          </p:cNvPr>
          <p:cNvSpPr txBox="1"/>
          <p:nvPr userDrawn="1"/>
        </p:nvSpPr>
        <p:spPr>
          <a:xfrm>
            <a:off x="2728291" y="6706077"/>
            <a:ext cx="1800493" cy="430887"/>
          </a:xfrm>
          <a:prstGeom prst="rect">
            <a:avLst/>
          </a:prstGeom>
          <a:noFill/>
        </p:spPr>
        <p:txBody>
          <a:bodyPr wrap="none" rtlCol="0">
            <a:spAutoFit/>
          </a:bodyPr>
          <a:lstStyle/>
          <a:p>
            <a:r>
              <a:rPr lang="es-ES" sz="2200" b="1" dirty="0">
                <a:solidFill>
                  <a:srgbClr val="1E1E1E"/>
                </a:solidFill>
              </a:rPr>
              <a:t>Ve más allá</a:t>
            </a:r>
          </a:p>
        </p:txBody>
      </p:sp>
      <p:sp>
        <p:nvSpPr>
          <p:cNvPr id="18" name="Marcador de texto 6">
            <a:extLst>
              <a:ext uri="{FF2B5EF4-FFF2-40B4-BE49-F238E27FC236}">
                <a16:creationId xmlns:a16="http://schemas.microsoft.com/office/drawing/2014/main" id="{E9E87237-2393-4708-BB01-402743EEE83D}"/>
              </a:ext>
            </a:extLst>
          </p:cNvPr>
          <p:cNvSpPr>
            <a:spLocks noGrp="1"/>
          </p:cNvSpPr>
          <p:nvPr>
            <p:ph type="body" sz="quarter" idx="11" hasCustomPrompt="1"/>
          </p:nvPr>
        </p:nvSpPr>
        <p:spPr>
          <a:xfrm>
            <a:off x="4400512" y="5085019"/>
            <a:ext cx="3048000" cy="416701"/>
          </a:xfrm>
        </p:spPr>
        <p:txBody>
          <a:bodyPr>
            <a:noAutofit/>
          </a:bodyPr>
          <a:lstStyle>
            <a:lvl1pPr marL="0" indent="0">
              <a:lnSpc>
                <a:spcPts val="2600"/>
              </a:lnSpc>
              <a:spcBef>
                <a:spcPts val="0"/>
              </a:spcBef>
              <a:buNone/>
              <a:defRPr sz="2200" b="1">
                <a:solidFill>
                  <a:schemeClr val="bg1"/>
                </a:solidFill>
              </a:defRPr>
            </a:lvl1pPr>
            <a:lvl2pPr marL="271463" indent="0">
              <a:buNone/>
              <a:defRPr/>
            </a:lvl2pPr>
          </a:lstStyle>
          <a:p>
            <a:pPr lvl="0"/>
            <a:r>
              <a:rPr lang="es-ES" dirty="0" err="1"/>
              <a:t>Lorem</a:t>
            </a:r>
            <a:r>
              <a:rPr lang="es-ES" dirty="0"/>
              <a:t> </a:t>
            </a:r>
            <a:r>
              <a:rPr lang="es-ES" dirty="0" err="1"/>
              <a:t>Ipsum</a:t>
            </a:r>
            <a:endParaRPr lang="es-ES" dirty="0"/>
          </a:p>
        </p:txBody>
      </p:sp>
      <p:sp>
        <p:nvSpPr>
          <p:cNvPr id="19" name="Marcador de texto 6">
            <a:extLst>
              <a:ext uri="{FF2B5EF4-FFF2-40B4-BE49-F238E27FC236}">
                <a16:creationId xmlns:a16="http://schemas.microsoft.com/office/drawing/2014/main" id="{097452DD-1D24-4B73-8871-9E287BD51F86}"/>
              </a:ext>
            </a:extLst>
          </p:cNvPr>
          <p:cNvSpPr>
            <a:spLocks noGrp="1"/>
          </p:cNvSpPr>
          <p:nvPr>
            <p:ph type="body" sz="quarter" idx="12" hasCustomPrompt="1"/>
          </p:nvPr>
        </p:nvSpPr>
        <p:spPr>
          <a:xfrm>
            <a:off x="4400512" y="5715539"/>
            <a:ext cx="3048000" cy="416701"/>
          </a:xfrm>
        </p:spPr>
        <p:txBody>
          <a:bodyPr>
            <a:noAutofit/>
          </a:bodyPr>
          <a:lstStyle>
            <a:lvl1pPr marL="0" indent="0">
              <a:lnSpc>
                <a:spcPts val="2600"/>
              </a:lnSpc>
              <a:spcBef>
                <a:spcPts val="0"/>
              </a:spcBef>
              <a:buNone/>
              <a:defRPr sz="1450" b="1">
                <a:solidFill>
                  <a:schemeClr val="bg1"/>
                </a:solidFill>
              </a:defRPr>
            </a:lvl1pPr>
            <a:lvl2pPr marL="271463" indent="0">
              <a:buNone/>
              <a:defRPr/>
            </a:lvl2pPr>
          </a:lstStyle>
          <a:p>
            <a:pPr lvl="0"/>
            <a:r>
              <a:rPr lang="es-ES" dirty="0"/>
              <a:t>Universidadeuropea.com</a:t>
            </a:r>
          </a:p>
        </p:txBody>
      </p:sp>
      <p:sp>
        <p:nvSpPr>
          <p:cNvPr id="20" name="Marcador de texto 6">
            <a:extLst>
              <a:ext uri="{FF2B5EF4-FFF2-40B4-BE49-F238E27FC236}">
                <a16:creationId xmlns:a16="http://schemas.microsoft.com/office/drawing/2014/main" id="{4205B8DF-49CC-416F-8134-594BDF042D5E}"/>
              </a:ext>
            </a:extLst>
          </p:cNvPr>
          <p:cNvSpPr>
            <a:spLocks noGrp="1"/>
          </p:cNvSpPr>
          <p:nvPr>
            <p:ph type="body" sz="quarter" idx="13" hasCustomPrompt="1"/>
          </p:nvPr>
        </p:nvSpPr>
        <p:spPr>
          <a:xfrm>
            <a:off x="4400512" y="5324723"/>
            <a:ext cx="3048000" cy="416701"/>
          </a:xfrm>
        </p:spPr>
        <p:txBody>
          <a:bodyPr>
            <a:noAutofit/>
          </a:bodyPr>
          <a:lstStyle>
            <a:lvl1pPr marL="0" indent="0">
              <a:lnSpc>
                <a:spcPts val="2600"/>
              </a:lnSpc>
              <a:spcBef>
                <a:spcPts val="0"/>
              </a:spcBef>
              <a:buNone/>
              <a:defRPr sz="1500" b="0">
                <a:solidFill>
                  <a:schemeClr val="bg1"/>
                </a:solidFill>
              </a:defRPr>
            </a:lvl1pPr>
            <a:lvl2pPr marL="271463" indent="0">
              <a:buNone/>
              <a:defRPr/>
            </a:lvl2pPr>
          </a:lstStyle>
          <a:p>
            <a:pPr lvl="0"/>
            <a:r>
              <a:rPr lang="es-ES" dirty="0"/>
              <a:t>Loremipsum@info.com</a:t>
            </a:r>
          </a:p>
        </p:txBody>
      </p:sp>
    </p:spTree>
    <p:extLst>
      <p:ext uri="{BB962C8B-B14F-4D97-AF65-F5344CB8AC3E}">
        <p14:creationId xmlns:p14="http://schemas.microsoft.com/office/powerpoint/2010/main" val="294196292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dice">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25449B5B-E8A3-47B9-BE8C-1442A097B9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2" name="Title 1"/>
          <p:cNvSpPr>
            <a:spLocks noGrp="1"/>
          </p:cNvSpPr>
          <p:nvPr>
            <p:ph type="title" hasCustomPrompt="1"/>
          </p:nvPr>
        </p:nvSpPr>
        <p:spPr>
          <a:xfrm>
            <a:off x="1604151" y="847865"/>
            <a:ext cx="4424116" cy="1221317"/>
          </a:xfrm>
        </p:spPr>
        <p:txBody>
          <a:bodyPr>
            <a:normAutofit/>
          </a:bodyPr>
          <a:lstStyle>
            <a:lvl1pPr>
              <a:defRPr sz="6300"/>
            </a:lvl1pPr>
          </a:lstStyle>
          <a:p>
            <a:r>
              <a:rPr lang="es-ES" dirty="0"/>
              <a:t>Índice</a:t>
            </a:r>
            <a:endParaRPr lang="en-US" dirty="0"/>
          </a:p>
        </p:txBody>
      </p:sp>
      <p:sp>
        <p:nvSpPr>
          <p:cNvPr id="21" name="Marcador de texto 20">
            <a:extLst>
              <a:ext uri="{FF2B5EF4-FFF2-40B4-BE49-F238E27FC236}">
                <a16:creationId xmlns:a16="http://schemas.microsoft.com/office/drawing/2014/main" id="{B8C616AF-0352-4AE7-BD28-0925BB5C1682}"/>
              </a:ext>
            </a:extLst>
          </p:cNvPr>
          <p:cNvSpPr>
            <a:spLocks noGrp="1"/>
          </p:cNvSpPr>
          <p:nvPr>
            <p:ph type="body" sz="quarter" idx="15" hasCustomPrompt="1"/>
          </p:nvPr>
        </p:nvSpPr>
        <p:spPr>
          <a:xfrm>
            <a:off x="2416706" y="2274535"/>
            <a:ext cx="8093250" cy="4295598"/>
          </a:xfrm>
        </p:spPr>
        <p:txBody>
          <a:bodyPr/>
          <a:lstStyle>
            <a:lvl1pPr defTabSz="7180263">
              <a:tabLst/>
              <a:defRPr/>
            </a:lvl1pPr>
            <a:lvl2pPr defTabSz="2014538">
              <a:tabLst>
                <a:tab pos="7180263" algn="l"/>
              </a:tabLst>
              <a:defRPr/>
            </a:lvl2pPr>
          </a:lstStyle>
          <a:p>
            <a:pPr lvl="0"/>
            <a:r>
              <a:rPr lang="es-ES" dirty="0" err="1"/>
              <a:t>Lorem</a:t>
            </a:r>
            <a:r>
              <a:rPr lang="es-ES" dirty="0"/>
              <a:t> </a:t>
            </a:r>
            <a:r>
              <a:rPr lang="es-ES" dirty="0" err="1"/>
              <a:t>ipsum</a:t>
            </a:r>
            <a:r>
              <a:rPr lang="es-ES" dirty="0"/>
              <a:t>	01</a:t>
            </a:r>
          </a:p>
          <a:p>
            <a:pPr lvl="1"/>
            <a:r>
              <a:rPr lang="es-ES" dirty="0" err="1"/>
              <a:t>Lorem</a:t>
            </a:r>
            <a:r>
              <a:rPr lang="es-ES" dirty="0"/>
              <a:t> </a:t>
            </a:r>
            <a:r>
              <a:rPr lang="es-ES" dirty="0" err="1"/>
              <a:t>ipsum</a:t>
            </a:r>
            <a:r>
              <a:rPr lang="es-ES" dirty="0"/>
              <a:t>	02</a:t>
            </a:r>
          </a:p>
          <a:p>
            <a:pPr lvl="1"/>
            <a:r>
              <a:rPr lang="es-ES" dirty="0" err="1"/>
              <a:t>Lorem</a:t>
            </a:r>
            <a:r>
              <a:rPr lang="es-ES" dirty="0"/>
              <a:t> </a:t>
            </a:r>
            <a:r>
              <a:rPr lang="es-ES" dirty="0" err="1"/>
              <a:t>ipsum</a:t>
            </a:r>
            <a:r>
              <a:rPr lang="es-ES" dirty="0"/>
              <a:t>	03</a:t>
            </a:r>
          </a:p>
          <a:p>
            <a:pPr lvl="0"/>
            <a:r>
              <a:rPr lang="es-ES" dirty="0" err="1"/>
              <a:t>Lorem</a:t>
            </a:r>
            <a:r>
              <a:rPr lang="es-ES" dirty="0"/>
              <a:t> </a:t>
            </a:r>
            <a:r>
              <a:rPr lang="es-ES" dirty="0" err="1"/>
              <a:t>ipsum</a:t>
            </a:r>
            <a:r>
              <a:rPr lang="es-ES" dirty="0"/>
              <a:t>	04</a:t>
            </a:r>
          </a:p>
          <a:p>
            <a:pPr lvl="0"/>
            <a:r>
              <a:rPr lang="es-ES" dirty="0" err="1"/>
              <a:t>Lorem</a:t>
            </a:r>
            <a:r>
              <a:rPr lang="es-ES" dirty="0"/>
              <a:t> </a:t>
            </a:r>
            <a:r>
              <a:rPr lang="es-ES" dirty="0" err="1"/>
              <a:t>ipsum</a:t>
            </a:r>
            <a:r>
              <a:rPr lang="es-ES" dirty="0"/>
              <a:t>	05</a:t>
            </a:r>
          </a:p>
          <a:p>
            <a:pPr lvl="0"/>
            <a:r>
              <a:rPr lang="es-ES" dirty="0" err="1"/>
              <a:t>Lorem</a:t>
            </a:r>
            <a:r>
              <a:rPr lang="es-ES" dirty="0"/>
              <a:t> </a:t>
            </a:r>
            <a:r>
              <a:rPr lang="es-ES" dirty="0" err="1"/>
              <a:t>ipsum</a:t>
            </a:r>
            <a:r>
              <a:rPr lang="es-ES" dirty="0"/>
              <a:t>	06</a:t>
            </a:r>
          </a:p>
          <a:p>
            <a:pPr lvl="0"/>
            <a:r>
              <a:rPr lang="es-ES" dirty="0" err="1"/>
              <a:t>Lorem</a:t>
            </a:r>
            <a:r>
              <a:rPr lang="es-ES" dirty="0"/>
              <a:t> </a:t>
            </a:r>
            <a:r>
              <a:rPr lang="es-ES" dirty="0" err="1"/>
              <a:t>ipsum</a:t>
            </a:r>
            <a:r>
              <a:rPr lang="es-ES" dirty="0"/>
              <a:t>	07</a:t>
            </a:r>
          </a:p>
          <a:p>
            <a:pPr lvl="0"/>
            <a:r>
              <a:rPr lang="es-ES" dirty="0" err="1"/>
              <a:t>Lorem</a:t>
            </a:r>
            <a:r>
              <a:rPr lang="es-ES" dirty="0"/>
              <a:t> </a:t>
            </a:r>
            <a:r>
              <a:rPr lang="es-ES" dirty="0" err="1"/>
              <a:t>ipsum</a:t>
            </a:r>
            <a:r>
              <a:rPr lang="es-ES" dirty="0"/>
              <a:t>	08</a:t>
            </a:r>
          </a:p>
          <a:p>
            <a:pPr lvl="0"/>
            <a:r>
              <a:rPr lang="es-ES" dirty="0" err="1"/>
              <a:t>Lorem</a:t>
            </a:r>
            <a:r>
              <a:rPr lang="es-ES" dirty="0"/>
              <a:t> </a:t>
            </a:r>
            <a:r>
              <a:rPr lang="es-ES" dirty="0" err="1"/>
              <a:t>ipsum</a:t>
            </a:r>
            <a:r>
              <a:rPr lang="es-ES" dirty="0"/>
              <a:t>	09</a:t>
            </a:r>
          </a:p>
        </p:txBody>
      </p:sp>
      <p:sp>
        <p:nvSpPr>
          <p:cNvPr id="3" name="Marcador de número de diapositiva 2">
            <a:extLst>
              <a:ext uri="{FF2B5EF4-FFF2-40B4-BE49-F238E27FC236}">
                <a16:creationId xmlns:a16="http://schemas.microsoft.com/office/drawing/2014/main" id="{298F2FCB-7E2F-400B-81B1-18B456AE6C0D}"/>
              </a:ext>
            </a:extLst>
          </p:cNvPr>
          <p:cNvSpPr>
            <a:spLocks noGrp="1"/>
          </p:cNvSpPr>
          <p:nvPr>
            <p:ph type="sldNum" sz="quarter" idx="16"/>
          </p:nvPr>
        </p:nvSpPr>
        <p:spPr/>
        <p:txBody>
          <a:bodyPr/>
          <a:lstStyle/>
          <a:p>
            <a:fld id="{B005B2D1-880E-4846-A216-7D6770BA1332}" type="slidenum">
              <a:rPr lang="es-ES" smtClean="0"/>
              <a:pPr/>
              <a:t>‹Nº›</a:t>
            </a:fld>
            <a:endParaRPr lang="es-ES" dirty="0"/>
          </a:p>
        </p:txBody>
      </p:sp>
      <p:sp>
        <p:nvSpPr>
          <p:cNvPr id="14" name="CuadroTexto 13">
            <a:extLst>
              <a:ext uri="{FF2B5EF4-FFF2-40B4-BE49-F238E27FC236}">
                <a16:creationId xmlns:a16="http://schemas.microsoft.com/office/drawing/2014/main" id="{71C9A96A-A9B6-43C0-858A-F037F92BE03F}"/>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6" name="Rectángulo 15">
            <a:extLst>
              <a:ext uri="{FF2B5EF4-FFF2-40B4-BE49-F238E27FC236}">
                <a16:creationId xmlns:a16="http://schemas.microsoft.com/office/drawing/2014/main" id="{45D52EBB-81B5-4744-AA02-0E98817C6CEE}"/>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9" name="Gráfico 8">
            <a:extLst>
              <a:ext uri="{FF2B5EF4-FFF2-40B4-BE49-F238E27FC236}">
                <a16:creationId xmlns:a16="http://schemas.microsoft.com/office/drawing/2014/main" id="{EA0D54E8-0AA0-4881-8D77-02CAACF3607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2159394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ulo 01">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8A1B7A2-EA18-4C92-8E93-A7475C86757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1" name="Title 1">
            <a:extLst>
              <a:ext uri="{FF2B5EF4-FFF2-40B4-BE49-F238E27FC236}">
                <a16:creationId xmlns:a16="http://schemas.microsoft.com/office/drawing/2014/main" id="{8B12E8F6-0C23-40DD-85B1-90679397D2FF}"/>
              </a:ext>
            </a:extLst>
          </p:cNvPr>
          <p:cNvSpPr>
            <a:spLocks noGrp="1"/>
          </p:cNvSpPr>
          <p:nvPr>
            <p:ph type="title" hasCustomPrompt="1"/>
          </p:nvPr>
        </p:nvSpPr>
        <p:spPr>
          <a:xfrm>
            <a:off x="2035664" y="2099137"/>
            <a:ext cx="3584298" cy="2164638"/>
          </a:xfrm>
        </p:spPr>
        <p:txBody>
          <a:bodyPr>
            <a:noAutofit/>
          </a:bodyPr>
          <a:lstStyle>
            <a:lvl1pPr>
              <a:defRPr sz="18000" spc="-1000" baseline="0">
                <a:solidFill>
                  <a:schemeClr val="bg1"/>
                </a:solidFill>
              </a:defRPr>
            </a:lvl1pPr>
          </a:lstStyle>
          <a:p>
            <a:r>
              <a:rPr lang="es-ES" dirty="0"/>
              <a:t>01</a:t>
            </a:r>
            <a:endParaRPr lang="en-US" dirty="0"/>
          </a:p>
        </p:txBody>
      </p:sp>
      <p:sp>
        <p:nvSpPr>
          <p:cNvPr id="8" name="Marcador de posición de imagen 7">
            <a:extLst>
              <a:ext uri="{FF2B5EF4-FFF2-40B4-BE49-F238E27FC236}">
                <a16:creationId xmlns:a16="http://schemas.microsoft.com/office/drawing/2014/main" id="{66833123-AD43-4252-9579-D68936FB3461}"/>
              </a:ext>
            </a:extLst>
          </p:cNvPr>
          <p:cNvSpPr>
            <a:spLocks noGrp="1"/>
          </p:cNvSpPr>
          <p:nvPr>
            <p:ph type="pic" sz="quarter" idx="13"/>
          </p:nvPr>
        </p:nvSpPr>
        <p:spPr>
          <a:xfrm>
            <a:off x="6515100" y="3312319"/>
            <a:ext cx="6400800" cy="4006055"/>
          </a:xfrm>
          <a:solidFill>
            <a:schemeClr val="bg1">
              <a:lumMod val="95000"/>
            </a:schemeClr>
          </a:solidFill>
          <a:ln w="12700">
            <a:solidFill>
              <a:srgbClr val="FF3228"/>
            </a:solidFill>
          </a:ln>
        </p:spPr>
        <p:txBody>
          <a:bodyPr/>
          <a:lstStyle/>
          <a:p>
            <a:endParaRPr lang="es-ES" dirty="0"/>
          </a:p>
        </p:txBody>
      </p:sp>
      <p:sp>
        <p:nvSpPr>
          <p:cNvPr id="18" name="Marcador de texto 17">
            <a:extLst>
              <a:ext uri="{FF2B5EF4-FFF2-40B4-BE49-F238E27FC236}">
                <a16:creationId xmlns:a16="http://schemas.microsoft.com/office/drawing/2014/main" id="{B14F05CA-BADC-4433-A115-075325ED1DD8}"/>
              </a:ext>
            </a:extLst>
          </p:cNvPr>
          <p:cNvSpPr>
            <a:spLocks noGrp="1"/>
          </p:cNvSpPr>
          <p:nvPr>
            <p:ph type="body" sz="quarter" idx="14" hasCustomPrompt="1"/>
          </p:nvPr>
        </p:nvSpPr>
        <p:spPr>
          <a:xfrm>
            <a:off x="2035663" y="4246384"/>
            <a:ext cx="4194175" cy="1973263"/>
          </a:xfrm>
        </p:spPr>
        <p:txBody>
          <a:bodyPr>
            <a:normAutofit/>
          </a:bodyPr>
          <a:lstStyle>
            <a:lvl1pPr marL="0" indent="0">
              <a:lnSpc>
                <a:spcPct val="90000"/>
              </a:lnSpc>
              <a:buNone/>
              <a:defRPr lang="es-ES" sz="430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dolor </a:t>
            </a:r>
            <a:r>
              <a:rPr lang="es-ES" dirty="0" err="1">
                <a:solidFill>
                  <a:schemeClr val="bg1"/>
                </a:solidFill>
              </a:rPr>
              <a:t>sit</a:t>
            </a:r>
            <a:endParaRPr lang="es-ES" dirty="0">
              <a:solidFill>
                <a:schemeClr val="bg1"/>
              </a:solidFill>
            </a:endParaRPr>
          </a:p>
        </p:txBody>
      </p:sp>
      <p:sp>
        <p:nvSpPr>
          <p:cNvPr id="2" name="Marcador de número de diapositiva 1">
            <a:extLst>
              <a:ext uri="{FF2B5EF4-FFF2-40B4-BE49-F238E27FC236}">
                <a16:creationId xmlns:a16="http://schemas.microsoft.com/office/drawing/2014/main" id="{EC526C9D-6B51-4BD6-A250-9863163FA0FA}"/>
              </a:ext>
            </a:extLst>
          </p:cNvPr>
          <p:cNvSpPr>
            <a:spLocks noGrp="1"/>
          </p:cNvSpPr>
          <p:nvPr>
            <p:ph type="sldNum" sz="quarter" idx="15"/>
          </p:nvPr>
        </p:nvSpPr>
        <p:spPr/>
        <p:txBody>
          <a:bodyPr/>
          <a:lstStyle/>
          <a:p>
            <a:fld id="{B005B2D1-880E-4846-A216-7D6770BA1332}" type="slidenum">
              <a:rPr lang="es-ES" smtClean="0"/>
              <a:pPr/>
              <a:t>‹Nº›</a:t>
            </a:fld>
            <a:endParaRPr lang="es-ES" dirty="0"/>
          </a:p>
        </p:txBody>
      </p:sp>
      <p:sp>
        <p:nvSpPr>
          <p:cNvPr id="14" name="CuadroTexto 13">
            <a:extLst>
              <a:ext uri="{FF2B5EF4-FFF2-40B4-BE49-F238E27FC236}">
                <a16:creationId xmlns:a16="http://schemas.microsoft.com/office/drawing/2014/main" id="{C88BB201-FFB7-49EA-89A7-08B8B994B0B2}"/>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6" name="Rectángulo 15">
            <a:extLst>
              <a:ext uri="{FF2B5EF4-FFF2-40B4-BE49-F238E27FC236}">
                <a16:creationId xmlns:a16="http://schemas.microsoft.com/office/drawing/2014/main" id="{EE4B70B3-FB3E-47A7-8EF1-EB36BC916C79}"/>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Gráfico 9">
            <a:extLst>
              <a:ext uri="{FF2B5EF4-FFF2-40B4-BE49-F238E27FC236}">
                <a16:creationId xmlns:a16="http://schemas.microsoft.com/office/drawing/2014/main" id="{21A2580A-DCB6-48AA-A0F1-A85928E84BEA}"/>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524442" y="332974"/>
            <a:ext cx="420914" cy="385200"/>
          </a:xfrm>
          <a:prstGeom prst="rect">
            <a:avLst/>
          </a:prstGeom>
        </p:spPr>
      </p:pic>
    </p:spTree>
    <p:extLst>
      <p:ext uri="{BB962C8B-B14F-4D97-AF65-F5344CB8AC3E}">
        <p14:creationId xmlns:p14="http://schemas.microsoft.com/office/powerpoint/2010/main" val="18286632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ulo 02">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09D51C8-55E2-496C-B14C-A46B0ECE117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16" name="Title 1">
            <a:extLst>
              <a:ext uri="{FF2B5EF4-FFF2-40B4-BE49-F238E27FC236}">
                <a16:creationId xmlns:a16="http://schemas.microsoft.com/office/drawing/2014/main" id="{EAE849AB-9400-4BCF-956F-AF4BF3A547CA}"/>
              </a:ext>
            </a:extLst>
          </p:cNvPr>
          <p:cNvSpPr>
            <a:spLocks noGrp="1"/>
          </p:cNvSpPr>
          <p:nvPr>
            <p:ph type="title" hasCustomPrompt="1"/>
          </p:nvPr>
        </p:nvSpPr>
        <p:spPr>
          <a:xfrm>
            <a:off x="8457014" y="2890247"/>
            <a:ext cx="3584298" cy="2164638"/>
          </a:xfrm>
        </p:spPr>
        <p:txBody>
          <a:bodyPr>
            <a:noAutofit/>
          </a:bodyPr>
          <a:lstStyle>
            <a:lvl1pPr>
              <a:defRPr sz="18000" spc="-1000" baseline="0">
                <a:solidFill>
                  <a:schemeClr val="bg1"/>
                </a:solidFill>
              </a:defRPr>
            </a:lvl1pPr>
          </a:lstStyle>
          <a:p>
            <a:r>
              <a:rPr lang="es-ES" dirty="0"/>
              <a:t>02</a:t>
            </a:r>
            <a:endParaRPr lang="en-US" dirty="0"/>
          </a:p>
        </p:txBody>
      </p:sp>
      <p:sp>
        <p:nvSpPr>
          <p:cNvPr id="17" name="Marcador de texto 17">
            <a:extLst>
              <a:ext uri="{FF2B5EF4-FFF2-40B4-BE49-F238E27FC236}">
                <a16:creationId xmlns:a16="http://schemas.microsoft.com/office/drawing/2014/main" id="{8C152E62-15FC-41CD-84D7-88775B2CA62F}"/>
              </a:ext>
            </a:extLst>
          </p:cNvPr>
          <p:cNvSpPr>
            <a:spLocks noGrp="1"/>
          </p:cNvSpPr>
          <p:nvPr>
            <p:ph type="body" sz="quarter" idx="14" hasCustomPrompt="1"/>
          </p:nvPr>
        </p:nvSpPr>
        <p:spPr>
          <a:xfrm>
            <a:off x="8457013" y="5037494"/>
            <a:ext cx="4194175" cy="1973263"/>
          </a:xfrm>
        </p:spPr>
        <p:txBody>
          <a:bodyPr>
            <a:normAutofit/>
          </a:bodyPr>
          <a:lstStyle>
            <a:lvl1pPr marL="0" indent="0">
              <a:lnSpc>
                <a:spcPct val="90000"/>
              </a:lnSpc>
              <a:buNone/>
              <a:defRPr lang="es-ES" sz="430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dolor </a:t>
            </a:r>
            <a:r>
              <a:rPr lang="es-ES" dirty="0" err="1">
                <a:solidFill>
                  <a:schemeClr val="bg1"/>
                </a:solidFill>
              </a:rPr>
              <a:t>sit</a:t>
            </a:r>
            <a:endParaRPr lang="es-ES" dirty="0">
              <a:solidFill>
                <a:schemeClr val="bg1"/>
              </a:solidFill>
            </a:endParaRPr>
          </a:p>
        </p:txBody>
      </p:sp>
      <p:sp>
        <p:nvSpPr>
          <p:cNvPr id="2" name="Marcador de número de diapositiva 1">
            <a:extLst>
              <a:ext uri="{FF2B5EF4-FFF2-40B4-BE49-F238E27FC236}">
                <a16:creationId xmlns:a16="http://schemas.microsoft.com/office/drawing/2014/main" id="{BC7A0E0C-BAA2-4AA7-ABF6-96A71D57A169}"/>
              </a:ext>
            </a:extLst>
          </p:cNvPr>
          <p:cNvSpPr>
            <a:spLocks noGrp="1"/>
          </p:cNvSpPr>
          <p:nvPr>
            <p:ph type="sldNum" sz="quarter" idx="15"/>
          </p:nvPr>
        </p:nvSpPr>
        <p:spPr/>
        <p:txBody>
          <a:bodyPr/>
          <a:lstStyle/>
          <a:p>
            <a:fld id="{B005B2D1-880E-4846-A216-7D6770BA1332}" type="slidenum">
              <a:rPr lang="es-ES" smtClean="0"/>
              <a:pPr/>
              <a:t>‹Nº›</a:t>
            </a:fld>
            <a:endParaRPr lang="es-ES" dirty="0"/>
          </a:p>
        </p:txBody>
      </p:sp>
      <p:sp>
        <p:nvSpPr>
          <p:cNvPr id="13" name="Marcador de posición de imagen 7">
            <a:extLst>
              <a:ext uri="{FF2B5EF4-FFF2-40B4-BE49-F238E27FC236}">
                <a16:creationId xmlns:a16="http://schemas.microsoft.com/office/drawing/2014/main" id="{C796E506-7717-4096-8DDB-1B6BBC5A297F}"/>
              </a:ext>
            </a:extLst>
          </p:cNvPr>
          <p:cNvSpPr>
            <a:spLocks noGrp="1"/>
          </p:cNvSpPr>
          <p:nvPr>
            <p:ph type="pic" sz="quarter" idx="13"/>
          </p:nvPr>
        </p:nvSpPr>
        <p:spPr>
          <a:xfrm>
            <a:off x="1709737" y="911225"/>
            <a:ext cx="6400800" cy="4006055"/>
          </a:xfrm>
          <a:solidFill>
            <a:schemeClr val="bg1">
              <a:lumMod val="95000"/>
            </a:schemeClr>
          </a:solidFill>
          <a:ln w="12700">
            <a:solidFill>
              <a:srgbClr val="FF3228"/>
            </a:solidFill>
          </a:ln>
        </p:spPr>
        <p:txBody>
          <a:bodyPr/>
          <a:lstStyle/>
          <a:p>
            <a:endParaRPr lang="es-ES" dirty="0"/>
          </a:p>
        </p:txBody>
      </p:sp>
      <p:sp>
        <p:nvSpPr>
          <p:cNvPr id="11" name="CuadroTexto 10">
            <a:extLst>
              <a:ext uri="{FF2B5EF4-FFF2-40B4-BE49-F238E27FC236}">
                <a16:creationId xmlns:a16="http://schemas.microsoft.com/office/drawing/2014/main" id="{DB3EC672-0806-49BC-8360-664924C43514}"/>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4" name="Rectángulo 13">
            <a:extLst>
              <a:ext uri="{FF2B5EF4-FFF2-40B4-BE49-F238E27FC236}">
                <a16:creationId xmlns:a16="http://schemas.microsoft.com/office/drawing/2014/main" id="{E02DE12B-7DD5-47B0-8765-C23E33AD3150}"/>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Gráfico 9">
            <a:extLst>
              <a:ext uri="{FF2B5EF4-FFF2-40B4-BE49-F238E27FC236}">
                <a16:creationId xmlns:a16="http://schemas.microsoft.com/office/drawing/2014/main" id="{CD1C42BD-713C-4D8A-BDA8-6990539BBAC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524442" y="332974"/>
            <a:ext cx="420914" cy="385200"/>
          </a:xfrm>
          <a:prstGeom prst="rect">
            <a:avLst/>
          </a:prstGeom>
        </p:spPr>
      </p:pic>
    </p:spTree>
    <p:extLst>
      <p:ext uri="{BB962C8B-B14F-4D97-AF65-F5344CB8AC3E}">
        <p14:creationId xmlns:p14="http://schemas.microsoft.com/office/powerpoint/2010/main" val="6134157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co 01">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8" name="Rectángulo 7">
            <a:extLst>
              <a:ext uri="{FF2B5EF4-FFF2-40B4-BE49-F238E27FC236}">
                <a16:creationId xmlns:a16="http://schemas.microsoft.com/office/drawing/2014/main" id="{EF3A0E82-FF4A-4767-8F46-4CEFBC357853}"/>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Title 1">
            <a:extLst>
              <a:ext uri="{FF2B5EF4-FFF2-40B4-BE49-F238E27FC236}">
                <a16:creationId xmlns:a16="http://schemas.microsoft.com/office/drawing/2014/main" id="{C827D429-903C-403E-A91E-3413C7FBF999}"/>
              </a:ext>
            </a:extLst>
          </p:cNvPr>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5" name="Marcador de texto 17">
            <a:extLst>
              <a:ext uri="{FF2B5EF4-FFF2-40B4-BE49-F238E27FC236}">
                <a16:creationId xmlns:a16="http://schemas.microsoft.com/office/drawing/2014/main" id="{D53EF393-3DBA-494A-AF34-ACE206FF8180}"/>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6" name="Marcador de texto 4">
            <a:extLst>
              <a:ext uri="{FF2B5EF4-FFF2-40B4-BE49-F238E27FC236}">
                <a16:creationId xmlns:a16="http://schemas.microsoft.com/office/drawing/2014/main" id="{FAC65DA7-3C33-485C-B20C-A039012FE8EF}"/>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124FC6AE-9F44-4BC7-8570-A9AC27B43E3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19043683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co 02">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8" name="Rectángulo 7">
            <a:extLst>
              <a:ext uri="{FF2B5EF4-FFF2-40B4-BE49-F238E27FC236}">
                <a16:creationId xmlns:a16="http://schemas.microsoft.com/office/drawing/2014/main" id="{EF3A0E82-FF4A-4767-8F46-4CEFBC357853}"/>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itle 1">
            <a:extLst>
              <a:ext uri="{FF2B5EF4-FFF2-40B4-BE49-F238E27FC236}">
                <a16:creationId xmlns:a16="http://schemas.microsoft.com/office/drawing/2014/main" id="{D98A20FD-FA6A-48A8-A926-BC8A55863981}"/>
              </a:ext>
            </a:extLst>
          </p:cNvPr>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8A1695F4-5BF3-4507-93DF-073A697D5DF7}"/>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BE2A1097-09E3-4BFE-95B2-33E0226DEF0B}"/>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D3DB9E60-9861-4933-A180-A4C25742F45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936"/>
          <a:stretch/>
        </p:blipFill>
        <p:spPr>
          <a:xfrm>
            <a:off x="524442" y="332974"/>
            <a:ext cx="420914" cy="385200"/>
          </a:xfrm>
          <a:prstGeom prst="rect">
            <a:avLst/>
          </a:prstGeom>
        </p:spPr>
      </p:pic>
    </p:spTree>
    <p:extLst>
      <p:ext uri="{BB962C8B-B14F-4D97-AF65-F5344CB8AC3E}">
        <p14:creationId xmlns:p14="http://schemas.microsoft.com/office/powerpoint/2010/main" val="38818346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co 03">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10179091"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8" name="Rectángulo 7">
            <a:extLst>
              <a:ext uri="{FF2B5EF4-FFF2-40B4-BE49-F238E27FC236}">
                <a16:creationId xmlns:a16="http://schemas.microsoft.com/office/drawing/2014/main" id="{EF3A0E82-FF4A-4767-8F46-4CEFBC357853}"/>
              </a:ext>
            </a:extLst>
          </p:cNvPr>
          <p:cNvSpPr/>
          <p:nvPr userDrawn="1"/>
        </p:nvSpPr>
        <p:spPr>
          <a:xfrm>
            <a:off x="521494"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itle 1">
            <a:extLst>
              <a:ext uri="{FF2B5EF4-FFF2-40B4-BE49-F238E27FC236}">
                <a16:creationId xmlns:a16="http://schemas.microsoft.com/office/drawing/2014/main" id="{B815F0C0-6EF2-45F9-BFE3-93D4944E94E1}"/>
              </a:ext>
            </a:extLst>
          </p:cNvPr>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CF808F11-2E11-4556-9C38-53953A509152}"/>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32D9F627-C890-407E-8937-86EA7F437564}"/>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01C8371B-E0D9-4E9C-BB68-73941002D27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30409013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co 04">
    <p:bg>
      <p:bgPr>
        <a:solidFill>
          <a:schemeClr val="bg1"/>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lvl1pPr>
              <a:defRPr>
                <a:solidFill>
                  <a:srgbClr val="1E1E1E"/>
                </a:solidFill>
              </a:defRPr>
            </a:lvl1p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sp>
        <p:nvSpPr>
          <p:cNvPr id="12" name="Title 1">
            <a:extLst>
              <a:ext uri="{FF2B5EF4-FFF2-40B4-BE49-F238E27FC236}">
                <a16:creationId xmlns:a16="http://schemas.microsoft.com/office/drawing/2014/main" id="{CD8374F0-9829-4A0E-A50F-3D62EEDC03F8}"/>
              </a:ext>
            </a:extLst>
          </p:cNvPr>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C05E73D6-3521-47BC-82CE-2AAF56FA92B1}"/>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39722E83-61D8-46D8-AF67-A82A58A33690}"/>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16C45FC7-EEB9-4B9F-BE13-C2D9C7222B8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323884" y="7585901"/>
            <a:ext cx="1400054" cy="385200"/>
          </a:xfrm>
          <a:prstGeom prst="rect">
            <a:avLst/>
          </a:prstGeom>
        </p:spPr>
      </p:pic>
      <p:sp>
        <p:nvSpPr>
          <p:cNvPr id="11" name="Rectángulo 10">
            <a:extLst>
              <a:ext uri="{FF2B5EF4-FFF2-40B4-BE49-F238E27FC236}">
                <a16:creationId xmlns:a16="http://schemas.microsoft.com/office/drawing/2014/main" id="{8F8AE979-17D9-492C-9878-9DAC54F970CD}"/>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41959516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co 01 rojo">
    <p:bg>
      <p:bgPr>
        <a:solidFill>
          <a:srgbClr val="FF3228"/>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lvl1pPr>
              <a:defRPr>
                <a:solidFill>
                  <a:schemeClr val="bg1"/>
                </a:solidFill>
              </a:defRPr>
            </a:lvl1p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chemeClr val="bg1"/>
                </a:solidFill>
                <a:latin typeface="Century Gothic" panose="020B0502020202020204" pitchFamily="34" charset="0"/>
              </a:rPr>
              <a:t>© Copyright Universidad Europea. Todos los derechos reservados</a:t>
            </a:r>
            <a:endParaRPr lang="es-ES" dirty="0">
              <a:solidFill>
                <a:schemeClr val="bg1"/>
              </a:solidFill>
            </a:endParaRPr>
          </a:p>
        </p:txBody>
      </p:sp>
      <p:sp>
        <p:nvSpPr>
          <p:cNvPr id="8" name="Rectángulo 7">
            <a:extLst>
              <a:ext uri="{FF2B5EF4-FFF2-40B4-BE49-F238E27FC236}">
                <a16:creationId xmlns:a16="http://schemas.microsoft.com/office/drawing/2014/main" id="{EF3A0E82-FF4A-4767-8F46-4CEFBC357853}"/>
              </a:ext>
            </a:extLst>
          </p:cNvPr>
          <p:cNvSpPr/>
          <p:nvPr userDrawn="1"/>
        </p:nvSpPr>
        <p:spPr>
          <a:xfrm>
            <a:off x="13723938" y="7570604"/>
            <a:ext cx="384969" cy="38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itle 1">
            <a:extLst>
              <a:ext uri="{FF2B5EF4-FFF2-40B4-BE49-F238E27FC236}">
                <a16:creationId xmlns:a16="http://schemas.microsoft.com/office/drawing/2014/main" id="{5FDA3608-77A3-4472-83F0-ECF69F3F28D8}"/>
              </a:ext>
            </a:extLst>
          </p:cNvPr>
          <p:cNvSpPr>
            <a:spLocks noGrp="1"/>
          </p:cNvSpPr>
          <p:nvPr>
            <p:ph type="title" hasCustomPrompt="1"/>
          </p:nvPr>
        </p:nvSpPr>
        <p:spPr>
          <a:xfrm>
            <a:off x="906463" y="1182159"/>
            <a:ext cx="6561949" cy="703086"/>
          </a:xfrm>
        </p:spPr>
        <p:txBody>
          <a:bodyPr lIns="0" anchor="t">
            <a:noAutofit/>
          </a:bodyPr>
          <a:lstStyle>
            <a:lvl1pPr>
              <a:defRPr sz="4330">
                <a:solidFill>
                  <a:schemeClr val="bg1"/>
                </a:solidFill>
              </a:defRPr>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4A66E3B5-38E7-411C-BEDB-A16E741FDC2D}"/>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1CF0A05D-CCE4-49E6-ACB1-3513664E2021}"/>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chemeClr val="bg1"/>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11" name="Gráfico 10">
            <a:extLst>
              <a:ext uri="{FF2B5EF4-FFF2-40B4-BE49-F238E27FC236}">
                <a16:creationId xmlns:a16="http://schemas.microsoft.com/office/drawing/2014/main" id="{9464CF2B-DCF7-41A5-9A25-6298114268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21966896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co 02 rojo">
    <p:bg>
      <p:bgPr>
        <a:solidFill>
          <a:srgbClr val="FF3228"/>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lvl1pPr>
              <a:defRPr>
                <a:solidFill>
                  <a:schemeClr val="bg1"/>
                </a:solidFill>
              </a:defRPr>
            </a:lvl1p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chemeClr val="bg1"/>
                </a:solidFill>
                <a:latin typeface="Century Gothic" panose="020B0502020202020204" pitchFamily="34" charset="0"/>
              </a:rPr>
              <a:t>© Copyright Universidad Europea. Todos los derechos reservados</a:t>
            </a:r>
            <a:endParaRPr lang="es-ES" dirty="0">
              <a:solidFill>
                <a:schemeClr val="bg1"/>
              </a:solidFill>
            </a:endParaRPr>
          </a:p>
        </p:txBody>
      </p:sp>
      <p:sp>
        <p:nvSpPr>
          <p:cNvPr id="8" name="Rectángulo 7">
            <a:extLst>
              <a:ext uri="{FF2B5EF4-FFF2-40B4-BE49-F238E27FC236}">
                <a16:creationId xmlns:a16="http://schemas.microsoft.com/office/drawing/2014/main" id="{EF3A0E82-FF4A-4767-8F46-4CEFBC357853}"/>
              </a:ext>
            </a:extLst>
          </p:cNvPr>
          <p:cNvSpPr/>
          <p:nvPr userDrawn="1"/>
        </p:nvSpPr>
        <p:spPr>
          <a:xfrm>
            <a:off x="13723938" y="7570604"/>
            <a:ext cx="384969" cy="38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itle 1">
            <a:extLst>
              <a:ext uri="{FF2B5EF4-FFF2-40B4-BE49-F238E27FC236}">
                <a16:creationId xmlns:a16="http://schemas.microsoft.com/office/drawing/2014/main" id="{3F4E3007-1C19-4007-A5C1-DDD5ED3C6C72}"/>
              </a:ext>
            </a:extLst>
          </p:cNvPr>
          <p:cNvSpPr>
            <a:spLocks noGrp="1"/>
          </p:cNvSpPr>
          <p:nvPr>
            <p:ph type="title" hasCustomPrompt="1"/>
          </p:nvPr>
        </p:nvSpPr>
        <p:spPr>
          <a:xfrm>
            <a:off x="906463" y="1182159"/>
            <a:ext cx="6561949" cy="703086"/>
          </a:xfrm>
        </p:spPr>
        <p:txBody>
          <a:bodyPr lIns="0" anchor="t">
            <a:noAutofit/>
          </a:bodyPr>
          <a:lstStyle>
            <a:lvl1pPr>
              <a:defRPr sz="4330">
                <a:solidFill>
                  <a:schemeClr val="bg1"/>
                </a:solidFill>
              </a:defRPr>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E2398BB4-9823-4D03-8F90-708D371933BA}"/>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0ECC3A71-70F1-4F9E-9CD7-1C3E338C9CDD}"/>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chemeClr val="bg1"/>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83DB3DAD-D72F-4850-A3E0-CE26DEBEAFC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8972"/>
          <a:stretch/>
        </p:blipFill>
        <p:spPr>
          <a:xfrm>
            <a:off x="524442" y="332974"/>
            <a:ext cx="434408" cy="385200"/>
          </a:xfrm>
          <a:prstGeom prst="rect">
            <a:avLst/>
          </a:prstGeom>
        </p:spPr>
      </p:pic>
    </p:spTree>
    <p:extLst>
      <p:ext uri="{BB962C8B-B14F-4D97-AF65-F5344CB8AC3E}">
        <p14:creationId xmlns:p14="http://schemas.microsoft.com/office/powerpoint/2010/main" val="1825296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co 03 rojo">
    <p:bg>
      <p:bgPr>
        <a:solidFill>
          <a:srgbClr val="FF3228"/>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lvl1pPr>
              <a:defRPr>
                <a:solidFill>
                  <a:schemeClr val="bg1"/>
                </a:solidFill>
              </a:defRPr>
            </a:lvl1pPr>
          </a:lstStyle>
          <a:p>
            <a:fld id="{B005B2D1-880E-4846-A216-7D6770BA1332}" type="slidenum">
              <a:rPr lang="es-ES" smtClean="0"/>
              <a:pPr/>
              <a:t>‹Nº›</a:t>
            </a:fld>
            <a:endParaRPr lang="es-ES" dirty="0"/>
          </a:p>
        </p:txBody>
      </p:sp>
      <p:sp>
        <p:nvSpPr>
          <p:cNvPr id="7" name="CuadroTexto 6">
            <a:extLst>
              <a:ext uri="{FF2B5EF4-FFF2-40B4-BE49-F238E27FC236}">
                <a16:creationId xmlns:a16="http://schemas.microsoft.com/office/drawing/2014/main" id="{467852B2-2896-44F4-AF55-CEE871E748D2}"/>
              </a:ext>
            </a:extLst>
          </p:cNvPr>
          <p:cNvSpPr txBox="1"/>
          <p:nvPr userDrawn="1"/>
        </p:nvSpPr>
        <p:spPr>
          <a:xfrm>
            <a:off x="10179091"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chemeClr val="bg1"/>
                </a:solidFill>
                <a:latin typeface="Century Gothic" panose="020B0502020202020204" pitchFamily="34" charset="0"/>
              </a:rPr>
              <a:t>© Copyright Universidad Europea. Todos los derechos reservados</a:t>
            </a:r>
            <a:endParaRPr lang="es-ES" dirty="0">
              <a:solidFill>
                <a:schemeClr val="bg1"/>
              </a:solidFill>
            </a:endParaRPr>
          </a:p>
        </p:txBody>
      </p:sp>
      <p:sp>
        <p:nvSpPr>
          <p:cNvPr id="11" name="Rectángulo 10">
            <a:extLst>
              <a:ext uri="{FF2B5EF4-FFF2-40B4-BE49-F238E27FC236}">
                <a16:creationId xmlns:a16="http://schemas.microsoft.com/office/drawing/2014/main" id="{6B2DEAFB-F122-4779-B99A-FB582EAD7F9E}"/>
              </a:ext>
            </a:extLst>
          </p:cNvPr>
          <p:cNvSpPr/>
          <p:nvPr userDrawn="1"/>
        </p:nvSpPr>
        <p:spPr>
          <a:xfrm>
            <a:off x="521494" y="7570604"/>
            <a:ext cx="384969" cy="38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itle 1">
            <a:extLst>
              <a:ext uri="{FF2B5EF4-FFF2-40B4-BE49-F238E27FC236}">
                <a16:creationId xmlns:a16="http://schemas.microsoft.com/office/drawing/2014/main" id="{EE88B220-024C-4A6F-95ED-05B93BF6E551}"/>
              </a:ext>
            </a:extLst>
          </p:cNvPr>
          <p:cNvSpPr>
            <a:spLocks noGrp="1"/>
          </p:cNvSpPr>
          <p:nvPr>
            <p:ph type="title" hasCustomPrompt="1"/>
          </p:nvPr>
        </p:nvSpPr>
        <p:spPr>
          <a:xfrm>
            <a:off x="906463" y="1182159"/>
            <a:ext cx="6561949" cy="703086"/>
          </a:xfrm>
        </p:spPr>
        <p:txBody>
          <a:bodyPr lIns="0" anchor="t">
            <a:noAutofit/>
          </a:bodyPr>
          <a:lstStyle>
            <a:lvl1pPr>
              <a:defRPr sz="4330">
                <a:solidFill>
                  <a:schemeClr val="bg1"/>
                </a:solidFill>
              </a:defRPr>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525D2F5B-F353-422E-9605-F1AF80A8169A}"/>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11EAA480-88BC-4B4B-8411-1C08B9FF5394}"/>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chemeClr val="bg1"/>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1026A369-AC20-47D4-97D5-01CC5505B25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8972"/>
          <a:stretch/>
        </p:blipFill>
        <p:spPr>
          <a:xfrm>
            <a:off x="13723938" y="332974"/>
            <a:ext cx="434408" cy="385200"/>
          </a:xfrm>
          <a:prstGeom prst="rect">
            <a:avLst/>
          </a:prstGeom>
        </p:spPr>
      </p:pic>
    </p:spTree>
    <p:extLst>
      <p:ext uri="{BB962C8B-B14F-4D97-AF65-F5344CB8AC3E}">
        <p14:creationId xmlns:p14="http://schemas.microsoft.com/office/powerpoint/2010/main" val="31989111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co 04 rojo">
    <p:bg>
      <p:bgPr>
        <a:solidFill>
          <a:srgbClr val="FF3228"/>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lvl1pPr>
              <a:defRPr>
                <a:solidFill>
                  <a:schemeClr val="bg1"/>
                </a:solidFill>
              </a:defRPr>
            </a:lvl1p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chemeClr val="bg1"/>
                </a:solidFill>
                <a:latin typeface="Century Gothic" panose="020B0502020202020204" pitchFamily="34" charset="0"/>
              </a:rPr>
              <a:t>© Copyright Universidad Europea. Todos los derechos reservados</a:t>
            </a:r>
            <a:endParaRPr lang="es-ES" dirty="0">
              <a:solidFill>
                <a:schemeClr val="bg1"/>
              </a:solidFill>
            </a:endParaRPr>
          </a:p>
        </p:txBody>
      </p:sp>
      <p:sp>
        <p:nvSpPr>
          <p:cNvPr id="12" name="Title 1">
            <a:extLst>
              <a:ext uri="{FF2B5EF4-FFF2-40B4-BE49-F238E27FC236}">
                <a16:creationId xmlns:a16="http://schemas.microsoft.com/office/drawing/2014/main" id="{5706FCFF-9E6C-4962-9DA8-44A85288D7A6}"/>
              </a:ext>
            </a:extLst>
          </p:cNvPr>
          <p:cNvSpPr>
            <a:spLocks noGrp="1"/>
          </p:cNvSpPr>
          <p:nvPr>
            <p:ph type="title" hasCustomPrompt="1"/>
          </p:nvPr>
        </p:nvSpPr>
        <p:spPr>
          <a:xfrm>
            <a:off x="906463" y="1182159"/>
            <a:ext cx="6561949" cy="703086"/>
          </a:xfrm>
        </p:spPr>
        <p:txBody>
          <a:bodyPr lIns="0" anchor="t">
            <a:noAutofit/>
          </a:bodyPr>
          <a:lstStyle>
            <a:lvl1pPr>
              <a:defRPr sz="4330">
                <a:solidFill>
                  <a:schemeClr val="bg1"/>
                </a:solidFill>
              </a:defRPr>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3" name="Marcador de texto 17">
            <a:extLst>
              <a:ext uri="{FF2B5EF4-FFF2-40B4-BE49-F238E27FC236}">
                <a16:creationId xmlns:a16="http://schemas.microsoft.com/office/drawing/2014/main" id="{DF1CF610-0197-46DC-ACAA-C9E24DA42B44}"/>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4" name="Marcador de texto 4">
            <a:extLst>
              <a:ext uri="{FF2B5EF4-FFF2-40B4-BE49-F238E27FC236}">
                <a16:creationId xmlns:a16="http://schemas.microsoft.com/office/drawing/2014/main" id="{1753BB2D-AECF-4736-AA6B-9AF7C261A1F1}"/>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chemeClr val="bg1"/>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9" name="Gráfico 8">
            <a:extLst>
              <a:ext uri="{FF2B5EF4-FFF2-40B4-BE49-F238E27FC236}">
                <a16:creationId xmlns:a16="http://schemas.microsoft.com/office/drawing/2014/main" id="{42A10F5B-11C6-48F8-9EAA-370554DFFAE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323884" y="7585901"/>
            <a:ext cx="1400054" cy="385200"/>
          </a:xfrm>
          <a:prstGeom prst="rect">
            <a:avLst/>
          </a:prstGeom>
        </p:spPr>
      </p:pic>
      <p:sp>
        <p:nvSpPr>
          <p:cNvPr id="15" name="Rectángulo 14">
            <a:extLst>
              <a:ext uri="{FF2B5EF4-FFF2-40B4-BE49-F238E27FC236}">
                <a16:creationId xmlns:a16="http://schemas.microsoft.com/office/drawing/2014/main" id="{BC4989A0-1D0E-4D93-8B1B-B431C090B65A}"/>
              </a:ext>
            </a:extLst>
          </p:cNvPr>
          <p:cNvSpPr/>
          <p:nvPr userDrawn="1"/>
        </p:nvSpPr>
        <p:spPr>
          <a:xfrm>
            <a:off x="524442" y="332974"/>
            <a:ext cx="384969" cy="38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2337226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o">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566B11CE-7366-4F19-900A-BF1BD3EF2B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2" name="Title 1"/>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3" name="Marcador de número de diapositiva 2">
            <a:extLst>
              <a:ext uri="{FF2B5EF4-FFF2-40B4-BE49-F238E27FC236}">
                <a16:creationId xmlns:a16="http://schemas.microsoft.com/office/drawing/2014/main" id="{298F2FCB-7E2F-400B-81B1-18B456AE6C0D}"/>
              </a:ext>
            </a:extLst>
          </p:cNvPr>
          <p:cNvSpPr>
            <a:spLocks noGrp="1"/>
          </p:cNvSpPr>
          <p:nvPr>
            <p:ph type="sldNum" sz="quarter" idx="16"/>
          </p:nvPr>
        </p:nvSpPr>
        <p:spPr/>
        <p:txBody>
          <a:bodyPr/>
          <a:lstStyle/>
          <a:p>
            <a:fld id="{B005B2D1-880E-4846-A216-7D6770BA1332}" type="slidenum">
              <a:rPr lang="es-ES" smtClean="0"/>
              <a:pPr/>
              <a:t>‹Nº›</a:t>
            </a:fld>
            <a:endParaRPr lang="es-ES" dirty="0"/>
          </a:p>
        </p:txBody>
      </p:sp>
      <p:sp>
        <p:nvSpPr>
          <p:cNvPr id="17" name="Marcador de texto 17">
            <a:extLst>
              <a:ext uri="{FF2B5EF4-FFF2-40B4-BE49-F238E27FC236}">
                <a16:creationId xmlns:a16="http://schemas.microsoft.com/office/drawing/2014/main" id="{ED651845-DE33-4174-8EA2-DF23E49F4C48}"/>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9" name="CuadroTexto 18">
            <a:extLst>
              <a:ext uri="{FF2B5EF4-FFF2-40B4-BE49-F238E27FC236}">
                <a16:creationId xmlns:a16="http://schemas.microsoft.com/office/drawing/2014/main" id="{D2CA20B9-F60F-45EA-A71A-63C33406C8E7}"/>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sp>
        <p:nvSpPr>
          <p:cNvPr id="14" name="Marcador de texto 4">
            <a:extLst>
              <a:ext uri="{FF2B5EF4-FFF2-40B4-BE49-F238E27FC236}">
                <a16:creationId xmlns:a16="http://schemas.microsoft.com/office/drawing/2014/main" id="{5F7258E8-5EEE-41BC-A766-C5459F5AE71E}"/>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11" name="Gráfico 10">
            <a:extLst>
              <a:ext uri="{FF2B5EF4-FFF2-40B4-BE49-F238E27FC236}">
                <a16:creationId xmlns:a16="http://schemas.microsoft.com/office/drawing/2014/main" id="{CB975C40-683D-4BF3-A2D4-C7AC360FC5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
        <p:nvSpPr>
          <p:cNvPr id="15" name="Rectángulo 14">
            <a:extLst>
              <a:ext uri="{FF2B5EF4-FFF2-40B4-BE49-F238E27FC236}">
                <a16:creationId xmlns:a16="http://schemas.microsoft.com/office/drawing/2014/main" id="{9304000E-70C0-40A1-AA99-159C4A36121B}"/>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4028483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o rojo">
    <p:bg>
      <p:bgPr>
        <a:solidFill>
          <a:srgbClr val="FF3228"/>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46C5DE1-03AD-457A-98FC-D90BEC62DC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7CECDC97-706A-4416-9EA1-C9FD7EDD00EB}"/>
              </a:ext>
            </a:extLst>
          </p:cNvPr>
          <p:cNvSpPr>
            <a:spLocks noGrp="1"/>
          </p:cNvSpPr>
          <p:nvPr>
            <p:ph type="sldNum" sz="quarter" idx="10"/>
          </p:nvPr>
        </p:nvSpPr>
        <p:spPr/>
        <p:txBody>
          <a:bodyPr/>
          <a:lstStyle>
            <a:lvl1pPr>
              <a:defRPr>
                <a:solidFill>
                  <a:schemeClr val="bg1"/>
                </a:solidFill>
              </a:defRPr>
            </a:lvl1pPr>
          </a:lstStyle>
          <a:p>
            <a:fld id="{B005B2D1-880E-4846-A216-7D6770BA1332}" type="slidenum">
              <a:rPr lang="es-ES" smtClean="0"/>
              <a:pPr/>
              <a:t>‹Nº›</a:t>
            </a:fld>
            <a:endParaRPr lang="es-ES" dirty="0"/>
          </a:p>
        </p:txBody>
      </p:sp>
      <p:sp>
        <p:nvSpPr>
          <p:cNvPr id="6" name="CuadroTexto 5">
            <a:extLst>
              <a:ext uri="{FF2B5EF4-FFF2-40B4-BE49-F238E27FC236}">
                <a16:creationId xmlns:a16="http://schemas.microsoft.com/office/drawing/2014/main" id="{A9B12B4E-C17A-41FB-86C3-4075B88FFB48}"/>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chemeClr val="bg1"/>
                </a:solidFill>
                <a:latin typeface="Century Gothic" panose="020B0502020202020204" pitchFamily="34" charset="0"/>
              </a:rPr>
              <a:t>© Copyright Universidad Europea. Todos los derechos reservados</a:t>
            </a:r>
            <a:endParaRPr lang="es-ES" dirty="0">
              <a:solidFill>
                <a:schemeClr val="bg1"/>
              </a:solidFill>
            </a:endParaRPr>
          </a:p>
        </p:txBody>
      </p:sp>
      <p:sp>
        <p:nvSpPr>
          <p:cNvPr id="8" name="Rectángulo 7">
            <a:extLst>
              <a:ext uri="{FF2B5EF4-FFF2-40B4-BE49-F238E27FC236}">
                <a16:creationId xmlns:a16="http://schemas.microsoft.com/office/drawing/2014/main" id="{EF3A0E82-FF4A-4767-8F46-4CEFBC357853}"/>
              </a:ext>
            </a:extLst>
          </p:cNvPr>
          <p:cNvSpPr/>
          <p:nvPr userDrawn="1"/>
        </p:nvSpPr>
        <p:spPr>
          <a:xfrm>
            <a:off x="524442" y="332974"/>
            <a:ext cx="384969" cy="384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Title 1">
            <a:extLst>
              <a:ext uri="{FF2B5EF4-FFF2-40B4-BE49-F238E27FC236}">
                <a16:creationId xmlns:a16="http://schemas.microsoft.com/office/drawing/2014/main" id="{C2F6031E-C802-4044-BF57-B5270148E9C7}"/>
              </a:ext>
            </a:extLst>
          </p:cNvPr>
          <p:cNvSpPr>
            <a:spLocks noGrp="1"/>
          </p:cNvSpPr>
          <p:nvPr>
            <p:ph type="title" hasCustomPrompt="1"/>
          </p:nvPr>
        </p:nvSpPr>
        <p:spPr>
          <a:xfrm>
            <a:off x="906463" y="1182159"/>
            <a:ext cx="6561949" cy="703086"/>
          </a:xfrm>
        </p:spPr>
        <p:txBody>
          <a:bodyPr lIns="0" anchor="t">
            <a:noAutofit/>
          </a:bodyPr>
          <a:lstStyle>
            <a:lvl1pPr>
              <a:defRPr sz="4330">
                <a:solidFill>
                  <a:schemeClr val="bg1"/>
                </a:solidFill>
              </a:defRPr>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11" name="Marcador de texto 17">
            <a:extLst>
              <a:ext uri="{FF2B5EF4-FFF2-40B4-BE49-F238E27FC236}">
                <a16:creationId xmlns:a16="http://schemas.microsoft.com/office/drawing/2014/main" id="{8541B8B5-4A34-4941-9A02-3D8AEA86CD1F}"/>
              </a:ext>
            </a:extLst>
          </p:cNvPr>
          <p:cNvSpPr>
            <a:spLocks noGrp="1"/>
          </p:cNvSpPr>
          <p:nvPr>
            <p:ph type="body" sz="quarter" idx="17" hasCustomPrompt="1"/>
          </p:nvPr>
        </p:nvSpPr>
        <p:spPr>
          <a:xfrm>
            <a:off x="906463" y="2767066"/>
            <a:ext cx="8951912" cy="4551309"/>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cusdae</a:t>
            </a:r>
            <a:r>
              <a:rPr lang="es-ES" dirty="0"/>
              <a:t> </a:t>
            </a:r>
            <a:r>
              <a:rPr lang="es-ES" dirty="0" err="1"/>
              <a:t>etur</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a:t>
            </a:r>
            <a:r>
              <a:rPr lang="es-ES" dirty="0" err="1"/>
              <a:t>Lenet</a:t>
            </a:r>
            <a:r>
              <a:rPr lang="es-ES" dirty="0"/>
              <a:t> et </a:t>
            </a:r>
            <a:r>
              <a:rPr lang="es-ES" dirty="0" err="1"/>
              <a:t>laborerum</a:t>
            </a:r>
            <a:r>
              <a:rPr lang="es-ES" dirty="0"/>
              <a:t> </a:t>
            </a:r>
            <a:r>
              <a:rPr lang="es-ES" dirty="0" err="1"/>
              <a:t>aut</a:t>
            </a:r>
            <a:r>
              <a:rPr lang="es-ES" dirty="0"/>
              <a:t> </a:t>
            </a:r>
            <a:r>
              <a:rPr lang="es-ES" dirty="0" err="1"/>
              <a:t>quamus</a:t>
            </a:r>
            <a:r>
              <a:rPr lang="es-ES" dirty="0"/>
              <a:t> </a:t>
            </a:r>
            <a:r>
              <a:rPr lang="es-ES" dirty="0" err="1"/>
              <a:t>sinventio</a:t>
            </a:r>
            <a:r>
              <a:rPr lang="es-ES" dirty="0"/>
              <a:t> </a:t>
            </a:r>
            <a:r>
              <a:rPr lang="es-ES" dirty="0" err="1"/>
              <a:t>molentur</a:t>
            </a:r>
            <a:r>
              <a:rPr lang="es-ES" dirty="0"/>
              <a:t> </a:t>
            </a:r>
            <a:r>
              <a:rPr lang="es-ES" dirty="0" err="1"/>
              <a:t>maio</a:t>
            </a:r>
            <a:r>
              <a:rPr lang="es-ES" dirty="0"/>
              <a:t> </a:t>
            </a:r>
            <a:r>
              <a:rPr lang="es-ES" dirty="0" err="1"/>
              <a:t>bernam</a:t>
            </a:r>
            <a:r>
              <a:rPr lang="es-ES" dirty="0"/>
              <a:t> </a:t>
            </a:r>
            <a:r>
              <a:rPr lang="es-ES" dirty="0" err="1"/>
              <a:t>dollandel</a:t>
            </a:r>
            <a:r>
              <a:rPr lang="es-ES" dirty="0"/>
              <a:t> </a:t>
            </a:r>
            <a:r>
              <a:rPr lang="es-ES" dirty="0" err="1"/>
              <a:t>experovit</a:t>
            </a:r>
            <a:r>
              <a:rPr lang="es-ES" dirty="0"/>
              <a:t>, </a:t>
            </a:r>
            <a:r>
              <a:rPr lang="es-ES" dirty="0" err="1"/>
              <a:t>odictatum</a:t>
            </a:r>
            <a:r>
              <a:rPr lang="es-ES" dirty="0"/>
              <a:t> re </a:t>
            </a:r>
            <a:r>
              <a:rPr lang="es-ES" dirty="0" err="1"/>
              <a:t>accus</a:t>
            </a:r>
            <a:r>
              <a:rPr lang="es-ES" dirty="0"/>
              <a:t> </a:t>
            </a:r>
            <a:r>
              <a:rPr lang="es-ES" dirty="0" err="1"/>
              <a:t>dolorruptium</a:t>
            </a:r>
            <a:r>
              <a:rPr lang="es-ES" dirty="0"/>
              <a:t> </a:t>
            </a:r>
            <a:r>
              <a:rPr lang="es-ES" dirty="0" err="1"/>
              <a:t>vel</a:t>
            </a:r>
            <a:r>
              <a:rPr lang="es-ES" dirty="0"/>
              <a:t> </a:t>
            </a:r>
            <a:r>
              <a:rPr lang="es-ES" dirty="0" err="1"/>
              <a:t>ma</a:t>
            </a:r>
            <a:r>
              <a:rPr lang="es-ES" dirty="0"/>
              <a:t> </a:t>
            </a:r>
            <a:r>
              <a:rPr lang="es-ES" dirty="0" err="1"/>
              <a:t>cus</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Ommos</a:t>
            </a:r>
            <a:r>
              <a:rPr lang="es-ES" dirty="0"/>
              <a:t> </a:t>
            </a:r>
            <a:r>
              <a:rPr lang="es-ES" dirty="0" err="1"/>
              <a:t>num</a:t>
            </a:r>
            <a:r>
              <a:rPr lang="es-ES" dirty="0"/>
              <a:t> ad </a:t>
            </a:r>
            <a:r>
              <a:rPr lang="es-ES" dirty="0" err="1"/>
              <a:t>est</a:t>
            </a:r>
            <a:r>
              <a:rPr lang="es-ES" dirty="0"/>
              <a:t> </a:t>
            </a:r>
            <a:r>
              <a:rPr lang="es-ES" dirty="0" err="1"/>
              <a:t>ilitatur</a:t>
            </a:r>
            <a:r>
              <a:rPr lang="es-ES" dirty="0"/>
              <a:t> </a:t>
            </a:r>
            <a:r>
              <a:rPr lang="es-ES" dirty="0" err="1"/>
              <a:t>sitiam</a:t>
            </a:r>
            <a:r>
              <a:rPr lang="es-ES" dirty="0"/>
              <a:t> </a:t>
            </a:r>
            <a:r>
              <a:rPr lang="es-ES" dirty="0" err="1"/>
              <a:t>fugiamet</a:t>
            </a:r>
            <a:r>
              <a:rPr lang="es-ES" dirty="0"/>
              <a:t> </a:t>
            </a:r>
            <a:r>
              <a:rPr lang="es-ES" dirty="0" err="1"/>
              <a:t>dipsant</a:t>
            </a:r>
            <a:r>
              <a:rPr lang="es-ES" dirty="0"/>
              <a:t> </a:t>
            </a:r>
            <a:r>
              <a:rPr lang="es-ES" dirty="0" err="1"/>
              <a:t>incime</a:t>
            </a:r>
            <a:r>
              <a:rPr lang="es-ES" dirty="0"/>
              <a:t> </a:t>
            </a:r>
            <a:r>
              <a:rPr lang="es-ES" dirty="0" err="1"/>
              <a:t>voluptibus</a:t>
            </a:r>
            <a:r>
              <a:rPr lang="es-ES" dirty="0"/>
              <a:t> </a:t>
            </a:r>
            <a:r>
              <a:rPr lang="es-ES" dirty="0" err="1"/>
              <a:t>eumquo</a:t>
            </a:r>
            <a:r>
              <a:rPr lang="es-ES" dirty="0"/>
              <a:t> et </a:t>
            </a:r>
            <a:r>
              <a:rPr lang="es-ES" dirty="0" err="1"/>
              <a:t>elibusa</a:t>
            </a:r>
            <a:r>
              <a:rPr lang="es-ES" dirty="0"/>
              <a:t> </a:t>
            </a:r>
            <a:r>
              <a:rPr lang="es-ES" dirty="0" err="1"/>
              <a:t>consed</a:t>
            </a:r>
            <a:r>
              <a:rPr lang="es-ES" dirty="0"/>
              <a:t> </a:t>
            </a:r>
            <a:r>
              <a:rPr lang="es-ES" dirty="0" err="1"/>
              <a:t>quam</a:t>
            </a:r>
            <a:r>
              <a:rPr lang="es-ES" dirty="0"/>
              <a:t>, </a:t>
            </a:r>
            <a:r>
              <a:rPr lang="es-ES" dirty="0" err="1"/>
              <a:t>tecesciis</a:t>
            </a:r>
            <a:r>
              <a:rPr lang="es-ES" dirty="0"/>
              <a:t> </a:t>
            </a:r>
            <a:r>
              <a:rPr lang="es-ES" dirty="0" err="1"/>
              <a:t>velignimus</a:t>
            </a:r>
            <a:r>
              <a:rPr lang="es-ES" dirty="0"/>
              <a:t>, </a:t>
            </a:r>
            <a:r>
              <a:rPr lang="es-ES" dirty="0" err="1"/>
              <a:t>exped</a:t>
            </a:r>
            <a:r>
              <a:rPr lang="es-ES" dirty="0"/>
              <a:t> </a:t>
            </a:r>
            <a:r>
              <a:rPr lang="es-ES" dirty="0" err="1"/>
              <a:t>ma</a:t>
            </a:r>
            <a:r>
              <a:rPr lang="es-ES" dirty="0"/>
              <a:t> con </a:t>
            </a:r>
            <a:r>
              <a:rPr lang="es-ES" dirty="0" err="1"/>
              <a:t>nis</a:t>
            </a:r>
            <a:r>
              <a:rPr lang="es-ES" dirty="0"/>
              <a:t> dolor sunt opta qui </a:t>
            </a:r>
            <a:r>
              <a:rPr lang="es-ES" dirty="0" err="1"/>
              <a:t>bero</a:t>
            </a:r>
            <a:r>
              <a:rPr lang="es-ES" dirty="0"/>
              <a:t> con </a:t>
            </a:r>
            <a:r>
              <a:rPr lang="es-ES" dirty="0" err="1"/>
              <a:t>porum</a:t>
            </a:r>
            <a:r>
              <a:rPr lang="es-ES" dirty="0"/>
              <a:t> </a:t>
            </a:r>
            <a:r>
              <a:rPr lang="es-ES" dirty="0" err="1"/>
              <a:t>delique</a:t>
            </a:r>
            <a:r>
              <a:rPr lang="es-ES" dirty="0"/>
              <a:t> </a:t>
            </a:r>
            <a:r>
              <a:rPr lang="es-ES" dirty="0" err="1"/>
              <a:t>cus</a:t>
            </a:r>
            <a:r>
              <a:rPr lang="es-ES" dirty="0"/>
              <a:t> et </a:t>
            </a:r>
            <a:r>
              <a:rPr lang="es-ES" dirty="0" err="1"/>
              <a:t>et</a:t>
            </a:r>
            <a:r>
              <a:rPr lang="es-ES" dirty="0"/>
              <a:t> </a:t>
            </a:r>
            <a:r>
              <a:rPr lang="es-ES" dirty="0" err="1"/>
              <a:t>voloribus</a:t>
            </a:r>
            <a:r>
              <a:rPr lang="es-ES" dirty="0"/>
              <a:t> </a:t>
            </a:r>
            <a:r>
              <a:rPr lang="es-ES" dirty="0" err="1"/>
              <a:t>expella</a:t>
            </a:r>
            <a:r>
              <a:rPr lang="es-ES" dirty="0"/>
              <a:t> </a:t>
            </a:r>
            <a:r>
              <a:rPr lang="es-ES" dirty="0" err="1"/>
              <a:t>borepe</a:t>
            </a:r>
            <a:r>
              <a:rPr lang="es-ES" dirty="0"/>
              <a:t> </a:t>
            </a:r>
            <a:r>
              <a:rPr lang="es-ES" dirty="0" err="1"/>
              <a:t>ped</a:t>
            </a:r>
            <a:r>
              <a:rPr lang="es-ES" dirty="0"/>
              <a:t> </a:t>
            </a:r>
            <a:r>
              <a:rPr lang="es-ES" dirty="0" err="1"/>
              <a:t>eum</a:t>
            </a:r>
            <a:r>
              <a:rPr lang="es-ES" dirty="0"/>
              <a:t> </a:t>
            </a:r>
            <a:r>
              <a:rPr lang="es-ES" dirty="0" err="1"/>
              <a:t>endios</a:t>
            </a:r>
            <a:r>
              <a:rPr lang="es-ES" dirty="0"/>
              <a:t> </a:t>
            </a:r>
            <a:r>
              <a:rPr lang="es-ES" dirty="0" err="1"/>
              <a:t>exerat</a:t>
            </a:r>
            <a:r>
              <a:rPr lang="es-ES" dirty="0"/>
              <a:t> </a:t>
            </a:r>
            <a:r>
              <a:rPr lang="es-ES" dirty="0" err="1"/>
              <a:t>debiti</a:t>
            </a:r>
            <a:r>
              <a:rPr lang="es-ES" dirty="0"/>
              <a:t> </a:t>
            </a:r>
            <a:r>
              <a:rPr lang="es-ES" dirty="0" err="1"/>
              <a:t>doluptatur</a:t>
            </a:r>
            <a:r>
              <a:rPr lang="es-ES" dirty="0"/>
              <a:t>, que dicto </a:t>
            </a:r>
            <a:r>
              <a:rPr lang="es-ES" dirty="0" err="1"/>
              <a:t>consecume</a:t>
            </a:r>
            <a:r>
              <a:rPr lang="es-ES" dirty="0"/>
              <a:t> re, </a:t>
            </a:r>
            <a:r>
              <a:rPr lang="es-ES" dirty="0" err="1"/>
              <a:t>nusam</a:t>
            </a:r>
            <a:r>
              <a:rPr lang="es-ES" dirty="0"/>
              <a:t> et </a:t>
            </a:r>
            <a:r>
              <a:rPr lang="es-ES" dirty="0" err="1"/>
              <a:t>videllu</a:t>
            </a:r>
            <a:r>
              <a:rPr lang="es-ES" dirty="0"/>
              <a:t> </a:t>
            </a:r>
            <a:r>
              <a:rPr lang="es-ES" dirty="0" err="1"/>
              <a:t>picient</a:t>
            </a:r>
            <a:r>
              <a:rPr lang="es-ES" dirty="0"/>
              <a:t> </a:t>
            </a:r>
            <a:r>
              <a:rPr lang="es-ES" dirty="0" err="1"/>
              <a:t>iasperc</a:t>
            </a:r>
            <a:r>
              <a:rPr lang="es-ES" dirty="0"/>
              <a:t> </a:t>
            </a:r>
            <a:r>
              <a:rPr lang="es-ES" dirty="0" err="1"/>
              <a:t>hitatur</a:t>
            </a:r>
            <a:r>
              <a:rPr lang="es-ES" dirty="0"/>
              <a:t> </a:t>
            </a:r>
            <a:r>
              <a:rPr lang="es-ES" dirty="0" err="1"/>
              <a:t>ectibus</a:t>
            </a:r>
            <a:r>
              <a:rPr lang="es-ES" dirty="0"/>
              <a:t> </a:t>
            </a:r>
            <a:r>
              <a:rPr lang="es-ES" dirty="0" err="1"/>
              <a:t>eatenih</a:t>
            </a:r>
            <a:r>
              <a:rPr lang="es-ES" dirty="0"/>
              <a:t> </a:t>
            </a:r>
            <a:r>
              <a:rPr lang="es-ES" dirty="0" err="1"/>
              <a:t>iliquatibus</a:t>
            </a:r>
            <a:r>
              <a:rPr lang="es-ES" dirty="0"/>
              <a:t> </a:t>
            </a:r>
            <a:r>
              <a:rPr lang="es-ES" dirty="0" err="1"/>
              <a:t>volora</a:t>
            </a:r>
            <a:r>
              <a:rPr lang="es-ES" dirty="0"/>
              <a:t> </a:t>
            </a:r>
            <a:r>
              <a:rPr lang="es-ES" dirty="0" err="1"/>
              <a:t>vel</a:t>
            </a:r>
            <a:r>
              <a:rPr lang="es-ES" dirty="0"/>
              <a:t> </a:t>
            </a:r>
            <a:r>
              <a:rPr lang="es-ES" dirty="0" err="1"/>
              <a:t>earions</a:t>
            </a:r>
            <a:r>
              <a:rPr lang="es-ES" dirty="0"/>
              <a:t> </a:t>
            </a:r>
            <a:r>
              <a:rPr lang="es-ES" dirty="0" err="1"/>
              <a:t>equi</a:t>
            </a:r>
            <a:r>
              <a:rPr lang="es-ES" dirty="0"/>
              <a:t>. </a:t>
            </a:r>
            <a:br>
              <a:rPr lang="es-ES" dirty="0"/>
            </a:br>
            <a:r>
              <a:rPr lang="es-ES" dirty="0" err="1"/>
              <a:t>volorumqui</a:t>
            </a:r>
            <a:r>
              <a:rPr lang="es-ES" dirty="0"/>
              <a:t> con </a:t>
            </a:r>
            <a:r>
              <a:rPr lang="es-ES" dirty="0" err="1"/>
              <a:t>est</a:t>
            </a:r>
            <a:r>
              <a:rPr lang="es-ES" dirty="0"/>
              <a:t> </a:t>
            </a:r>
            <a:r>
              <a:rPr lang="es-ES" dirty="0" err="1"/>
              <a:t>rerferibus</a:t>
            </a:r>
            <a:r>
              <a:rPr lang="es-ES" dirty="0"/>
              <a:t> </a:t>
            </a:r>
            <a:r>
              <a:rPr lang="es-ES" dirty="0" err="1"/>
              <a:t>alit</a:t>
            </a:r>
            <a:r>
              <a:rPr lang="es-ES" dirty="0"/>
              <a:t> </a:t>
            </a:r>
            <a:r>
              <a:rPr lang="es-ES" dirty="0" err="1"/>
              <a:t>accabor</a:t>
            </a:r>
            <a:r>
              <a:rPr lang="es-ES" dirty="0"/>
              <a:t> </a:t>
            </a:r>
            <a:r>
              <a:rPr lang="es-ES" dirty="0" err="1"/>
              <a:t>itatem</a:t>
            </a:r>
            <a:r>
              <a:rPr lang="es-ES" dirty="0"/>
              <a:t> </a:t>
            </a:r>
            <a:r>
              <a:rPr lang="es-ES" dirty="0" err="1"/>
              <a:t>simolorio</a:t>
            </a:r>
            <a:r>
              <a:rPr lang="es-ES" dirty="0"/>
              <a:t> es </a:t>
            </a:r>
            <a:r>
              <a:rPr lang="es-ES" dirty="0" err="1"/>
              <a:t>etus</a:t>
            </a:r>
            <a:r>
              <a:rPr lang="es-ES" dirty="0"/>
              <a:t> </a:t>
            </a:r>
            <a:r>
              <a:rPr lang="es-ES" dirty="0" err="1"/>
              <a:t>esseque</a:t>
            </a:r>
            <a:r>
              <a:rPr lang="es-ES" dirty="0"/>
              <a:t> veles es </a:t>
            </a:r>
            <a:r>
              <a:rPr lang="es-ES" dirty="0" err="1"/>
              <a:t>dunt</a:t>
            </a:r>
            <a:r>
              <a:rPr lang="es-ES" dirty="0"/>
              <a:t> </a:t>
            </a:r>
            <a:r>
              <a:rPr lang="es-ES" dirty="0" err="1"/>
              <a:t>officta</a:t>
            </a:r>
            <a:r>
              <a:rPr lang="es-ES" dirty="0"/>
              <a:t> </a:t>
            </a:r>
            <a:r>
              <a:rPr lang="es-ES" dirty="0" err="1"/>
              <a:t>erupta</a:t>
            </a:r>
            <a:r>
              <a:rPr lang="es-ES" dirty="0"/>
              <a:t> </a:t>
            </a:r>
            <a:r>
              <a:rPr lang="es-ES" dirty="0" err="1"/>
              <a:t>ant</a:t>
            </a:r>
            <a:r>
              <a:rPr lang="es-ES" dirty="0"/>
              <a:t> </a:t>
            </a:r>
            <a:r>
              <a:rPr lang="es-ES" dirty="0" err="1"/>
              <a:t>omniment</a:t>
            </a:r>
            <a:r>
              <a:rPr lang="es-ES" dirty="0"/>
              <a:t> </a:t>
            </a:r>
            <a:r>
              <a:rPr lang="es-ES" dirty="0" err="1"/>
              <a:t>odi</a:t>
            </a:r>
            <a:r>
              <a:rPr lang="es-ES" dirty="0"/>
              <a:t> </a:t>
            </a:r>
            <a:r>
              <a:rPr lang="es-ES" dirty="0" err="1"/>
              <a:t>deria</a:t>
            </a:r>
            <a:r>
              <a:rPr lang="es-ES" dirty="0"/>
              <a:t> </a:t>
            </a:r>
            <a:r>
              <a:rPr lang="es-ES" dirty="0" err="1"/>
              <a:t>evelibuscia</a:t>
            </a:r>
            <a:r>
              <a:rPr lang="es-ES" dirty="0"/>
              <a:t> non re </a:t>
            </a:r>
            <a:r>
              <a:rPr lang="es-ES" dirty="0" err="1"/>
              <a:t>voleste</a:t>
            </a:r>
            <a:r>
              <a:rPr lang="es-ES" dirty="0"/>
              <a:t>.</a:t>
            </a:r>
          </a:p>
        </p:txBody>
      </p:sp>
      <p:sp>
        <p:nvSpPr>
          <p:cNvPr id="12" name="Marcador de texto 4">
            <a:extLst>
              <a:ext uri="{FF2B5EF4-FFF2-40B4-BE49-F238E27FC236}">
                <a16:creationId xmlns:a16="http://schemas.microsoft.com/office/drawing/2014/main" id="{570181F8-E3DA-40CA-993C-3FA1859900AB}"/>
              </a:ext>
            </a:extLst>
          </p:cNvPr>
          <p:cNvSpPr>
            <a:spLocks noGrp="1"/>
          </p:cNvSpPr>
          <p:nvPr>
            <p:ph type="body" sz="quarter" idx="18" hasCustomPrompt="1"/>
          </p:nvPr>
        </p:nvSpPr>
        <p:spPr>
          <a:xfrm>
            <a:off x="906463" y="2172974"/>
            <a:ext cx="5672137" cy="594092"/>
          </a:xfrm>
        </p:spPr>
        <p:txBody>
          <a:bodyPr lIns="0">
            <a:normAutofit/>
          </a:bodyPr>
          <a:lstStyle>
            <a:lvl1pPr marL="0" indent="0">
              <a:lnSpc>
                <a:spcPct val="100000"/>
              </a:lnSpc>
              <a:buNone/>
              <a:defRPr lang="es-ES" sz="2400" b="1" kern="1200" dirty="0">
                <a:solidFill>
                  <a:schemeClr val="bg1"/>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13" name="Gráfico 12">
            <a:extLst>
              <a:ext uri="{FF2B5EF4-FFF2-40B4-BE49-F238E27FC236}">
                <a16:creationId xmlns:a16="http://schemas.microsoft.com/office/drawing/2014/main" id="{094E685F-C14D-482F-9A0A-9F0AB3CA733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Tree>
    <p:extLst>
      <p:ext uri="{BB962C8B-B14F-4D97-AF65-F5344CB8AC3E}">
        <p14:creationId xmlns:p14="http://schemas.microsoft.com/office/powerpoint/2010/main" val="14550805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o 2 columnas">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1EB0F94-859D-44E4-A1AF-507F3F6D3C4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2" name="Title 1"/>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3" name="Marcador de número de diapositiva 2">
            <a:extLst>
              <a:ext uri="{FF2B5EF4-FFF2-40B4-BE49-F238E27FC236}">
                <a16:creationId xmlns:a16="http://schemas.microsoft.com/office/drawing/2014/main" id="{298F2FCB-7E2F-400B-81B1-18B456AE6C0D}"/>
              </a:ext>
            </a:extLst>
          </p:cNvPr>
          <p:cNvSpPr>
            <a:spLocks noGrp="1"/>
          </p:cNvSpPr>
          <p:nvPr>
            <p:ph type="sldNum" sz="quarter" idx="16"/>
          </p:nvPr>
        </p:nvSpPr>
        <p:spPr/>
        <p:txBody>
          <a:bodyPr/>
          <a:lstStyle/>
          <a:p>
            <a:fld id="{B005B2D1-880E-4846-A216-7D6770BA1332}" type="slidenum">
              <a:rPr lang="es-ES" smtClean="0"/>
              <a:pPr/>
              <a:t>‹Nº›</a:t>
            </a:fld>
            <a:endParaRPr lang="es-ES" dirty="0"/>
          </a:p>
        </p:txBody>
      </p:sp>
      <p:sp>
        <p:nvSpPr>
          <p:cNvPr id="17" name="Marcador de texto 17">
            <a:extLst>
              <a:ext uri="{FF2B5EF4-FFF2-40B4-BE49-F238E27FC236}">
                <a16:creationId xmlns:a16="http://schemas.microsoft.com/office/drawing/2014/main" id="{ED651845-DE33-4174-8EA2-DF23E49F4C48}"/>
              </a:ext>
            </a:extLst>
          </p:cNvPr>
          <p:cNvSpPr>
            <a:spLocks noGrp="1"/>
          </p:cNvSpPr>
          <p:nvPr>
            <p:ph type="body" sz="quarter" idx="17" hasCustomPrompt="1"/>
          </p:nvPr>
        </p:nvSpPr>
        <p:spPr>
          <a:xfrm>
            <a:off x="906463" y="3115112"/>
            <a:ext cx="4872037" cy="1660088"/>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19" name="CuadroTexto 18">
            <a:extLst>
              <a:ext uri="{FF2B5EF4-FFF2-40B4-BE49-F238E27FC236}">
                <a16:creationId xmlns:a16="http://schemas.microsoft.com/office/drawing/2014/main" id="{D2CA20B9-F60F-45EA-A71A-63C33406C8E7}"/>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sp>
        <p:nvSpPr>
          <p:cNvPr id="9" name="Marcador de texto 8">
            <a:extLst>
              <a:ext uri="{FF2B5EF4-FFF2-40B4-BE49-F238E27FC236}">
                <a16:creationId xmlns:a16="http://schemas.microsoft.com/office/drawing/2014/main" id="{B65DF388-3408-4AF2-9B3A-3FEA357FE26B}"/>
              </a:ext>
            </a:extLst>
          </p:cNvPr>
          <p:cNvSpPr>
            <a:spLocks noGrp="1"/>
          </p:cNvSpPr>
          <p:nvPr>
            <p:ph type="body" sz="quarter" idx="19" hasCustomPrompt="1"/>
          </p:nvPr>
        </p:nvSpPr>
        <p:spPr>
          <a:xfrm>
            <a:off x="906463" y="5209791"/>
            <a:ext cx="4872038" cy="1324359"/>
          </a:xfrm>
        </p:spPr>
        <p:txBody>
          <a:bodyPr lIns="0">
            <a:normAutofit/>
          </a:bodyPr>
          <a:lstStyle>
            <a:lvl1pPr marL="273050" indent="-187325">
              <a:lnSpc>
                <a:spcPts val="1700"/>
              </a:lnSpc>
              <a:spcBef>
                <a:spcPts val="0"/>
              </a:spcBef>
              <a:buSzPct val="120000"/>
              <a:defRPr sz="1440"/>
            </a:lvl1pPr>
          </a:lstStyle>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endParaRPr lang="es-ES" dirty="0"/>
          </a:p>
        </p:txBody>
      </p:sp>
      <p:sp>
        <p:nvSpPr>
          <p:cNvPr id="24" name="Marcador de texto 17">
            <a:extLst>
              <a:ext uri="{FF2B5EF4-FFF2-40B4-BE49-F238E27FC236}">
                <a16:creationId xmlns:a16="http://schemas.microsoft.com/office/drawing/2014/main" id="{1B566430-C516-4659-9CF0-413B38884746}"/>
              </a:ext>
            </a:extLst>
          </p:cNvPr>
          <p:cNvSpPr>
            <a:spLocks noGrp="1"/>
          </p:cNvSpPr>
          <p:nvPr>
            <p:ph type="body" sz="quarter" idx="20" hasCustomPrompt="1"/>
          </p:nvPr>
        </p:nvSpPr>
        <p:spPr>
          <a:xfrm>
            <a:off x="6517040" y="3115112"/>
            <a:ext cx="4872037" cy="1660088"/>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6" name="Marcador de texto 8">
            <a:extLst>
              <a:ext uri="{FF2B5EF4-FFF2-40B4-BE49-F238E27FC236}">
                <a16:creationId xmlns:a16="http://schemas.microsoft.com/office/drawing/2014/main" id="{573ECFD9-1700-48BC-9A10-1EEB57FE21FE}"/>
              </a:ext>
            </a:extLst>
          </p:cNvPr>
          <p:cNvSpPr>
            <a:spLocks noGrp="1"/>
          </p:cNvSpPr>
          <p:nvPr>
            <p:ph type="body" sz="quarter" idx="21" hasCustomPrompt="1"/>
          </p:nvPr>
        </p:nvSpPr>
        <p:spPr>
          <a:xfrm>
            <a:off x="6517040" y="5209791"/>
            <a:ext cx="4872038" cy="1324359"/>
          </a:xfrm>
        </p:spPr>
        <p:txBody>
          <a:bodyPr lIns="0">
            <a:normAutofit/>
          </a:bodyPr>
          <a:lstStyle>
            <a:lvl1pPr marL="273050" indent="-187325">
              <a:lnSpc>
                <a:spcPts val="1700"/>
              </a:lnSpc>
              <a:spcBef>
                <a:spcPts val="0"/>
              </a:spcBef>
              <a:buSzPct val="120000"/>
              <a:defRPr sz="1440"/>
            </a:lvl1pPr>
          </a:lstStyle>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endParaRPr lang="es-ES" dirty="0"/>
          </a:p>
        </p:txBody>
      </p:sp>
      <p:sp>
        <p:nvSpPr>
          <p:cNvPr id="22" name="Marcador de texto 4">
            <a:extLst>
              <a:ext uri="{FF2B5EF4-FFF2-40B4-BE49-F238E27FC236}">
                <a16:creationId xmlns:a16="http://schemas.microsoft.com/office/drawing/2014/main" id="{05E4FB7B-722D-4BE7-8CC0-B75626895DD0}"/>
              </a:ext>
            </a:extLst>
          </p:cNvPr>
          <p:cNvSpPr>
            <a:spLocks noGrp="1"/>
          </p:cNvSpPr>
          <p:nvPr>
            <p:ph type="body" sz="quarter" idx="18" hasCustomPrompt="1"/>
          </p:nvPr>
        </p:nvSpPr>
        <p:spPr>
          <a:xfrm>
            <a:off x="906464" y="2172974"/>
            <a:ext cx="3089804" cy="894430"/>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sp>
        <p:nvSpPr>
          <p:cNvPr id="27" name="Marcador de texto 4">
            <a:extLst>
              <a:ext uri="{FF2B5EF4-FFF2-40B4-BE49-F238E27FC236}">
                <a16:creationId xmlns:a16="http://schemas.microsoft.com/office/drawing/2014/main" id="{F9FC69D8-9723-4F59-88B1-B8A228E30E8C}"/>
              </a:ext>
            </a:extLst>
          </p:cNvPr>
          <p:cNvSpPr>
            <a:spLocks noGrp="1"/>
          </p:cNvSpPr>
          <p:nvPr>
            <p:ph type="body" sz="quarter" idx="22" hasCustomPrompt="1"/>
          </p:nvPr>
        </p:nvSpPr>
        <p:spPr>
          <a:xfrm>
            <a:off x="6517040" y="2172974"/>
            <a:ext cx="3089804" cy="894430"/>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sp>
        <p:nvSpPr>
          <p:cNvPr id="29" name="Marcador de texto 6">
            <a:extLst>
              <a:ext uri="{FF2B5EF4-FFF2-40B4-BE49-F238E27FC236}">
                <a16:creationId xmlns:a16="http://schemas.microsoft.com/office/drawing/2014/main" id="{9B86122E-9AF2-4C6E-92FF-49FE1347FD69}"/>
              </a:ext>
            </a:extLst>
          </p:cNvPr>
          <p:cNvSpPr>
            <a:spLocks noGrp="1"/>
          </p:cNvSpPr>
          <p:nvPr>
            <p:ph type="body" sz="quarter" idx="23" hasCustomPrompt="1"/>
          </p:nvPr>
        </p:nvSpPr>
        <p:spPr>
          <a:xfrm>
            <a:off x="906463" y="4854777"/>
            <a:ext cx="4760912" cy="336157"/>
          </a:xfrm>
        </p:spPr>
        <p:txBody>
          <a:bodyPr lIns="0">
            <a:noAutofit/>
          </a:bodyPr>
          <a:lstStyle>
            <a:lvl1pPr marL="0" indent="0">
              <a:buNone/>
              <a:defRPr sz="1440" b="1"/>
            </a:lvl1pPr>
          </a:lstStyle>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p>
        </p:txBody>
      </p:sp>
      <p:sp>
        <p:nvSpPr>
          <p:cNvPr id="30" name="Marcador de texto 6">
            <a:extLst>
              <a:ext uri="{FF2B5EF4-FFF2-40B4-BE49-F238E27FC236}">
                <a16:creationId xmlns:a16="http://schemas.microsoft.com/office/drawing/2014/main" id="{8EE8A48C-F391-4811-929B-692EE60D9853}"/>
              </a:ext>
            </a:extLst>
          </p:cNvPr>
          <p:cNvSpPr>
            <a:spLocks noGrp="1"/>
          </p:cNvSpPr>
          <p:nvPr>
            <p:ph type="body" sz="quarter" idx="24" hasCustomPrompt="1"/>
          </p:nvPr>
        </p:nvSpPr>
        <p:spPr>
          <a:xfrm>
            <a:off x="6517040" y="4854777"/>
            <a:ext cx="4760912" cy="336157"/>
          </a:xfrm>
        </p:spPr>
        <p:txBody>
          <a:bodyPr lIns="0">
            <a:noAutofit/>
          </a:bodyPr>
          <a:lstStyle>
            <a:lvl1pPr marL="0" indent="0">
              <a:buNone/>
              <a:defRPr sz="1440" b="1"/>
            </a:lvl1pPr>
          </a:lstStyle>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p>
        </p:txBody>
      </p:sp>
      <p:pic>
        <p:nvPicPr>
          <p:cNvPr id="16" name="Gráfico 15">
            <a:extLst>
              <a:ext uri="{FF2B5EF4-FFF2-40B4-BE49-F238E27FC236}">
                <a16:creationId xmlns:a16="http://schemas.microsoft.com/office/drawing/2014/main" id="{1AE249E4-2467-4F87-965C-E68F3597A07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
        <p:nvSpPr>
          <p:cNvPr id="23" name="Rectángulo 22">
            <a:extLst>
              <a:ext uri="{FF2B5EF4-FFF2-40B4-BE49-F238E27FC236}">
                <a16:creationId xmlns:a16="http://schemas.microsoft.com/office/drawing/2014/main" id="{B48D373E-19C2-4CC6-B1E7-2270E696A4BE}"/>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067776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o 3 columnas">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2FB2A9B4-7A25-4B33-B17C-A256109A75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2" name="Title 1"/>
          <p:cNvSpPr>
            <a:spLocks noGrp="1"/>
          </p:cNvSpPr>
          <p:nvPr>
            <p:ph type="title" hasCustomPrompt="1"/>
          </p:nvPr>
        </p:nvSpPr>
        <p:spPr>
          <a:xfrm>
            <a:off x="906463" y="1182159"/>
            <a:ext cx="6561949" cy="703086"/>
          </a:xfrm>
        </p:spPr>
        <p:txBody>
          <a:bodyPr lIns="0" anchor="t">
            <a:noAutofit/>
          </a:bodyPr>
          <a:lstStyle>
            <a:lvl1pPr>
              <a:defRPr sz="4330"/>
            </a:lvl1pPr>
          </a:lstStyle>
          <a:p>
            <a:r>
              <a:rPr lang="es-ES" dirty="0" err="1"/>
              <a:t>Lorem</a:t>
            </a:r>
            <a:r>
              <a:rPr lang="es-ES" dirty="0"/>
              <a:t> </a:t>
            </a:r>
            <a:r>
              <a:rPr lang="es-ES" dirty="0" err="1"/>
              <a:t>ipsum</a:t>
            </a:r>
            <a:r>
              <a:rPr lang="es-ES" dirty="0"/>
              <a:t> dolor </a:t>
            </a:r>
            <a:r>
              <a:rPr lang="es-ES" dirty="0" err="1"/>
              <a:t>sit</a:t>
            </a:r>
            <a:endParaRPr lang="en-US" dirty="0"/>
          </a:p>
        </p:txBody>
      </p:sp>
      <p:sp>
        <p:nvSpPr>
          <p:cNvPr id="3" name="Marcador de número de diapositiva 2">
            <a:extLst>
              <a:ext uri="{FF2B5EF4-FFF2-40B4-BE49-F238E27FC236}">
                <a16:creationId xmlns:a16="http://schemas.microsoft.com/office/drawing/2014/main" id="{298F2FCB-7E2F-400B-81B1-18B456AE6C0D}"/>
              </a:ext>
            </a:extLst>
          </p:cNvPr>
          <p:cNvSpPr>
            <a:spLocks noGrp="1"/>
          </p:cNvSpPr>
          <p:nvPr>
            <p:ph type="sldNum" sz="quarter" idx="16"/>
          </p:nvPr>
        </p:nvSpPr>
        <p:spPr/>
        <p:txBody>
          <a:bodyPr/>
          <a:lstStyle/>
          <a:p>
            <a:fld id="{B005B2D1-880E-4846-A216-7D6770BA1332}" type="slidenum">
              <a:rPr lang="es-ES" smtClean="0"/>
              <a:pPr/>
              <a:t>‹Nº›</a:t>
            </a:fld>
            <a:endParaRPr lang="es-ES" dirty="0"/>
          </a:p>
        </p:txBody>
      </p:sp>
      <p:sp>
        <p:nvSpPr>
          <p:cNvPr id="17" name="Marcador de texto 17">
            <a:extLst>
              <a:ext uri="{FF2B5EF4-FFF2-40B4-BE49-F238E27FC236}">
                <a16:creationId xmlns:a16="http://schemas.microsoft.com/office/drawing/2014/main" id="{ED651845-DE33-4174-8EA2-DF23E49F4C48}"/>
              </a:ext>
            </a:extLst>
          </p:cNvPr>
          <p:cNvSpPr>
            <a:spLocks noGrp="1"/>
          </p:cNvSpPr>
          <p:nvPr>
            <p:ph type="body" sz="quarter" idx="17" hasCustomPrompt="1"/>
          </p:nvPr>
        </p:nvSpPr>
        <p:spPr>
          <a:xfrm>
            <a:off x="906464" y="3339367"/>
            <a:ext cx="3259136" cy="2992177"/>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2" name="Marcador de texto 17">
            <a:extLst>
              <a:ext uri="{FF2B5EF4-FFF2-40B4-BE49-F238E27FC236}">
                <a16:creationId xmlns:a16="http://schemas.microsoft.com/office/drawing/2014/main" id="{36D8D383-D93A-4BEA-81C5-5D99296574CF}"/>
              </a:ext>
            </a:extLst>
          </p:cNvPr>
          <p:cNvSpPr>
            <a:spLocks noGrp="1"/>
          </p:cNvSpPr>
          <p:nvPr>
            <p:ph type="body" sz="quarter" idx="18" hasCustomPrompt="1"/>
          </p:nvPr>
        </p:nvSpPr>
        <p:spPr>
          <a:xfrm>
            <a:off x="4914020" y="3339367"/>
            <a:ext cx="3259136" cy="2992177"/>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8" name="Marcador de texto 17">
            <a:extLst>
              <a:ext uri="{FF2B5EF4-FFF2-40B4-BE49-F238E27FC236}">
                <a16:creationId xmlns:a16="http://schemas.microsoft.com/office/drawing/2014/main" id="{9DEF0FCB-D24A-41C6-B6B1-2A1A3EA97F9A}"/>
              </a:ext>
            </a:extLst>
          </p:cNvPr>
          <p:cNvSpPr>
            <a:spLocks noGrp="1"/>
          </p:cNvSpPr>
          <p:nvPr>
            <p:ph type="body" sz="quarter" idx="19" hasCustomPrompt="1"/>
          </p:nvPr>
        </p:nvSpPr>
        <p:spPr>
          <a:xfrm>
            <a:off x="8912051" y="3339367"/>
            <a:ext cx="3259136" cy="2992177"/>
          </a:xfrm>
        </p:spPr>
        <p:txBody>
          <a:bodyPr lIns="0">
            <a:noAutofit/>
          </a:bodyPr>
          <a:lstStyle>
            <a:lvl1pPr marL="0" indent="0">
              <a:lnSpc>
                <a:spcPts val="1700"/>
              </a:lnSpc>
              <a:spcBef>
                <a:spcPts val="900"/>
              </a:spcBef>
              <a:spcAft>
                <a:spcPts val="900"/>
              </a:spcAft>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9" name="CuadroTexto 28">
            <a:extLst>
              <a:ext uri="{FF2B5EF4-FFF2-40B4-BE49-F238E27FC236}">
                <a16:creationId xmlns:a16="http://schemas.microsoft.com/office/drawing/2014/main" id="{2C51ABAD-344B-4945-9333-5C20ED89FE3B}"/>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1" name="Rectángulo 30">
            <a:extLst>
              <a:ext uri="{FF2B5EF4-FFF2-40B4-BE49-F238E27FC236}">
                <a16:creationId xmlns:a16="http://schemas.microsoft.com/office/drawing/2014/main" id="{410E6A35-FD8D-424A-963C-27B2367EF978}"/>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Marcador de texto 4">
            <a:extLst>
              <a:ext uri="{FF2B5EF4-FFF2-40B4-BE49-F238E27FC236}">
                <a16:creationId xmlns:a16="http://schemas.microsoft.com/office/drawing/2014/main" id="{A6690533-EFD2-44B8-9B43-A66D920F5C7F}"/>
              </a:ext>
            </a:extLst>
          </p:cNvPr>
          <p:cNvSpPr>
            <a:spLocks noGrp="1"/>
          </p:cNvSpPr>
          <p:nvPr>
            <p:ph type="body" sz="quarter" idx="20" hasCustomPrompt="1"/>
          </p:nvPr>
        </p:nvSpPr>
        <p:spPr>
          <a:xfrm>
            <a:off x="906464" y="2392356"/>
            <a:ext cx="3089804" cy="894430"/>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sp>
        <p:nvSpPr>
          <p:cNvPr id="18" name="Marcador de texto 4">
            <a:extLst>
              <a:ext uri="{FF2B5EF4-FFF2-40B4-BE49-F238E27FC236}">
                <a16:creationId xmlns:a16="http://schemas.microsoft.com/office/drawing/2014/main" id="{6F4B1AF0-3B4D-48F1-B8BA-5E80B030E5D1}"/>
              </a:ext>
            </a:extLst>
          </p:cNvPr>
          <p:cNvSpPr>
            <a:spLocks noGrp="1"/>
          </p:cNvSpPr>
          <p:nvPr>
            <p:ph type="body" sz="quarter" idx="21" hasCustomPrompt="1"/>
          </p:nvPr>
        </p:nvSpPr>
        <p:spPr>
          <a:xfrm>
            <a:off x="4914020" y="2392356"/>
            <a:ext cx="3089804" cy="894430"/>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sp>
        <p:nvSpPr>
          <p:cNvPr id="19" name="Marcador de texto 4">
            <a:extLst>
              <a:ext uri="{FF2B5EF4-FFF2-40B4-BE49-F238E27FC236}">
                <a16:creationId xmlns:a16="http://schemas.microsoft.com/office/drawing/2014/main" id="{8684ACDC-92BA-4BD5-ACC0-23F86F94CEAF}"/>
              </a:ext>
            </a:extLst>
          </p:cNvPr>
          <p:cNvSpPr>
            <a:spLocks noGrp="1"/>
          </p:cNvSpPr>
          <p:nvPr>
            <p:ph type="body" sz="quarter" idx="22" hasCustomPrompt="1"/>
          </p:nvPr>
        </p:nvSpPr>
        <p:spPr>
          <a:xfrm>
            <a:off x="8912051" y="2392356"/>
            <a:ext cx="3089804" cy="894430"/>
          </a:xfrm>
        </p:spPr>
        <p:txBody>
          <a:bodyPr lIns="0">
            <a:normAutofit/>
          </a:bodyPr>
          <a:lstStyle>
            <a:lvl1pPr marL="0" indent="0">
              <a:lnSpc>
                <a:spcPct val="100000"/>
              </a:lnSpc>
              <a:buNone/>
              <a:defRPr lang="es-ES" sz="2400" b="1" kern="1200" dirty="0">
                <a:solidFill>
                  <a:srgbClr val="1E1E1E"/>
                </a:solidFill>
                <a:latin typeface="Century Gothic" panose="020B0502020202020204" pitchFamily="34" charset="0"/>
                <a:ea typeface="+mj-ea"/>
                <a:cs typeface="+mj-cs"/>
              </a:defRPr>
            </a:lvl1pPr>
          </a:lstStyle>
          <a:p>
            <a:r>
              <a:rPr lang="es-ES" sz="2400" dirty="0" err="1"/>
              <a:t>Aximinct</a:t>
            </a:r>
            <a:r>
              <a:rPr lang="es-ES" sz="2400" dirty="0"/>
              <a:t> </a:t>
            </a:r>
            <a:r>
              <a:rPr lang="es-ES" sz="2400" dirty="0" err="1"/>
              <a:t>emquibus</a:t>
            </a:r>
            <a:r>
              <a:rPr lang="es-ES" sz="2400" dirty="0"/>
              <a:t> et </a:t>
            </a:r>
            <a:r>
              <a:rPr lang="es-ES" sz="2400" dirty="0" err="1"/>
              <a:t>facium</a:t>
            </a:r>
            <a:r>
              <a:rPr lang="es-ES" sz="2400" dirty="0"/>
              <a:t> </a:t>
            </a:r>
            <a:r>
              <a:rPr lang="es-ES" sz="2400" dirty="0" err="1"/>
              <a:t>natur</a:t>
            </a:r>
            <a:endParaRPr lang="en-US" sz="2400" dirty="0"/>
          </a:p>
        </p:txBody>
      </p:sp>
      <p:pic>
        <p:nvPicPr>
          <p:cNvPr id="15" name="Gráfico 14">
            <a:extLst>
              <a:ext uri="{FF2B5EF4-FFF2-40B4-BE49-F238E27FC236}">
                <a16:creationId xmlns:a16="http://schemas.microsoft.com/office/drawing/2014/main" id="{0F89C5E3-7842-4B5D-9A6A-5CF3A0E318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24480361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o + Imagen 01">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2B6BA599-5F15-4877-AA2D-F2A98670851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5" name="Marcador de texto 17">
            <a:extLst>
              <a:ext uri="{FF2B5EF4-FFF2-40B4-BE49-F238E27FC236}">
                <a16:creationId xmlns:a16="http://schemas.microsoft.com/office/drawing/2014/main" id="{FD03CA6B-5CA5-4C89-B920-7021E2BD3D7E}"/>
              </a:ext>
            </a:extLst>
          </p:cNvPr>
          <p:cNvSpPr>
            <a:spLocks noGrp="1"/>
          </p:cNvSpPr>
          <p:nvPr>
            <p:ph type="body" sz="quarter" idx="14" hasCustomPrompt="1"/>
          </p:nvPr>
        </p:nvSpPr>
        <p:spPr>
          <a:xfrm>
            <a:off x="1881552" y="3506644"/>
            <a:ext cx="2967851" cy="859873"/>
          </a:xfrm>
        </p:spPr>
        <p:txBody>
          <a:bodyPr>
            <a:normAutofit/>
          </a:bodyPr>
          <a:lstStyle>
            <a:lvl1pPr marL="0" indent="0">
              <a:lnSpc>
                <a:spcPct val="90000"/>
              </a:lnSpc>
              <a:buNone/>
              <a:defRPr lang="es-ES" sz="275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Imus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18" name="Marcador de texto 17">
            <a:extLst>
              <a:ext uri="{FF2B5EF4-FFF2-40B4-BE49-F238E27FC236}">
                <a16:creationId xmlns:a16="http://schemas.microsoft.com/office/drawing/2014/main" id="{B66AA8DE-E799-4ECE-B015-6D7A4D7F44DB}"/>
              </a:ext>
            </a:extLst>
          </p:cNvPr>
          <p:cNvSpPr>
            <a:spLocks noGrp="1"/>
          </p:cNvSpPr>
          <p:nvPr>
            <p:ph type="body" sz="quarter" idx="15" hasCustomPrompt="1"/>
          </p:nvPr>
        </p:nvSpPr>
        <p:spPr>
          <a:xfrm>
            <a:off x="6389266" y="3791413"/>
            <a:ext cx="7334672" cy="575103"/>
          </a:xfrm>
        </p:spPr>
        <p:txBody>
          <a:bodyPr>
            <a:normAutofit/>
          </a:bodyPr>
          <a:lstStyle>
            <a:lvl1pPr marL="0" indent="0">
              <a:lnSpc>
                <a:spcPts val="2800"/>
              </a:lnSpc>
              <a:buNone/>
              <a:defRPr sz="2400" b="1"/>
            </a:lvl1pPr>
          </a:lstStyle>
          <a:p>
            <a:pPr lvl="0"/>
            <a:r>
              <a:rPr lang="es-ES" dirty="0" err="1"/>
              <a:t>Aximinct</a:t>
            </a:r>
            <a:r>
              <a:rPr lang="es-ES" dirty="0"/>
              <a:t> </a:t>
            </a:r>
            <a:r>
              <a:rPr lang="es-ES" dirty="0" err="1"/>
              <a:t>emquibus</a:t>
            </a:r>
            <a:r>
              <a:rPr lang="es-ES" dirty="0"/>
              <a:t> et </a:t>
            </a:r>
            <a:r>
              <a:rPr lang="es-ES" dirty="0" err="1"/>
              <a:t>facium</a:t>
            </a:r>
            <a:r>
              <a:rPr lang="es-ES" dirty="0"/>
              <a:t> </a:t>
            </a:r>
            <a:r>
              <a:rPr lang="es-ES" dirty="0" err="1"/>
              <a:t>natur</a:t>
            </a:r>
            <a:endParaRPr lang="es-ES" dirty="0"/>
          </a:p>
        </p:txBody>
      </p:sp>
      <p:sp>
        <p:nvSpPr>
          <p:cNvPr id="19" name="Marcador de texto 17">
            <a:extLst>
              <a:ext uri="{FF2B5EF4-FFF2-40B4-BE49-F238E27FC236}">
                <a16:creationId xmlns:a16="http://schemas.microsoft.com/office/drawing/2014/main" id="{AD3EB5F9-F938-40BF-A1F5-C2F0B3B89612}"/>
              </a:ext>
            </a:extLst>
          </p:cNvPr>
          <p:cNvSpPr>
            <a:spLocks noGrp="1"/>
          </p:cNvSpPr>
          <p:nvPr>
            <p:ph type="body" sz="quarter" idx="16" hasCustomPrompt="1"/>
          </p:nvPr>
        </p:nvSpPr>
        <p:spPr>
          <a:xfrm>
            <a:off x="6386091" y="4376791"/>
            <a:ext cx="7334672" cy="2941584"/>
          </a:xfrm>
        </p:spPr>
        <p:txBody>
          <a:bodyPr>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a:t>
            </a:r>
          </a:p>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a:t>
            </a:r>
          </a:p>
        </p:txBody>
      </p:sp>
      <p:sp>
        <p:nvSpPr>
          <p:cNvPr id="20" name="Marcador de texto 17">
            <a:extLst>
              <a:ext uri="{FF2B5EF4-FFF2-40B4-BE49-F238E27FC236}">
                <a16:creationId xmlns:a16="http://schemas.microsoft.com/office/drawing/2014/main" id="{F31B79CC-203A-485E-A8C2-5CF4EF2C6E5B}"/>
              </a:ext>
            </a:extLst>
          </p:cNvPr>
          <p:cNvSpPr>
            <a:spLocks noGrp="1"/>
          </p:cNvSpPr>
          <p:nvPr>
            <p:ph type="body" sz="quarter" idx="17" hasCustomPrompt="1"/>
          </p:nvPr>
        </p:nvSpPr>
        <p:spPr>
          <a:xfrm>
            <a:off x="1881552" y="4450064"/>
            <a:ext cx="3460068" cy="1049036"/>
          </a:xfrm>
        </p:spPr>
        <p:txBody>
          <a:bodyPr>
            <a:noAutofit/>
          </a:bodyPr>
          <a:lstStyle>
            <a:lvl1pPr marL="0" indent="0">
              <a:lnSpc>
                <a:spcPts val="1800"/>
              </a:lnSpc>
              <a:buNone/>
              <a:defRPr sz="1440" b="0">
                <a:solidFill>
                  <a:schemeClr val="bg1"/>
                </a:solidFill>
              </a:defRPr>
            </a:lvl1pPr>
          </a:lstStyle>
          <a:p>
            <a:pPr lvl="0"/>
            <a:r>
              <a:rPr lang="es-ES" dirty="0"/>
              <a:t>Ma </a:t>
            </a:r>
            <a:r>
              <a:rPr lang="es-ES" dirty="0" err="1"/>
              <a:t>vendest</a:t>
            </a:r>
            <a:r>
              <a:rPr lang="es-ES" dirty="0"/>
              <a:t> as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a:t>
            </a:r>
          </a:p>
        </p:txBody>
      </p:sp>
      <p:sp>
        <p:nvSpPr>
          <p:cNvPr id="21" name="Marcador de posición de imagen 7">
            <a:extLst>
              <a:ext uri="{FF2B5EF4-FFF2-40B4-BE49-F238E27FC236}">
                <a16:creationId xmlns:a16="http://schemas.microsoft.com/office/drawing/2014/main" id="{288C9D37-B96B-4F74-A547-EEFFABD3F7CA}"/>
              </a:ext>
            </a:extLst>
          </p:cNvPr>
          <p:cNvSpPr>
            <a:spLocks noGrp="1"/>
          </p:cNvSpPr>
          <p:nvPr>
            <p:ph type="pic" sz="quarter" idx="13"/>
          </p:nvPr>
        </p:nvSpPr>
        <p:spPr>
          <a:xfrm>
            <a:off x="906996" y="911225"/>
            <a:ext cx="12813767" cy="2403957"/>
          </a:xfrm>
          <a:solidFill>
            <a:schemeClr val="bg1">
              <a:lumMod val="95000"/>
            </a:schemeClr>
          </a:solidFill>
          <a:ln w="12700">
            <a:solidFill>
              <a:srgbClr val="FF3228"/>
            </a:solidFill>
          </a:ln>
        </p:spPr>
        <p:txBody>
          <a:bodyPr/>
          <a:lstStyle/>
          <a:p>
            <a:endParaRPr lang="es-ES" dirty="0"/>
          </a:p>
        </p:txBody>
      </p:sp>
      <p:sp>
        <p:nvSpPr>
          <p:cNvPr id="4" name="Marcador de número de diapositiva 3">
            <a:extLst>
              <a:ext uri="{FF2B5EF4-FFF2-40B4-BE49-F238E27FC236}">
                <a16:creationId xmlns:a16="http://schemas.microsoft.com/office/drawing/2014/main" id="{30459E2A-3164-49CE-8E2D-6CEA93FB23A7}"/>
              </a:ext>
            </a:extLst>
          </p:cNvPr>
          <p:cNvSpPr>
            <a:spLocks noGrp="1"/>
          </p:cNvSpPr>
          <p:nvPr>
            <p:ph type="sldNum" sz="quarter" idx="18"/>
          </p:nvPr>
        </p:nvSpPr>
        <p:spPr/>
        <p:txBody>
          <a:bodyPr/>
          <a:lstStyle/>
          <a:p>
            <a:fld id="{B005B2D1-880E-4846-A216-7D6770BA1332}" type="slidenum">
              <a:rPr lang="es-ES" smtClean="0"/>
              <a:pPr/>
              <a:t>‹Nº›</a:t>
            </a:fld>
            <a:endParaRPr lang="es-ES" dirty="0"/>
          </a:p>
        </p:txBody>
      </p:sp>
      <p:sp>
        <p:nvSpPr>
          <p:cNvPr id="14" name="CuadroTexto 13">
            <a:extLst>
              <a:ext uri="{FF2B5EF4-FFF2-40B4-BE49-F238E27FC236}">
                <a16:creationId xmlns:a16="http://schemas.microsoft.com/office/drawing/2014/main" id="{15024829-CBD6-4287-87FC-8DF3F1318403}"/>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pic>
        <p:nvPicPr>
          <p:cNvPr id="16" name="Gráfico 15">
            <a:extLst>
              <a:ext uri="{FF2B5EF4-FFF2-40B4-BE49-F238E27FC236}">
                <a16:creationId xmlns:a16="http://schemas.microsoft.com/office/drawing/2014/main" id="{53EBFAFB-103E-4A3C-9756-4659E641544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
        <p:nvSpPr>
          <p:cNvPr id="22" name="Rectángulo 21">
            <a:extLst>
              <a:ext uri="{FF2B5EF4-FFF2-40B4-BE49-F238E27FC236}">
                <a16:creationId xmlns:a16="http://schemas.microsoft.com/office/drawing/2014/main" id="{D1AD40A5-A897-4731-BF12-1367B540BA97}"/>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0624679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o + Imagen 02">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2B6BA599-5F15-4877-AA2D-F2A98670851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2" name="Rectángulo 1">
            <a:extLst>
              <a:ext uri="{FF2B5EF4-FFF2-40B4-BE49-F238E27FC236}">
                <a16:creationId xmlns:a16="http://schemas.microsoft.com/office/drawing/2014/main" id="{21D4F7DB-0F2C-408A-ABA7-11AAC130F2AE}"/>
              </a:ext>
            </a:extLst>
          </p:cNvPr>
          <p:cNvSpPr/>
          <p:nvPr userDrawn="1"/>
        </p:nvSpPr>
        <p:spPr>
          <a:xfrm>
            <a:off x="12908496" y="797150"/>
            <a:ext cx="968580" cy="26684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v</a:t>
            </a:r>
          </a:p>
        </p:txBody>
      </p:sp>
      <p:sp>
        <p:nvSpPr>
          <p:cNvPr id="15" name="Marcador de texto 17">
            <a:extLst>
              <a:ext uri="{FF2B5EF4-FFF2-40B4-BE49-F238E27FC236}">
                <a16:creationId xmlns:a16="http://schemas.microsoft.com/office/drawing/2014/main" id="{FD03CA6B-5CA5-4C89-B920-7021E2BD3D7E}"/>
              </a:ext>
            </a:extLst>
          </p:cNvPr>
          <p:cNvSpPr>
            <a:spLocks noGrp="1"/>
          </p:cNvSpPr>
          <p:nvPr>
            <p:ph type="body" sz="quarter" idx="14" hasCustomPrompt="1"/>
          </p:nvPr>
        </p:nvSpPr>
        <p:spPr>
          <a:xfrm>
            <a:off x="1881552" y="3506644"/>
            <a:ext cx="2967851" cy="859873"/>
          </a:xfrm>
        </p:spPr>
        <p:txBody>
          <a:bodyPr>
            <a:normAutofit/>
          </a:bodyPr>
          <a:lstStyle>
            <a:lvl1pPr marL="0" indent="0">
              <a:lnSpc>
                <a:spcPct val="90000"/>
              </a:lnSpc>
              <a:buNone/>
              <a:defRPr lang="es-ES" sz="275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Imus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18" name="Marcador de texto 17">
            <a:extLst>
              <a:ext uri="{FF2B5EF4-FFF2-40B4-BE49-F238E27FC236}">
                <a16:creationId xmlns:a16="http://schemas.microsoft.com/office/drawing/2014/main" id="{B66AA8DE-E799-4ECE-B015-6D7A4D7F44DB}"/>
              </a:ext>
            </a:extLst>
          </p:cNvPr>
          <p:cNvSpPr>
            <a:spLocks noGrp="1"/>
          </p:cNvSpPr>
          <p:nvPr>
            <p:ph type="body" sz="quarter" idx="15" hasCustomPrompt="1"/>
          </p:nvPr>
        </p:nvSpPr>
        <p:spPr>
          <a:xfrm>
            <a:off x="6389266" y="3791413"/>
            <a:ext cx="7334672" cy="585377"/>
          </a:xfrm>
        </p:spPr>
        <p:txBody>
          <a:bodyPr>
            <a:normAutofit/>
          </a:bodyPr>
          <a:lstStyle>
            <a:lvl1pPr marL="0" indent="0">
              <a:lnSpc>
                <a:spcPts val="2800"/>
              </a:lnSpc>
              <a:buNone/>
              <a:defRPr sz="2400" b="1"/>
            </a:lvl1pPr>
          </a:lstStyle>
          <a:p>
            <a:pPr lvl="0"/>
            <a:r>
              <a:rPr lang="es-ES" dirty="0" err="1"/>
              <a:t>Aximinct</a:t>
            </a:r>
            <a:r>
              <a:rPr lang="es-ES" dirty="0"/>
              <a:t> </a:t>
            </a:r>
            <a:r>
              <a:rPr lang="es-ES" dirty="0" err="1"/>
              <a:t>emquibus</a:t>
            </a:r>
            <a:r>
              <a:rPr lang="es-ES" dirty="0"/>
              <a:t> et </a:t>
            </a:r>
            <a:r>
              <a:rPr lang="es-ES" dirty="0" err="1"/>
              <a:t>facium</a:t>
            </a:r>
            <a:r>
              <a:rPr lang="es-ES" dirty="0"/>
              <a:t> </a:t>
            </a:r>
            <a:r>
              <a:rPr lang="es-ES" dirty="0" err="1"/>
              <a:t>natur</a:t>
            </a:r>
            <a:endParaRPr lang="es-ES" dirty="0"/>
          </a:p>
        </p:txBody>
      </p:sp>
      <p:sp>
        <p:nvSpPr>
          <p:cNvPr id="19" name="Marcador de texto 17">
            <a:extLst>
              <a:ext uri="{FF2B5EF4-FFF2-40B4-BE49-F238E27FC236}">
                <a16:creationId xmlns:a16="http://schemas.microsoft.com/office/drawing/2014/main" id="{AD3EB5F9-F938-40BF-A1F5-C2F0B3B89612}"/>
              </a:ext>
            </a:extLst>
          </p:cNvPr>
          <p:cNvSpPr>
            <a:spLocks noGrp="1"/>
          </p:cNvSpPr>
          <p:nvPr>
            <p:ph type="body" sz="quarter" idx="16" hasCustomPrompt="1"/>
          </p:nvPr>
        </p:nvSpPr>
        <p:spPr>
          <a:xfrm>
            <a:off x="6386091" y="4376791"/>
            <a:ext cx="7334672" cy="2941584"/>
          </a:xfrm>
        </p:spPr>
        <p:txBody>
          <a:bodyPr>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a:t>
            </a:r>
          </a:p>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a:t>
            </a:r>
          </a:p>
        </p:txBody>
      </p:sp>
      <p:sp>
        <p:nvSpPr>
          <p:cNvPr id="20" name="Marcador de texto 17">
            <a:extLst>
              <a:ext uri="{FF2B5EF4-FFF2-40B4-BE49-F238E27FC236}">
                <a16:creationId xmlns:a16="http://schemas.microsoft.com/office/drawing/2014/main" id="{F31B79CC-203A-485E-A8C2-5CF4EF2C6E5B}"/>
              </a:ext>
            </a:extLst>
          </p:cNvPr>
          <p:cNvSpPr>
            <a:spLocks noGrp="1"/>
          </p:cNvSpPr>
          <p:nvPr>
            <p:ph type="body" sz="quarter" idx="17" hasCustomPrompt="1"/>
          </p:nvPr>
        </p:nvSpPr>
        <p:spPr>
          <a:xfrm>
            <a:off x="1881552" y="4450064"/>
            <a:ext cx="3460068" cy="1049036"/>
          </a:xfrm>
        </p:spPr>
        <p:txBody>
          <a:bodyPr>
            <a:noAutofit/>
          </a:bodyPr>
          <a:lstStyle>
            <a:lvl1pPr marL="0" indent="0">
              <a:lnSpc>
                <a:spcPts val="1800"/>
              </a:lnSpc>
              <a:buNone/>
              <a:defRPr sz="1440" b="0">
                <a:solidFill>
                  <a:schemeClr val="bg1"/>
                </a:solidFill>
              </a:defRPr>
            </a:lvl1pPr>
          </a:lstStyle>
          <a:p>
            <a:pPr lvl="0"/>
            <a:r>
              <a:rPr lang="es-ES" dirty="0"/>
              <a:t>Ma </a:t>
            </a:r>
            <a:r>
              <a:rPr lang="es-ES" dirty="0" err="1"/>
              <a:t>vendest</a:t>
            </a:r>
            <a:r>
              <a:rPr lang="es-ES" dirty="0"/>
              <a:t> as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a:t>
            </a:r>
          </a:p>
        </p:txBody>
      </p:sp>
      <p:sp>
        <p:nvSpPr>
          <p:cNvPr id="21" name="Marcador de posición de imagen 7">
            <a:extLst>
              <a:ext uri="{FF2B5EF4-FFF2-40B4-BE49-F238E27FC236}">
                <a16:creationId xmlns:a16="http://schemas.microsoft.com/office/drawing/2014/main" id="{288C9D37-B96B-4F74-A547-EEFFABD3F7CA}"/>
              </a:ext>
            </a:extLst>
          </p:cNvPr>
          <p:cNvSpPr>
            <a:spLocks noGrp="1"/>
          </p:cNvSpPr>
          <p:nvPr>
            <p:ph type="pic" sz="quarter" idx="13"/>
          </p:nvPr>
        </p:nvSpPr>
        <p:spPr>
          <a:xfrm>
            <a:off x="906996" y="911225"/>
            <a:ext cx="2400300" cy="2400300"/>
          </a:xfrm>
          <a:solidFill>
            <a:schemeClr val="bg1">
              <a:lumMod val="95000"/>
            </a:schemeClr>
          </a:solidFill>
          <a:ln w="12700">
            <a:solidFill>
              <a:srgbClr val="FF3228"/>
            </a:solidFill>
          </a:ln>
        </p:spPr>
        <p:txBody>
          <a:bodyPr/>
          <a:lstStyle/>
          <a:p>
            <a:endParaRPr lang="es-ES" dirty="0"/>
          </a:p>
        </p:txBody>
      </p:sp>
      <p:sp>
        <p:nvSpPr>
          <p:cNvPr id="4" name="Marcador de número de diapositiva 3">
            <a:extLst>
              <a:ext uri="{FF2B5EF4-FFF2-40B4-BE49-F238E27FC236}">
                <a16:creationId xmlns:a16="http://schemas.microsoft.com/office/drawing/2014/main" id="{30459E2A-3164-49CE-8E2D-6CEA93FB23A7}"/>
              </a:ext>
            </a:extLst>
          </p:cNvPr>
          <p:cNvSpPr>
            <a:spLocks noGrp="1"/>
          </p:cNvSpPr>
          <p:nvPr>
            <p:ph type="sldNum" sz="quarter" idx="18"/>
          </p:nvPr>
        </p:nvSpPr>
        <p:spPr/>
        <p:txBody>
          <a:bodyPr/>
          <a:lstStyle/>
          <a:p>
            <a:fld id="{B005B2D1-880E-4846-A216-7D6770BA1332}" type="slidenum">
              <a:rPr lang="es-ES" smtClean="0"/>
              <a:pPr/>
              <a:t>‹Nº›</a:t>
            </a:fld>
            <a:endParaRPr lang="es-ES" dirty="0"/>
          </a:p>
        </p:txBody>
      </p:sp>
      <p:sp>
        <p:nvSpPr>
          <p:cNvPr id="12" name="Marcador de posición de imagen 7">
            <a:extLst>
              <a:ext uri="{FF2B5EF4-FFF2-40B4-BE49-F238E27FC236}">
                <a16:creationId xmlns:a16="http://schemas.microsoft.com/office/drawing/2014/main" id="{8EEBCDF9-525E-480A-BD30-3DC3F3908675}"/>
              </a:ext>
            </a:extLst>
          </p:cNvPr>
          <p:cNvSpPr>
            <a:spLocks noGrp="1"/>
          </p:cNvSpPr>
          <p:nvPr>
            <p:ph type="pic" sz="quarter" idx="19"/>
          </p:nvPr>
        </p:nvSpPr>
        <p:spPr>
          <a:xfrm>
            <a:off x="3307296" y="911225"/>
            <a:ext cx="2400300" cy="2400300"/>
          </a:xfrm>
          <a:solidFill>
            <a:schemeClr val="bg1">
              <a:lumMod val="95000"/>
            </a:schemeClr>
          </a:solidFill>
          <a:ln w="12700">
            <a:solidFill>
              <a:srgbClr val="FF3228"/>
            </a:solidFill>
          </a:ln>
        </p:spPr>
        <p:txBody>
          <a:bodyPr/>
          <a:lstStyle/>
          <a:p>
            <a:endParaRPr lang="es-ES" dirty="0"/>
          </a:p>
        </p:txBody>
      </p:sp>
      <p:sp>
        <p:nvSpPr>
          <p:cNvPr id="14" name="Marcador de posición de imagen 7">
            <a:extLst>
              <a:ext uri="{FF2B5EF4-FFF2-40B4-BE49-F238E27FC236}">
                <a16:creationId xmlns:a16="http://schemas.microsoft.com/office/drawing/2014/main" id="{7D4767B1-EEF0-4371-8332-D3584B57D6BD}"/>
              </a:ext>
            </a:extLst>
          </p:cNvPr>
          <p:cNvSpPr>
            <a:spLocks noGrp="1"/>
          </p:cNvSpPr>
          <p:nvPr>
            <p:ph type="pic" sz="quarter" idx="20"/>
          </p:nvPr>
        </p:nvSpPr>
        <p:spPr>
          <a:xfrm>
            <a:off x="5707596" y="911225"/>
            <a:ext cx="2400300" cy="2400300"/>
          </a:xfrm>
          <a:solidFill>
            <a:schemeClr val="bg1">
              <a:lumMod val="95000"/>
            </a:schemeClr>
          </a:solidFill>
          <a:ln w="12700">
            <a:solidFill>
              <a:srgbClr val="FF3228"/>
            </a:solidFill>
          </a:ln>
        </p:spPr>
        <p:txBody>
          <a:bodyPr/>
          <a:lstStyle/>
          <a:p>
            <a:endParaRPr lang="es-ES" dirty="0"/>
          </a:p>
        </p:txBody>
      </p:sp>
      <p:sp>
        <p:nvSpPr>
          <p:cNvPr id="17" name="Marcador de posición de imagen 7">
            <a:extLst>
              <a:ext uri="{FF2B5EF4-FFF2-40B4-BE49-F238E27FC236}">
                <a16:creationId xmlns:a16="http://schemas.microsoft.com/office/drawing/2014/main" id="{7081F02A-6A0D-4B68-9D54-11675DB5A120}"/>
              </a:ext>
            </a:extLst>
          </p:cNvPr>
          <p:cNvSpPr>
            <a:spLocks noGrp="1"/>
          </p:cNvSpPr>
          <p:nvPr>
            <p:ph type="pic" sz="quarter" idx="21"/>
          </p:nvPr>
        </p:nvSpPr>
        <p:spPr>
          <a:xfrm>
            <a:off x="8107896" y="911225"/>
            <a:ext cx="2400300" cy="2400300"/>
          </a:xfrm>
          <a:solidFill>
            <a:schemeClr val="bg1">
              <a:lumMod val="95000"/>
            </a:schemeClr>
          </a:solidFill>
          <a:ln w="12700">
            <a:solidFill>
              <a:srgbClr val="FF3228"/>
            </a:solidFill>
          </a:ln>
        </p:spPr>
        <p:txBody>
          <a:bodyPr/>
          <a:lstStyle/>
          <a:p>
            <a:endParaRPr lang="es-ES" dirty="0"/>
          </a:p>
        </p:txBody>
      </p:sp>
      <p:sp>
        <p:nvSpPr>
          <p:cNvPr id="22" name="Marcador de posición de imagen 7">
            <a:extLst>
              <a:ext uri="{FF2B5EF4-FFF2-40B4-BE49-F238E27FC236}">
                <a16:creationId xmlns:a16="http://schemas.microsoft.com/office/drawing/2014/main" id="{AF085857-2F63-4136-A540-34D82EA7541D}"/>
              </a:ext>
            </a:extLst>
          </p:cNvPr>
          <p:cNvSpPr>
            <a:spLocks noGrp="1"/>
          </p:cNvSpPr>
          <p:nvPr>
            <p:ph type="pic" sz="quarter" idx="22"/>
          </p:nvPr>
        </p:nvSpPr>
        <p:spPr>
          <a:xfrm>
            <a:off x="10508196" y="911225"/>
            <a:ext cx="2400300" cy="2400300"/>
          </a:xfrm>
          <a:solidFill>
            <a:schemeClr val="bg1">
              <a:lumMod val="95000"/>
            </a:schemeClr>
          </a:solidFill>
          <a:ln w="12700">
            <a:solidFill>
              <a:srgbClr val="FF3228"/>
            </a:solidFill>
          </a:ln>
        </p:spPr>
        <p:txBody>
          <a:bodyPr/>
          <a:lstStyle/>
          <a:p>
            <a:endParaRPr lang="es-ES" dirty="0"/>
          </a:p>
        </p:txBody>
      </p:sp>
      <p:sp>
        <p:nvSpPr>
          <p:cNvPr id="24" name="CuadroTexto 23">
            <a:extLst>
              <a:ext uri="{FF2B5EF4-FFF2-40B4-BE49-F238E27FC236}">
                <a16:creationId xmlns:a16="http://schemas.microsoft.com/office/drawing/2014/main" id="{F8B3236A-804A-4183-8846-B27391FDDD3F}"/>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pic>
        <p:nvPicPr>
          <p:cNvPr id="26" name="Gráfico 25">
            <a:extLst>
              <a:ext uri="{FF2B5EF4-FFF2-40B4-BE49-F238E27FC236}">
                <a16:creationId xmlns:a16="http://schemas.microsoft.com/office/drawing/2014/main" id="{13A9EBC3-242B-40BD-B095-2470C84FBEC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
        <p:nvSpPr>
          <p:cNvPr id="27" name="Rectángulo 26">
            <a:extLst>
              <a:ext uri="{FF2B5EF4-FFF2-40B4-BE49-F238E27FC236}">
                <a16:creationId xmlns:a16="http://schemas.microsoft.com/office/drawing/2014/main" id="{8259DAC4-CED6-4B6A-841A-8EDBC7FCA487}"/>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7440044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o + Imagen 03">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4E4C891-5756-47D0-997B-DC9C981D72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42F2A480-3D7B-4147-AD69-DDD775FA9708}"/>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9" name="Marcador de posición de imagen 7">
            <a:extLst>
              <a:ext uri="{FF2B5EF4-FFF2-40B4-BE49-F238E27FC236}">
                <a16:creationId xmlns:a16="http://schemas.microsoft.com/office/drawing/2014/main" id="{20C05316-F7DB-4F8C-8A8D-5AF098474019}"/>
              </a:ext>
            </a:extLst>
          </p:cNvPr>
          <p:cNvSpPr>
            <a:spLocks noGrp="1"/>
          </p:cNvSpPr>
          <p:nvPr>
            <p:ph type="pic" sz="quarter" idx="13"/>
          </p:nvPr>
        </p:nvSpPr>
        <p:spPr>
          <a:xfrm>
            <a:off x="4914900" y="911225"/>
            <a:ext cx="6400800" cy="3203575"/>
          </a:xfrm>
          <a:solidFill>
            <a:schemeClr val="bg1">
              <a:lumMod val="95000"/>
            </a:schemeClr>
          </a:solidFill>
          <a:ln w="12700">
            <a:solidFill>
              <a:srgbClr val="FF3228"/>
            </a:solidFill>
          </a:ln>
        </p:spPr>
        <p:txBody>
          <a:bodyPr/>
          <a:lstStyle/>
          <a:p>
            <a:endParaRPr lang="es-ES" dirty="0"/>
          </a:p>
        </p:txBody>
      </p:sp>
      <p:sp>
        <p:nvSpPr>
          <p:cNvPr id="11" name="Marcador de posición de imagen 7">
            <a:extLst>
              <a:ext uri="{FF2B5EF4-FFF2-40B4-BE49-F238E27FC236}">
                <a16:creationId xmlns:a16="http://schemas.microsoft.com/office/drawing/2014/main" id="{4DF422DF-D807-4DB2-8BAC-FB9ED7EDF7F6}"/>
              </a:ext>
            </a:extLst>
          </p:cNvPr>
          <p:cNvSpPr>
            <a:spLocks noGrp="1"/>
          </p:cNvSpPr>
          <p:nvPr>
            <p:ph type="pic" sz="quarter" idx="15"/>
          </p:nvPr>
        </p:nvSpPr>
        <p:spPr>
          <a:xfrm>
            <a:off x="1711325" y="4918073"/>
            <a:ext cx="2400300" cy="2400300"/>
          </a:xfrm>
          <a:solidFill>
            <a:schemeClr val="bg1">
              <a:lumMod val="95000"/>
            </a:schemeClr>
          </a:solidFill>
          <a:ln w="12700">
            <a:solidFill>
              <a:srgbClr val="FF3228"/>
            </a:solidFill>
          </a:ln>
        </p:spPr>
        <p:txBody>
          <a:bodyPr/>
          <a:lstStyle/>
          <a:p>
            <a:endParaRPr lang="es-ES" dirty="0"/>
          </a:p>
        </p:txBody>
      </p:sp>
      <p:sp>
        <p:nvSpPr>
          <p:cNvPr id="12" name="Marcador de posición de imagen 7">
            <a:extLst>
              <a:ext uri="{FF2B5EF4-FFF2-40B4-BE49-F238E27FC236}">
                <a16:creationId xmlns:a16="http://schemas.microsoft.com/office/drawing/2014/main" id="{F14FF012-533F-48E5-AE0A-E08EA28EC6AD}"/>
              </a:ext>
            </a:extLst>
          </p:cNvPr>
          <p:cNvSpPr>
            <a:spLocks noGrp="1"/>
          </p:cNvSpPr>
          <p:nvPr>
            <p:ph type="pic" sz="quarter" idx="16"/>
          </p:nvPr>
        </p:nvSpPr>
        <p:spPr>
          <a:xfrm>
            <a:off x="8915400" y="4918073"/>
            <a:ext cx="2400300" cy="2400300"/>
          </a:xfrm>
          <a:solidFill>
            <a:schemeClr val="bg1">
              <a:lumMod val="95000"/>
            </a:schemeClr>
          </a:solidFill>
          <a:ln w="12700">
            <a:solidFill>
              <a:srgbClr val="FF3228"/>
            </a:solidFill>
          </a:ln>
        </p:spPr>
        <p:txBody>
          <a:bodyPr/>
          <a:lstStyle/>
          <a:p>
            <a:endParaRPr lang="es-ES" dirty="0"/>
          </a:p>
        </p:txBody>
      </p:sp>
      <p:sp>
        <p:nvSpPr>
          <p:cNvPr id="13" name="Marcador de posición de imagen 7">
            <a:extLst>
              <a:ext uri="{FF2B5EF4-FFF2-40B4-BE49-F238E27FC236}">
                <a16:creationId xmlns:a16="http://schemas.microsoft.com/office/drawing/2014/main" id="{EBC33655-F9A5-4750-B5DC-FF30B140D5E2}"/>
              </a:ext>
            </a:extLst>
          </p:cNvPr>
          <p:cNvSpPr>
            <a:spLocks noGrp="1"/>
          </p:cNvSpPr>
          <p:nvPr>
            <p:ph type="pic" sz="quarter" idx="17"/>
          </p:nvPr>
        </p:nvSpPr>
        <p:spPr>
          <a:xfrm>
            <a:off x="2514600" y="1714500"/>
            <a:ext cx="2400300" cy="2400300"/>
          </a:xfrm>
          <a:solidFill>
            <a:schemeClr val="bg1">
              <a:lumMod val="95000"/>
            </a:schemeClr>
          </a:solidFill>
          <a:ln w="12700">
            <a:solidFill>
              <a:srgbClr val="FF3228"/>
            </a:solidFill>
          </a:ln>
        </p:spPr>
        <p:txBody>
          <a:bodyPr/>
          <a:lstStyle/>
          <a:p>
            <a:endParaRPr lang="es-ES" dirty="0"/>
          </a:p>
        </p:txBody>
      </p:sp>
      <p:sp>
        <p:nvSpPr>
          <p:cNvPr id="17" name="Marcador de texto 17">
            <a:extLst>
              <a:ext uri="{FF2B5EF4-FFF2-40B4-BE49-F238E27FC236}">
                <a16:creationId xmlns:a16="http://schemas.microsoft.com/office/drawing/2014/main" id="{84C5C295-7660-4294-86D6-F055C7864050}"/>
              </a:ext>
            </a:extLst>
          </p:cNvPr>
          <p:cNvSpPr>
            <a:spLocks noGrp="1"/>
          </p:cNvSpPr>
          <p:nvPr>
            <p:ph type="body" sz="quarter" idx="14" hasCustomPrompt="1"/>
          </p:nvPr>
        </p:nvSpPr>
        <p:spPr>
          <a:xfrm>
            <a:off x="4276230" y="4280885"/>
            <a:ext cx="3524392" cy="1082223"/>
          </a:xfrm>
        </p:spPr>
        <p:txBody>
          <a:bodyPr>
            <a:normAutofit/>
          </a:bodyPr>
          <a:lstStyle>
            <a:lvl1pPr marL="0" indent="0">
              <a:lnSpc>
                <a:spcPct val="90000"/>
              </a:lnSpc>
              <a:buNone/>
              <a:defRPr lang="es-ES" sz="360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Imus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20" name="Marcador de texto 17">
            <a:extLst>
              <a:ext uri="{FF2B5EF4-FFF2-40B4-BE49-F238E27FC236}">
                <a16:creationId xmlns:a16="http://schemas.microsoft.com/office/drawing/2014/main" id="{EF6AC1CD-A42B-449C-9062-B24D8C18EBAE}"/>
              </a:ext>
            </a:extLst>
          </p:cNvPr>
          <p:cNvSpPr>
            <a:spLocks noGrp="1"/>
          </p:cNvSpPr>
          <p:nvPr>
            <p:ph type="body" sz="quarter" idx="18" hasCustomPrompt="1"/>
          </p:nvPr>
        </p:nvSpPr>
        <p:spPr>
          <a:xfrm>
            <a:off x="4219785" y="5586905"/>
            <a:ext cx="2271326" cy="554251"/>
          </a:xfrm>
        </p:spPr>
        <p:txBody>
          <a:bodyPr lIns="0">
            <a:noAutofit/>
          </a:bodyPr>
          <a:lstStyle>
            <a:lvl1pPr marL="358775" indent="-176213">
              <a:lnSpc>
                <a:spcPts val="1700"/>
              </a:lnSpc>
              <a:spcBef>
                <a:spcPts val="0"/>
              </a:spcBef>
              <a:buSzPct val="120000"/>
              <a:buFont typeface="Wingdings" panose="05000000000000000000" pitchFamily="2" charset="2"/>
              <a:buChar char="§"/>
              <a:defRPr sz="1550" b="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p:txBody>
      </p:sp>
      <p:sp>
        <p:nvSpPr>
          <p:cNvPr id="21" name="Marcador de texto 17">
            <a:extLst>
              <a:ext uri="{FF2B5EF4-FFF2-40B4-BE49-F238E27FC236}">
                <a16:creationId xmlns:a16="http://schemas.microsoft.com/office/drawing/2014/main" id="{FF27EF60-FC31-487D-AE53-BFC9EC47CADF}"/>
              </a:ext>
            </a:extLst>
          </p:cNvPr>
          <p:cNvSpPr>
            <a:spLocks noGrp="1"/>
          </p:cNvSpPr>
          <p:nvPr>
            <p:ph type="body" sz="quarter" idx="19" hasCustomPrompt="1"/>
          </p:nvPr>
        </p:nvSpPr>
        <p:spPr>
          <a:xfrm>
            <a:off x="6436359" y="5586905"/>
            <a:ext cx="2271326" cy="554251"/>
          </a:xfrm>
        </p:spPr>
        <p:txBody>
          <a:bodyPr lIns="0">
            <a:noAutofit/>
          </a:bodyPr>
          <a:lstStyle>
            <a:lvl1pPr marL="358775" indent="-176213">
              <a:lnSpc>
                <a:spcPts val="1700"/>
              </a:lnSpc>
              <a:spcBef>
                <a:spcPts val="0"/>
              </a:spcBef>
              <a:buSzPct val="120000"/>
              <a:buFont typeface="Wingdings" panose="05000000000000000000" pitchFamily="2" charset="2"/>
              <a:buChar char="§"/>
              <a:defRPr sz="1550" b="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p:txBody>
      </p:sp>
      <p:sp>
        <p:nvSpPr>
          <p:cNvPr id="15" name="CuadroTexto 14">
            <a:extLst>
              <a:ext uri="{FF2B5EF4-FFF2-40B4-BE49-F238E27FC236}">
                <a16:creationId xmlns:a16="http://schemas.microsoft.com/office/drawing/2014/main" id="{348634AE-F32A-42A0-9C13-614B9BE2595E}"/>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pic>
        <p:nvPicPr>
          <p:cNvPr id="18" name="Gráfico 17">
            <a:extLst>
              <a:ext uri="{FF2B5EF4-FFF2-40B4-BE49-F238E27FC236}">
                <a16:creationId xmlns:a16="http://schemas.microsoft.com/office/drawing/2014/main" id="{E19F5ADF-2B33-46BA-AF4D-0A33637B19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
        <p:nvSpPr>
          <p:cNvPr id="19" name="Rectángulo 18">
            <a:extLst>
              <a:ext uri="{FF2B5EF4-FFF2-40B4-BE49-F238E27FC236}">
                <a16:creationId xmlns:a16="http://schemas.microsoft.com/office/drawing/2014/main" id="{048F2720-14B1-43D3-99D8-439269AD9D4D}"/>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521467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o + Imagen 04">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C736E012-FDE3-42BC-B1F9-A1FC3B60AE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42F2A480-3D7B-4147-AD69-DDD775FA9708}"/>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13" name="Marcador de posición de imagen 7">
            <a:extLst>
              <a:ext uri="{FF2B5EF4-FFF2-40B4-BE49-F238E27FC236}">
                <a16:creationId xmlns:a16="http://schemas.microsoft.com/office/drawing/2014/main" id="{EBC33655-F9A5-4750-B5DC-FF30B140D5E2}"/>
              </a:ext>
            </a:extLst>
          </p:cNvPr>
          <p:cNvSpPr>
            <a:spLocks noGrp="1"/>
          </p:cNvSpPr>
          <p:nvPr>
            <p:ph type="pic" sz="quarter" idx="17"/>
          </p:nvPr>
        </p:nvSpPr>
        <p:spPr>
          <a:xfrm>
            <a:off x="2514600" y="1714500"/>
            <a:ext cx="2400300" cy="2400300"/>
          </a:xfrm>
          <a:solidFill>
            <a:schemeClr val="bg1">
              <a:lumMod val="95000"/>
            </a:schemeClr>
          </a:solidFill>
          <a:ln w="12700">
            <a:solidFill>
              <a:srgbClr val="FF3228"/>
            </a:solidFill>
          </a:ln>
        </p:spPr>
        <p:txBody>
          <a:bodyPr/>
          <a:lstStyle/>
          <a:p>
            <a:endParaRPr lang="es-ES" dirty="0"/>
          </a:p>
        </p:txBody>
      </p:sp>
      <p:sp>
        <p:nvSpPr>
          <p:cNvPr id="17" name="Marcador de texto 17">
            <a:extLst>
              <a:ext uri="{FF2B5EF4-FFF2-40B4-BE49-F238E27FC236}">
                <a16:creationId xmlns:a16="http://schemas.microsoft.com/office/drawing/2014/main" id="{84C5C295-7660-4294-86D6-F055C7864050}"/>
              </a:ext>
            </a:extLst>
          </p:cNvPr>
          <p:cNvSpPr>
            <a:spLocks noGrp="1"/>
          </p:cNvSpPr>
          <p:nvPr>
            <p:ph type="body" sz="quarter" idx="14" hasCustomPrompt="1"/>
          </p:nvPr>
        </p:nvSpPr>
        <p:spPr>
          <a:xfrm>
            <a:off x="3587607" y="4298452"/>
            <a:ext cx="7170703" cy="554251"/>
          </a:xfrm>
        </p:spPr>
        <p:txBody>
          <a:bodyPr>
            <a:normAutofit/>
          </a:bodyPr>
          <a:lstStyle>
            <a:lvl1pPr marL="0" indent="0">
              <a:lnSpc>
                <a:spcPct val="90000"/>
              </a:lnSpc>
              <a:buNone/>
              <a:defRPr lang="es-ES" sz="289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lmus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18" name="Marcador de posición de imagen 7">
            <a:extLst>
              <a:ext uri="{FF2B5EF4-FFF2-40B4-BE49-F238E27FC236}">
                <a16:creationId xmlns:a16="http://schemas.microsoft.com/office/drawing/2014/main" id="{98F82C54-E041-4961-B68A-84A13C1FB2D8}"/>
              </a:ext>
            </a:extLst>
          </p:cNvPr>
          <p:cNvSpPr>
            <a:spLocks noGrp="1"/>
          </p:cNvSpPr>
          <p:nvPr>
            <p:ph type="pic" sz="quarter" idx="20"/>
          </p:nvPr>
        </p:nvSpPr>
        <p:spPr>
          <a:xfrm>
            <a:off x="4914900" y="1714500"/>
            <a:ext cx="2400300" cy="2400300"/>
          </a:xfrm>
          <a:solidFill>
            <a:schemeClr val="bg1">
              <a:lumMod val="95000"/>
            </a:schemeClr>
          </a:solidFill>
          <a:ln w="12700">
            <a:solidFill>
              <a:srgbClr val="FF3228"/>
            </a:solidFill>
          </a:ln>
        </p:spPr>
        <p:txBody>
          <a:bodyPr/>
          <a:lstStyle/>
          <a:p>
            <a:endParaRPr lang="es-ES" dirty="0"/>
          </a:p>
        </p:txBody>
      </p:sp>
      <p:sp>
        <p:nvSpPr>
          <p:cNvPr id="19" name="Marcador de posición de imagen 7">
            <a:extLst>
              <a:ext uri="{FF2B5EF4-FFF2-40B4-BE49-F238E27FC236}">
                <a16:creationId xmlns:a16="http://schemas.microsoft.com/office/drawing/2014/main" id="{498F53C0-25B8-4416-BB17-5CFFE7E97B0C}"/>
              </a:ext>
            </a:extLst>
          </p:cNvPr>
          <p:cNvSpPr>
            <a:spLocks noGrp="1"/>
          </p:cNvSpPr>
          <p:nvPr>
            <p:ph type="pic" sz="quarter" idx="21"/>
          </p:nvPr>
        </p:nvSpPr>
        <p:spPr>
          <a:xfrm>
            <a:off x="7315200" y="1714500"/>
            <a:ext cx="2400300" cy="2400300"/>
          </a:xfrm>
          <a:solidFill>
            <a:schemeClr val="bg1">
              <a:lumMod val="95000"/>
            </a:schemeClr>
          </a:solidFill>
          <a:ln w="12700">
            <a:solidFill>
              <a:srgbClr val="FF3228"/>
            </a:solidFill>
          </a:ln>
        </p:spPr>
        <p:txBody>
          <a:bodyPr/>
          <a:lstStyle/>
          <a:p>
            <a:endParaRPr lang="es-ES" dirty="0"/>
          </a:p>
        </p:txBody>
      </p:sp>
      <p:sp>
        <p:nvSpPr>
          <p:cNvPr id="22" name="Marcador de posición de imagen 7">
            <a:extLst>
              <a:ext uri="{FF2B5EF4-FFF2-40B4-BE49-F238E27FC236}">
                <a16:creationId xmlns:a16="http://schemas.microsoft.com/office/drawing/2014/main" id="{E4299396-37C3-47E4-B635-8BE73AC26544}"/>
              </a:ext>
            </a:extLst>
          </p:cNvPr>
          <p:cNvSpPr>
            <a:spLocks noGrp="1"/>
          </p:cNvSpPr>
          <p:nvPr>
            <p:ph type="pic" sz="quarter" idx="22"/>
          </p:nvPr>
        </p:nvSpPr>
        <p:spPr>
          <a:xfrm>
            <a:off x="9715500" y="1714500"/>
            <a:ext cx="2400300" cy="2400300"/>
          </a:xfrm>
          <a:solidFill>
            <a:schemeClr val="bg1">
              <a:lumMod val="95000"/>
            </a:schemeClr>
          </a:solidFill>
          <a:ln w="12700">
            <a:solidFill>
              <a:srgbClr val="FF3228"/>
            </a:solidFill>
          </a:ln>
        </p:spPr>
        <p:txBody>
          <a:bodyPr/>
          <a:lstStyle/>
          <a:p>
            <a:endParaRPr lang="es-ES" dirty="0"/>
          </a:p>
        </p:txBody>
      </p:sp>
      <p:sp>
        <p:nvSpPr>
          <p:cNvPr id="24" name="Marcador de texto 17">
            <a:extLst>
              <a:ext uri="{FF2B5EF4-FFF2-40B4-BE49-F238E27FC236}">
                <a16:creationId xmlns:a16="http://schemas.microsoft.com/office/drawing/2014/main" id="{A24DE945-2CE3-4EC7-A127-55E426E25340}"/>
              </a:ext>
            </a:extLst>
          </p:cNvPr>
          <p:cNvSpPr>
            <a:spLocks noGrp="1"/>
          </p:cNvSpPr>
          <p:nvPr>
            <p:ph type="body" sz="quarter" idx="23" hasCustomPrompt="1"/>
          </p:nvPr>
        </p:nvSpPr>
        <p:spPr>
          <a:xfrm>
            <a:off x="3703460" y="4784969"/>
            <a:ext cx="7054849" cy="1344898"/>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a:t>Te </a:t>
            </a:r>
            <a:r>
              <a:rPr lang="es-ES" dirty="0" err="1"/>
              <a:t>cusdaep</a:t>
            </a:r>
            <a:r>
              <a:rPr lang="es-ES" dirty="0"/>
              <a:t> </a:t>
            </a:r>
            <a:r>
              <a:rPr lang="es-ES" dirty="0" err="1"/>
              <a:t>taquuam</a:t>
            </a:r>
            <a:r>
              <a:rPr lang="es-ES" dirty="0"/>
              <a:t>, </a:t>
            </a:r>
            <a:r>
              <a:rPr lang="es-ES" dirty="0" err="1"/>
              <a:t>taquam</a:t>
            </a:r>
            <a:r>
              <a:rPr lang="es-ES" dirty="0"/>
              <a:t>, </a:t>
            </a:r>
            <a:r>
              <a:rPr lang="es-ES" dirty="0" err="1"/>
              <a:t>ea</a:t>
            </a:r>
            <a:r>
              <a:rPr lang="es-ES" dirty="0"/>
              <a:t> </a:t>
            </a:r>
            <a:r>
              <a:rPr lang="es-ES" dirty="0" err="1"/>
              <a:t>dolorisPoribus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5" name="Marcador de texto 8">
            <a:extLst>
              <a:ext uri="{FF2B5EF4-FFF2-40B4-BE49-F238E27FC236}">
                <a16:creationId xmlns:a16="http://schemas.microsoft.com/office/drawing/2014/main" id="{3D775503-C7C8-4604-9DD9-74B7D04AFCCC}"/>
              </a:ext>
            </a:extLst>
          </p:cNvPr>
          <p:cNvSpPr>
            <a:spLocks noGrp="1"/>
          </p:cNvSpPr>
          <p:nvPr>
            <p:ph type="body" sz="quarter" idx="19" hasCustomPrompt="1"/>
          </p:nvPr>
        </p:nvSpPr>
        <p:spPr>
          <a:xfrm>
            <a:off x="3714751"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26" name="Marcador de texto 8">
            <a:extLst>
              <a:ext uri="{FF2B5EF4-FFF2-40B4-BE49-F238E27FC236}">
                <a16:creationId xmlns:a16="http://schemas.microsoft.com/office/drawing/2014/main" id="{FEF82472-BA77-4424-9633-6F836819F35A}"/>
              </a:ext>
            </a:extLst>
          </p:cNvPr>
          <p:cNvSpPr>
            <a:spLocks noGrp="1"/>
          </p:cNvSpPr>
          <p:nvPr>
            <p:ph type="body" sz="quarter" idx="24" hasCustomPrompt="1"/>
          </p:nvPr>
        </p:nvSpPr>
        <p:spPr>
          <a:xfrm>
            <a:off x="5922753"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1" name="Marcador de texto 8">
            <a:extLst>
              <a:ext uri="{FF2B5EF4-FFF2-40B4-BE49-F238E27FC236}">
                <a16:creationId xmlns:a16="http://schemas.microsoft.com/office/drawing/2014/main" id="{2C25FDCB-8A18-4353-AD68-DE9C42E85306}"/>
              </a:ext>
            </a:extLst>
          </p:cNvPr>
          <p:cNvSpPr>
            <a:spLocks noGrp="1"/>
          </p:cNvSpPr>
          <p:nvPr>
            <p:ph type="body" sz="quarter" idx="25" hasCustomPrompt="1"/>
          </p:nvPr>
        </p:nvSpPr>
        <p:spPr>
          <a:xfrm>
            <a:off x="8130755"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2" name="CuadroTexto 31">
            <a:extLst>
              <a:ext uri="{FF2B5EF4-FFF2-40B4-BE49-F238E27FC236}">
                <a16:creationId xmlns:a16="http://schemas.microsoft.com/office/drawing/2014/main" id="{9F4B4B96-4DE9-41D6-8451-E609EA42CEB1}"/>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4" name="Rectángulo 33">
            <a:extLst>
              <a:ext uri="{FF2B5EF4-FFF2-40B4-BE49-F238E27FC236}">
                <a16:creationId xmlns:a16="http://schemas.microsoft.com/office/drawing/2014/main" id="{477BE39B-2C02-47CD-9D3F-4E61D751F409}"/>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Gráfico 15">
            <a:extLst>
              <a:ext uri="{FF2B5EF4-FFF2-40B4-BE49-F238E27FC236}">
                <a16:creationId xmlns:a16="http://schemas.microsoft.com/office/drawing/2014/main" id="{01911160-1F72-43A5-8571-86587F03E3C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1667762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o + Imagen 05">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C736E012-FDE3-42BC-B1F9-A1FC3B60AE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42F2A480-3D7B-4147-AD69-DDD775FA9708}"/>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13" name="Marcador de posición de imagen 7">
            <a:extLst>
              <a:ext uri="{FF2B5EF4-FFF2-40B4-BE49-F238E27FC236}">
                <a16:creationId xmlns:a16="http://schemas.microsoft.com/office/drawing/2014/main" id="{EBC33655-F9A5-4750-B5DC-FF30B140D5E2}"/>
              </a:ext>
            </a:extLst>
          </p:cNvPr>
          <p:cNvSpPr>
            <a:spLocks noGrp="1"/>
          </p:cNvSpPr>
          <p:nvPr>
            <p:ph type="pic" sz="quarter" idx="17"/>
          </p:nvPr>
        </p:nvSpPr>
        <p:spPr>
          <a:xfrm>
            <a:off x="906463" y="1714500"/>
            <a:ext cx="2400300" cy="2400300"/>
          </a:xfrm>
          <a:solidFill>
            <a:schemeClr val="bg1">
              <a:lumMod val="95000"/>
            </a:schemeClr>
          </a:solidFill>
          <a:ln w="12700">
            <a:solidFill>
              <a:srgbClr val="FF3228"/>
            </a:solidFill>
          </a:ln>
        </p:spPr>
        <p:txBody>
          <a:bodyPr/>
          <a:lstStyle/>
          <a:p>
            <a:endParaRPr lang="es-ES" dirty="0"/>
          </a:p>
        </p:txBody>
      </p:sp>
      <p:sp>
        <p:nvSpPr>
          <p:cNvPr id="17" name="Marcador de texto 17">
            <a:extLst>
              <a:ext uri="{FF2B5EF4-FFF2-40B4-BE49-F238E27FC236}">
                <a16:creationId xmlns:a16="http://schemas.microsoft.com/office/drawing/2014/main" id="{84C5C295-7660-4294-86D6-F055C7864050}"/>
              </a:ext>
            </a:extLst>
          </p:cNvPr>
          <p:cNvSpPr>
            <a:spLocks noGrp="1"/>
          </p:cNvSpPr>
          <p:nvPr>
            <p:ph type="body" sz="quarter" idx="14" hasCustomPrompt="1"/>
          </p:nvPr>
        </p:nvSpPr>
        <p:spPr>
          <a:xfrm>
            <a:off x="3587607" y="4298452"/>
            <a:ext cx="7170703" cy="554251"/>
          </a:xfrm>
        </p:spPr>
        <p:txBody>
          <a:bodyPr>
            <a:normAutofit/>
          </a:bodyPr>
          <a:lstStyle>
            <a:lvl1pPr marL="0" indent="0">
              <a:lnSpc>
                <a:spcPct val="90000"/>
              </a:lnSpc>
              <a:buNone/>
              <a:defRPr lang="es-ES" sz="289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lmus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18" name="Marcador de posición de imagen 7">
            <a:extLst>
              <a:ext uri="{FF2B5EF4-FFF2-40B4-BE49-F238E27FC236}">
                <a16:creationId xmlns:a16="http://schemas.microsoft.com/office/drawing/2014/main" id="{98F82C54-E041-4961-B68A-84A13C1FB2D8}"/>
              </a:ext>
            </a:extLst>
          </p:cNvPr>
          <p:cNvSpPr>
            <a:spLocks noGrp="1"/>
          </p:cNvSpPr>
          <p:nvPr>
            <p:ph type="pic" sz="quarter" idx="20"/>
          </p:nvPr>
        </p:nvSpPr>
        <p:spPr>
          <a:xfrm>
            <a:off x="3309938" y="1714500"/>
            <a:ext cx="2400300" cy="2400300"/>
          </a:xfrm>
          <a:solidFill>
            <a:schemeClr val="bg1">
              <a:lumMod val="95000"/>
            </a:schemeClr>
          </a:solidFill>
          <a:ln w="12700">
            <a:solidFill>
              <a:srgbClr val="FF3228"/>
            </a:solidFill>
          </a:ln>
        </p:spPr>
        <p:txBody>
          <a:bodyPr/>
          <a:lstStyle/>
          <a:p>
            <a:endParaRPr lang="es-ES" dirty="0"/>
          </a:p>
        </p:txBody>
      </p:sp>
      <p:sp>
        <p:nvSpPr>
          <p:cNvPr id="19" name="Marcador de posición de imagen 7">
            <a:extLst>
              <a:ext uri="{FF2B5EF4-FFF2-40B4-BE49-F238E27FC236}">
                <a16:creationId xmlns:a16="http://schemas.microsoft.com/office/drawing/2014/main" id="{498F53C0-25B8-4416-BB17-5CFFE7E97B0C}"/>
              </a:ext>
            </a:extLst>
          </p:cNvPr>
          <p:cNvSpPr>
            <a:spLocks noGrp="1"/>
          </p:cNvSpPr>
          <p:nvPr>
            <p:ph type="pic" sz="quarter" idx="21"/>
          </p:nvPr>
        </p:nvSpPr>
        <p:spPr>
          <a:xfrm>
            <a:off x="5710238" y="1714500"/>
            <a:ext cx="2400300" cy="2400300"/>
          </a:xfrm>
          <a:solidFill>
            <a:schemeClr val="bg1">
              <a:lumMod val="95000"/>
            </a:schemeClr>
          </a:solidFill>
          <a:ln w="12700">
            <a:solidFill>
              <a:srgbClr val="FF3228"/>
            </a:solidFill>
          </a:ln>
        </p:spPr>
        <p:txBody>
          <a:bodyPr/>
          <a:lstStyle/>
          <a:p>
            <a:endParaRPr lang="es-ES" dirty="0"/>
          </a:p>
        </p:txBody>
      </p:sp>
      <p:sp>
        <p:nvSpPr>
          <p:cNvPr id="22" name="Marcador de posición de imagen 7">
            <a:extLst>
              <a:ext uri="{FF2B5EF4-FFF2-40B4-BE49-F238E27FC236}">
                <a16:creationId xmlns:a16="http://schemas.microsoft.com/office/drawing/2014/main" id="{E4299396-37C3-47E4-B635-8BE73AC26544}"/>
              </a:ext>
            </a:extLst>
          </p:cNvPr>
          <p:cNvSpPr>
            <a:spLocks noGrp="1"/>
          </p:cNvSpPr>
          <p:nvPr>
            <p:ph type="pic" sz="quarter" idx="22"/>
          </p:nvPr>
        </p:nvSpPr>
        <p:spPr>
          <a:xfrm>
            <a:off x="8110538" y="1714500"/>
            <a:ext cx="2400300" cy="2400300"/>
          </a:xfrm>
          <a:solidFill>
            <a:schemeClr val="bg1">
              <a:lumMod val="95000"/>
            </a:schemeClr>
          </a:solidFill>
          <a:ln w="12700">
            <a:solidFill>
              <a:srgbClr val="FF3228"/>
            </a:solidFill>
          </a:ln>
        </p:spPr>
        <p:txBody>
          <a:bodyPr/>
          <a:lstStyle/>
          <a:p>
            <a:endParaRPr lang="es-ES" dirty="0"/>
          </a:p>
        </p:txBody>
      </p:sp>
      <p:sp>
        <p:nvSpPr>
          <p:cNvPr id="24" name="Marcador de texto 17">
            <a:extLst>
              <a:ext uri="{FF2B5EF4-FFF2-40B4-BE49-F238E27FC236}">
                <a16:creationId xmlns:a16="http://schemas.microsoft.com/office/drawing/2014/main" id="{A24DE945-2CE3-4EC7-A127-55E426E25340}"/>
              </a:ext>
            </a:extLst>
          </p:cNvPr>
          <p:cNvSpPr>
            <a:spLocks noGrp="1"/>
          </p:cNvSpPr>
          <p:nvPr>
            <p:ph type="body" sz="quarter" idx="23" hasCustomPrompt="1"/>
          </p:nvPr>
        </p:nvSpPr>
        <p:spPr>
          <a:xfrm>
            <a:off x="3703460" y="4784969"/>
            <a:ext cx="7054849" cy="1344898"/>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a:t>Te </a:t>
            </a:r>
            <a:r>
              <a:rPr lang="es-ES" dirty="0" err="1"/>
              <a:t>cusdaep</a:t>
            </a:r>
            <a:r>
              <a:rPr lang="es-ES" dirty="0"/>
              <a:t> </a:t>
            </a:r>
            <a:r>
              <a:rPr lang="es-ES" dirty="0" err="1"/>
              <a:t>taquuam</a:t>
            </a:r>
            <a:r>
              <a:rPr lang="es-ES" dirty="0"/>
              <a:t>, </a:t>
            </a:r>
            <a:r>
              <a:rPr lang="es-ES" dirty="0" err="1"/>
              <a:t>taquam</a:t>
            </a:r>
            <a:r>
              <a:rPr lang="es-ES" dirty="0"/>
              <a:t>, </a:t>
            </a:r>
            <a:r>
              <a:rPr lang="es-ES" dirty="0" err="1"/>
              <a:t>ea</a:t>
            </a:r>
            <a:r>
              <a:rPr lang="es-ES" dirty="0"/>
              <a:t> </a:t>
            </a:r>
            <a:r>
              <a:rPr lang="es-ES" dirty="0" err="1"/>
              <a:t>dolorisPoribus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5" name="Marcador de texto 8">
            <a:extLst>
              <a:ext uri="{FF2B5EF4-FFF2-40B4-BE49-F238E27FC236}">
                <a16:creationId xmlns:a16="http://schemas.microsoft.com/office/drawing/2014/main" id="{3D775503-C7C8-4604-9DD9-74B7D04AFCCC}"/>
              </a:ext>
            </a:extLst>
          </p:cNvPr>
          <p:cNvSpPr>
            <a:spLocks noGrp="1"/>
          </p:cNvSpPr>
          <p:nvPr>
            <p:ph type="body" sz="quarter" idx="19" hasCustomPrompt="1"/>
          </p:nvPr>
        </p:nvSpPr>
        <p:spPr>
          <a:xfrm>
            <a:off x="3714751"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26" name="Marcador de texto 8">
            <a:extLst>
              <a:ext uri="{FF2B5EF4-FFF2-40B4-BE49-F238E27FC236}">
                <a16:creationId xmlns:a16="http://schemas.microsoft.com/office/drawing/2014/main" id="{FEF82472-BA77-4424-9633-6F836819F35A}"/>
              </a:ext>
            </a:extLst>
          </p:cNvPr>
          <p:cNvSpPr>
            <a:spLocks noGrp="1"/>
          </p:cNvSpPr>
          <p:nvPr>
            <p:ph type="body" sz="quarter" idx="24" hasCustomPrompt="1"/>
          </p:nvPr>
        </p:nvSpPr>
        <p:spPr>
          <a:xfrm>
            <a:off x="5922753"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1" name="Marcador de texto 8">
            <a:extLst>
              <a:ext uri="{FF2B5EF4-FFF2-40B4-BE49-F238E27FC236}">
                <a16:creationId xmlns:a16="http://schemas.microsoft.com/office/drawing/2014/main" id="{2C25FDCB-8A18-4353-AD68-DE9C42E85306}"/>
              </a:ext>
            </a:extLst>
          </p:cNvPr>
          <p:cNvSpPr>
            <a:spLocks noGrp="1"/>
          </p:cNvSpPr>
          <p:nvPr>
            <p:ph type="body" sz="quarter" idx="25" hasCustomPrompt="1"/>
          </p:nvPr>
        </p:nvSpPr>
        <p:spPr>
          <a:xfrm>
            <a:off x="8130755"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2" name="CuadroTexto 31">
            <a:extLst>
              <a:ext uri="{FF2B5EF4-FFF2-40B4-BE49-F238E27FC236}">
                <a16:creationId xmlns:a16="http://schemas.microsoft.com/office/drawing/2014/main" id="{9F4B4B96-4DE9-41D6-8451-E609EA42CEB1}"/>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4" name="Rectángulo 33">
            <a:extLst>
              <a:ext uri="{FF2B5EF4-FFF2-40B4-BE49-F238E27FC236}">
                <a16:creationId xmlns:a16="http://schemas.microsoft.com/office/drawing/2014/main" id="{477BE39B-2C02-47CD-9D3F-4E61D751F409}"/>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Marcador de posición de imagen 7">
            <a:extLst>
              <a:ext uri="{FF2B5EF4-FFF2-40B4-BE49-F238E27FC236}">
                <a16:creationId xmlns:a16="http://schemas.microsoft.com/office/drawing/2014/main" id="{8AC1F603-16D4-4B7E-9BC4-BCCDDDAB5BC9}"/>
              </a:ext>
            </a:extLst>
          </p:cNvPr>
          <p:cNvSpPr>
            <a:spLocks noGrp="1"/>
          </p:cNvSpPr>
          <p:nvPr>
            <p:ph type="pic" sz="quarter" idx="26"/>
          </p:nvPr>
        </p:nvSpPr>
        <p:spPr>
          <a:xfrm>
            <a:off x="10510838" y="1714500"/>
            <a:ext cx="2400300" cy="2400300"/>
          </a:xfrm>
          <a:solidFill>
            <a:schemeClr val="bg1">
              <a:lumMod val="95000"/>
            </a:schemeClr>
          </a:solidFill>
          <a:ln w="12700">
            <a:solidFill>
              <a:srgbClr val="FF3228"/>
            </a:solidFill>
          </a:ln>
        </p:spPr>
        <p:txBody>
          <a:bodyPr/>
          <a:lstStyle/>
          <a:p>
            <a:endParaRPr lang="es-ES" dirty="0"/>
          </a:p>
        </p:txBody>
      </p:sp>
      <p:pic>
        <p:nvPicPr>
          <p:cNvPr id="21" name="Gráfico 20">
            <a:extLst>
              <a:ext uri="{FF2B5EF4-FFF2-40B4-BE49-F238E27FC236}">
                <a16:creationId xmlns:a16="http://schemas.microsoft.com/office/drawing/2014/main" id="{A0DCA150-0A3B-41D3-8E22-943C3ACECB0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37499828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o + Imagen 06">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C736E012-FDE3-42BC-B1F9-A1FC3B60AE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42F2A480-3D7B-4147-AD69-DDD775FA9708}"/>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13" name="Marcador de posición de imagen 7">
            <a:extLst>
              <a:ext uri="{FF2B5EF4-FFF2-40B4-BE49-F238E27FC236}">
                <a16:creationId xmlns:a16="http://schemas.microsoft.com/office/drawing/2014/main" id="{EBC33655-F9A5-4750-B5DC-FF30B140D5E2}"/>
              </a:ext>
            </a:extLst>
          </p:cNvPr>
          <p:cNvSpPr>
            <a:spLocks noGrp="1"/>
          </p:cNvSpPr>
          <p:nvPr>
            <p:ph type="pic" sz="quarter" idx="17"/>
          </p:nvPr>
        </p:nvSpPr>
        <p:spPr>
          <a:xfrm>
            <a:off x="906463" y="1714500"/>
            <a:ext cx="2400300" cy="2400300"/>
          </a:xfrm>
          <a:solidFill>
            <a:schemeClr val="bg1">
              <a:lumMod val="95000"/>
            </a:schemeClr>
          </a:solidFill>
          <a:ln w="12700">
            <a:solidFill>
              <a:srgbClr val="FF3228"/>
            </a:solidFill>
          </a:ln>
        </p:spPr>
        <p:txBody>
          <a:bodyPr/>
          <a:lstStyle/>
          <a:p>
            <a:endParaRPr lang="es-ES" dirty="0"/>
          </a:p>
        </p:txBody>
      </p:sp>
      <p:sp>
        <p:nvSpPr>
          <p:cNvPr id="17" name="Marcador de texto 17">
            <a:extLst>
              <a:ext uri="{FF2B5EF4-FFF2-40B4-BE49-F238E27FC236}">
                <a16:creationId xmlns:a16="http://schemas.microsoft.com/office/drawing/2014/main" id="{84C5C295-7660-4294-86D6-F055C7864050}"/>
              </a:ext>
            </a:extLst>
          </p:cNvPr>
          <p:cNvSpPr>
            <a:spLocks noGrp="1"/>
          </p:cNvSpPr>
          <p:nvPr>
            <p:ph type="body" sz="quarter" idx="14" hasCustomPrompt="1"/>
          </p:nvPr>
        </p:nvSpPr>
        <p:spPr>
          <a:xfrm>
            <a:off x="3587607" y="4298452"/>
            <a:ext cx="7170703" cy="554251"/>
          </a:xfrm>
        </p:spPr>
        <p:txBody>
          <a:bodyPr>
            <a:normAutofit/>
          </a:bodyPr>
          <a:lstStyle>
            <a:lvl1pPr marL="0" indent="0">
              <a:lnSpc>
                <a:spcPct val="90000"/>
              </a:lnSpc>
              <a:buNone/>
              <a:defRPr lang="es-ES" sz="289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lmus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18" name="Marcador de posición de imagen 7">
            <a:extLst>
              <a:ext uri="{FF2B5EF4-FFF2-40B4-BE49-F238E27FC236}">
                <a16:creationId xmlns:a16="http://schemas.microsoft.com/office/drawing/2014/main" id="{98F82C54-E041-4961-B68A-84A13C1FB2D8}"/>
              </a:ext>
            </a:extLst>
          </p:cNvPr>
          <p:cNvSpPr>
            <a:spLocks noGrp="1"/>
          </p:cNvSpPr>
          <p:nvPr>
            <p:ph type="pic" sz="quarter" idx="20"/>
          </p:nvPr>
        </p:nvSpPr>
        <p:spPr>
          <a:xfrm>
            <a:off x="3309938" y="1714500"/>
            <a:ext cx="2400300" cy="2400300"/>
          </a:xfrm>
          <a:solidFill>
            <a:schemeClr val="bg1">
              <a:lumMod val="95000"/>
            </a:schemeClr>
          </a:solidFill>
          <a:ln w="12700">
            <a:solidFill>
              <a:srgbClr val="FF3228"/>
            </a:solidFill>
          </a:ln>
        </p:spPr>
        <p:txBody>
          <a:bodyPr/>
          <a:lstStyle/>
          <a:p>
            <a:endParaRPr lang="es-ES" dirty="0"/>
          </a:p>
        </p:txBody>
      </p:sp>
      <p:sp>
        <p:nvSpPr>
          <p:cNvPr id="19" name="Marcador de posición de imagen 7">
            <a:extLst>
              <a:ext uri="{FF2B5EF4-FFF2-40B4-BE49-F238E27FC236}">
                <a16:creationId xmlns:a16="http://schemas.microsoft.com/office/drawing/2014/main" id="{498F53C0-25B8-4416-BB17-5CFFE7E97B0C}"/>
              </a:ext>
            </a:extLst>
          </p:cNvPr>
          <p:cNvSpPr>
            <a:spLocks noGrp="1"/>
          </p:cNvSpPr>
          <p:nvPr>
            <p:ph type="pic" sz="quarter" idx="21"/>
          </p:nvPr>
        </p:nvSpPr>
        <p:spPr>
          <a:xfrm>
            <a:off x="5710238" y="1714500"/>
            <a:ext cx="2400300" cy="2400300"/>
          </a:xfrm>
          <a:solidFill>
            <a:schemeClr val="bg1">
              <a:lumMod val="95000"/>
            </a:schemeClr>
          </a:solidFill>
          <a:ln w="12700">
            <a:solidFill>
              <a:srgbClr val="FF3228"/>
            </a:solidFill>
          </a:ln>
        </p:spPr>
        <p:txBody>
          <a:bodyPr/>
          <a:lstStyle/>
          <a:p>
            <a:endParaRPr lang="es-ES" dirty="0"/>
          </a:p>
        </p:txBody>
      </p:sp>
      <p:sp>
        <p:nvSpPr>
          <p:cNvPr id="22" name="Marcador de posición de imagen 7">
            <a:extLst>
              <a:ext uri="{FF2B5EF4-FFF2-40B4-BE49-F238E27FC236}">
                <a16:creationId xmlns:a16="http://schemas.microsoft.com/office/drawing/2014/main" id="{E4299396-37C3-47E4-B635-8BE73AC26544}"/>
              </a:ext>
            </a:extLst>
          </p:cNvPr>
          <p:cNvSpPr>
            <a:spLocks noGrp="1"/>
          </p:cNvSpPr>
          <p:nvPr>
            <p:ph type="pic" sz="quarter" idx="22"/>
          </p:nvPr>
        </p:nvSpPr>
        <p:spPr>
          <a:xfrm>
            <a:off x="8110538" y="1714500"/>
            <a:ext cx="2400300" cy="2400300"/>
          </a:xfrm>
          <a:solidFill>
            <a:schemeClr val="bg1">
              <a:lumMod val="95000"/>
            </a:schemeClr>
          </a:solidFill>
          <a:ln w="12700">
            <a:solidFill>
              <a:srgbClr val="FF3228"/>
            </a:solidFill>
          </a:ln>
        </p:spPr>
        <p:txBody>
          <a:bodyPr/>
          <a:lstStyle/>
          <a:p>
            <a:endParaRPr lang="es-ES" dirty="0"/>
          </a:p>
        </p:txBody>
      </p:sp>
      <p:sp>
        <p:nvSpPr>
          <p:cNvPr id="24" name="Marcador de texto 17">
            <a:extLst>
              <a:ext uri="{FF2B5EF4-FFF2-40B4-BE49-F238E27FC236}">
                <a16:creationId xmlns:a16="http://schemas.microsoft.com/office/drawing/2014/main" id="{A24DE945-2CE3-4EC7-A127-55E426E25340}"/>
              </a:ext>
            </a:extLst>
          </p:cNvPr>
          <p:cNvSpPr>
            <a:spLocks noGrp="1"/>
          </p:cNvSpPr>
          <p:nvPr>
            <p:ph type="body" sz="quarter" idx="23" hasCustomPrompt="1"/>
          </p:nvPr>
        </p:nvSpPr>
        <p:spPr>
          <a:xfrm>
            <a:off x="3703460" y="4784969"/>
            <a:ext cx="7054849" cy="1344898"/>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a:t>Te </a:t>
            </a:r>
            <a:r>
              <a:rPr lang="es-ES" dirty="0" err="1"/>
              <a:t>cusdaep</a:t>
            </a:r>
            <a:r>
              <a:rPr lang="es-ES" dirty="0"/>
              <a:t> </a:t>
            </a:r>
            <a:r>
              <a:rPr lang="es-ES" dirty="0" err="1"/>
              <a:t>taquuam</a:t>
            </a:r>
            <a:r>
              <a:rPr lang="es-ES" dirty="0"/>
              <a:t>, </a:t>
            </a:r>
            <a:r>
              <a:rPr lang="es-ES" dirty="0" err="1"/>
              <a:t>taquam</a:t>
            </a:r>
            <a:r>
              <a:rPr lang="es-ES" dirty="0"/>
              <a:t>, </a:t>
            </a:r>
            <a:r>
              <a:rPr lang="es-ES" dirty="0" err="1"/>
              <a:t>ea</a:t>
            </a:r>
            <a:r>
              <a:rPr lang="es-ES" dirty="0"/>
              <a:t> </a:t>
            </a:r>
            <a:r>
              <a:rPr lang="es-ES" dirty="0" err="1"/>
              <a:t>dolorisPoribus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5" name="Marcador de texto 8">
            <a:extLst>
              <a:ext uri="{FF2B5EF4-FFF2-40B4-BE49-F238E27FC236}">
                <a16:creationId xmlns:a16="http://schemas.microsoft.com/office/drawing/2014/main" id="{3D775503-C7C8-4604-9DD9-74B7D04AFCCC}"/>
              </a:ext>
            </a:extLst>
          </p:cNvPr>
          <p:cNvSpPr>
            <a:spLocks noGrp="1"/>
          </p:cNvSpPr>
          <p:nvPr>
            <p:ph type="body" sz="quarter" idx="19" hasCustomPrompt="1"/>
          </p:nvPr>
        </p:nvSpPr>
        <p:spPr>
          <a:xfrm>
            <a:off x="3714751"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26" name="Marcador de texto 8">
            <a:extLst>
              <a:ext uri="{FF2B5EF4-FFF2-40B4-BE49-F238E27FC236}">
                <a16:creationId xmlns:a16="http://schemas.microsoft.com/office/drawing/2014/main" id="{FEF82472-BA77-4424-9633-6F836819F35A}"/>
              </a:ext>
            </a:extLst>
          </p:cNvPr>
          <p:cNvSpPr>
            <a:spLocks noGrp="1"/>
          </p:cNvSpPr>
          <p:nvPr>
            <p:ph type="body" sz="quarter" idx="24" hasCustomPrompt="1"/>
          </p:nvPr>
        </p:nvSpPr>
        <p:spPr>
          <a:xfrm>
            <a:off x="5922753"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1" name="Marcador de texto 8">
            <a:extLst>
              <a:ext uri="{FF2B5EF4-FFF2-40B4-BE49-F238E27FC236}">
                <a16:creationId xmlns:a16="http://schemas.microsoft.com/office/drawing/2014/main" id="{2C25FDCB-8A18-4353-AD68-DE9C42E85306}"/>
              </a:ext>
            </a:extLst>
          </p:cNvPr>
          <p:cNvSpPr>
            <a:spLocks noGrp="1"/>
          </p:cNvSpPr>
          <p:nvPr>
            <p:ph type="body" sz="quarter" idx="25" hasCustomPrompt="1"/>
          </p:nvPr>
        </p:nvSpPr>
        <p:spPr>
          <a:xfrm>
            <a:off x="8130755"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2" name="CuadroTexto 31">
            <a:extLst>
              <a:ext uri="{FF2B5EF4-FFF2-40B4-BE49-F238E27FC236}">
                <a16:creationId xmlns:a16="http://schemas.microsoft.com/office/drawing/2014/main" id="{9F4B4B96-4DE9-41D6-8451-E609EA42CEB1}"/>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4" name="Rectángulo 33">
            <a:extLst>
              <a:ext uri="{FF2B5EF4-FFF2-40B4-BE49-F238E27FC236}">
                <a16:creationId xmlns:a16="http://schemas.microsoft.com/office/drawing/2014/main" id="{477BE39B-2C02-47CD-9D3F-4E61D751F409}"/>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Marcador de posición de imagen 7">
            <a:extLst>
              <a:ext uri="{FF2B5EF4-FFF2-40B4-BE49-F238E27FC236}">
                <a16:creationId xmlns:a16="http://schemas.microsoft.com/office/drawing/2014/main" id="{8AC1F603-16D4-4B7E-9BC4-BCCDDDAB5BC9}"/>
              </a:ext>
            </a:extLst>
          </p:cNvPr>
          <p:cNvSpPr>
            <a:spLocks noGrp="1"/>
          </p:cNvSpPr>
          <p:nvPr>
            <p:ph type="pic" sz="quarter" idx="26"/>
          </p:nvPr>
        </p:nvSpPr>
        <p:spPr>
          <a:xfrm>
            <a:off x="10510838" y="1714500"/>
            <a:ext cx="2400300" cy="2400300"/>
          </a:xfrm>
          <a:solidFill>
            <a:schemeClr val="bg1">
              <a:lumMod val="95000"/>
            </a:schemeClr>
          </a:solidFill>
          <a:ln w="12700">
            <a:solidFill>
              <a:srgbClr val="FF3228"/>
            </a:solidFill>
          </a:ln>
        </p:spPr>
        <p:txBody>
          <a:bodyPr/>
          <a:lstStyle/>
          <a:p>
            <a:endParaRPr lang="es-ES" dirty="0"/>
          </a:p>
        </p:txBody>
      </p:sp>
      <p:sp>
        <p:nvSpPr>
          <p:cNvPr id="20" name="Marcador de posición de imagen 7">
            <a:extLst>
              <a:ext uri="{FF2B5EF4-FFF2-40B4-BE49-F238E27FC236}">
                <a16:creationId xmlns:a16="http://schemas.microsoft.com/office/drawing/2014/main" id="{67D034BC-BB8D-49E7-947F-922C5A5DACEE}"/>
              </a:ext>
            </a:extLst>
          </p:cNvPr>
          <p:cNvSpPr>
            <a:spLocks noGrp="1"/>
          </p:cNvSpPr>
          <p:nvPr>
            <p:ph type="pic" sz="quarter" idx="27"/>
          </p:nvPr>
        </p:nvSpPr>
        <p:spPr>
          <a:xfrm>
            <a:off x="906463" y="4114800"/>
            <a:ext cx="2400300" cy="2400300"/>
          </a:xfrm>
          <a:solidFill>
            <a:schemeClr val="bg1">
              <a:lumMod val="95000"/>
            </a:schemeClr>
          </a:solidFill>
          <a:ln w="12700">
            <a:solidFill>
              <a:srgbClr val="FF3228"/>
            </a:solidFill>
          </a:ln>
        </p:spPr>
        <p:txBody>
          <a:bodyPr/>
          <a:lstStyle/>
          <a:p>
            <a:endParaRPr lang="es-ES" dirty="0"/>
          </a:p>
        </p:txBody>
      </p:sp>
      <p:pic>
        <p:nvPicPr>
          <p:cNvPr id="23" name="Gráfico 22">
            <a:extLst>
              <a:ext uri="{FF2B5EF4-FFF2-40B4-BE49-F238E27FC236}">
                <a16:creationId xmlns:a16="http://schemas.microsoft.com/office/drawing/2014/main" id="{C809E736-77B4-449E-910C-BC628E508A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4914002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o + Imagen 07">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C736E012-FDE3-42BC-B1F9-A1FC3B60AE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42F2A480-3D7B-4147-AD69-DDD775FA9708}"/>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13" name="Marcador de posición de imagen 7">
            <a:extLst>
              <a:ext uri="{FF2B5EF4-FFF2-40B4-BE49-F238E27FC236}">
                <a16:creationId xmlns:a16="http://schemas.microsoft.com/office/drawing/2014/main" id="{EBC33655-F9A5-4750-B5DC-FF30B140D5E2}"/>
              </a:ext>
            </a:extLst>
          </p:cNvPr>
          <p:cNvSpPr>
            <a:spLocks noGrp="1"/>
          </p:cNvSpPr>
          <p:nvPr>
            <p:ph type="pic" sz="quarter" idx="17"/>
          </p:nvPr>
        </p:nvSpPr>
        <p:spPr>
          <a:xfrm>
            <a:off x="1716087" y="1714500"/>
            <a:ext cx="2400300" cy="2400300"/>
          </a:xfrm>
          <a:solidFill>
            <a:schemeClr val="bg1">
              <a:lumMod val="95000"/>
            </a:schemeClr>
          </a:solidFill>
          <a:ln w="12700">
            <a:solidFill>
              <a:srgbClr val="FF3228"/>
            </a:solidFill>
          </a:ln>
        </p:spPr>
        <p:txBody>
          <a:bodyPr/>
          <a:lstStyle/>
          <a:p>
            <a:endParaRPr lang="es-ES" dirty="0"/>
          </a:p>
        </p:txBody>
      </p:sp>
      <p:sp>
        <p:nvSpPr>
          <p:cNvPr id="17" name="Marcador de texto 17">
            <a:extLst>
              <a:ext uri="{FF2B5EF4-FFF2-40B4-BE49-F238E27FC236}">
                <a16:creationId xmlns:a16="http://schemas.microsoft.com/office/drawing/2014/main" id="{84C5C295-7660-4294-86D6-F055C7864050}"/>
              </a:ext>
            </a:extLst>
          </p:cNvPr>
          <p:cNvSpPr>
            <a:spLocks noGrp="1"/>
          </p:cNvSpPr>
          <p:nvPr>
            <p:ph type="body" sz="quarter" idx="14" hasCustomPrompt="1"/>
          </p:nvPr>
        </p:nvSpPr>
        <p:spPr>
          <a:xfrm>
            <a:off x="3587607" y="4298452"/>
            <a:ext cx="7170703" cy="554251"/>
          </a:xfrm>
        </p:spPr>
        <p:txBody>
          <a:bodyPr>
            <a:normAutofit/>
          </a:bodyPr>
          <a:lstStyle>
            <a:lvl1pPr marL="0" indent="0">
              <a:lnSpc>
                <a:spcPct val="90000"/>
              </a:lnSpc>
              <a:buNone/>
              <a:defRPr lang="es-ES" sz="289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a:t>
            </a:r>
            <a:r>
              <a:rPr lang="es-ES" dirty="0" err="1">
                <a:solidFill>
                  <a:schemeClr val="bg1"/>
                </a:solidFill>
              </a:rPr>
              <a:t>lmus</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r>
              <a:rPr lang="es-ES" dirty="0">
                <a:solidFill>
                  <a:schemeClr val="bg1"/>
                </a:solidFill>
              </a:rPr>
              <a:t> </a:t>
            </a:r>
            <a:r>
              <a:rPr lang="es-ES" dirty="0" err="1">
                <a:solidFill>
                  <a:schemeClr val="bg1"/>
                </a:solidFill>
              </a:rPr>
              <a:t>deru</a:t>
            </a:r>
            <a:r>
              <a:rPr lang="es-ES" dirty="0">
                <a:solidFill>
                  <a:schemeClr val="bg1"/>
                </a:solidFill>
              </a:rPr>
              <a:t> </a:t>
            </a:r>
            <a:r>
              <a:rPr lang="es-ES" dirty="0" err="1">
                <a:solidFill>
                  <a:schemeClr val="bg1"/>
                </a:solidFill>
              </a:rPr>
              <a:t>llam</a:t>
            </a:r>
            <a:endParaRPr lang="es-ES" dirty="0">
              <a:solidFill>
                <a:schemeClr val="bg1"/>
              </a:solidFill>
            </a:endParaRPr>
          </a:p>
        </p:txBody>
      </p:sp>
      <p:sp>
        <p:nvSpPr>
          <p:cNvPr id="18" name="Marcador de posición de imagen 7">
            <a:extLst>
              <a:ext uri="{FF2B5EF4-FFF2-40B4-BE49-F238E27FC236}">
                <a16:creationId xmlns:a16="http://schemas.microsoft.com/office/drawing/2014/main" id="{98F82C54-E041-4961-B68A-84A13C1FB2D8}"/>
              </a:ext>
            </a:extLst>
          </p:cNvPr>
          <p:cNvSpPr>
            <a:spLocks noGrp="1"/>
          </p:cNvSpPr>
          <p:nvPr>
            <p:ph type="pic" sz="quarter" idx="20"/>
          </p:nvPr>
        </p:nvSpPr>
        <p:spPr>
          <a:xfrm>
            <a:off x="4119562" y="1714500"/>
            <a:ext cx="2400300" cy="2400300"/>
          </a:xfrm>
          <a:solidFill>
            <a:schemeClr val="bg1">
              <a:lumMod val="95000"/>
            </a:schemeClr>
          </a:solidFill>
          <a:ln w="12700">
            <a:solidFill>
              <a:srgbClr val="FF3228"/>
            </a:solidFill>
          </a:ln>
        </p:spPr>
        <p:txBody>
          <a:bodyPr/>
          <a:lstStyle/>
          <a:p>
            <a:endParaRPr lang="es-ES" dirty="0"/>
          </a:p>
        </p:txBody>
      </p:sp>
      <p:sp>
        <p:nvSpPr>
          <p:cNvPr id="19" name="Marcador de posición de imagen 7">
            <a:extLst>
              <a:ext uri="{FF2B5EF4-FFF2-40B4-BE49-F238E27FC236}">
                <a16:creationId xmlns:a16="http://schemas.microsoft.com/office/drawing/2014/main" id="{498F53C0-25B8-4416-BB17-5CFFE7E97B0C}"/>
              </a:ext>
            </a:extLst>
          </p:cNvPr>
          <p:cNvSpPr>
            <a:spLocks noGrp="1"/>
          </p:cNvSpPr>
          <p:nvPr>
            <p:ph type="pic" sz="quarter" idx="21"/>
          </p:nvPr>
        </p:nvSpPr>
        <p:spPr>
          <a:xfrm>
            <a:off x="6519862" y="1714500"/>
            <a:ext cx="2400300" cy="2400300"/>
          </a:xfrm>
          <a:solidFill>
            <a:schemeClr val="bg1">
              <a:lumMod val="95000"/>
            </a:schemeClr>
          </a:solidFill>
          <a:ln w="12700">
            <a:solidFill>
              <a:srgbClr val="FF3228"/>
            </a:solidFill>
          </a:ln>
        </p:spPr>
        <p:txBody>
          <a:bodyPr/>
          <a:lstStyle/>
          <a:p>
            <a:endParaRPr lang="es-ES" dirty="0"/>
          </a:p>
        </p:txBody>
      </p:sp>
      <p:sp>
        <p:nvSpPr>
          <p:cNvPr id="22" name="Marcador de posición de imagen 7">
            <a:extLst>
              <a:ext uri="{FF2B5EF4-FFF2-40B4-BE49-F238E27FC236}">
                <a16:creationId xmlns:a16="http://schemas.microsoft.com/office/drawing/2014/main" id="{E4299396-37C3-47E4-B635-8BE73AC26544}"/>
              </a:ext>
            </a:extLst>
          </p:cNvPr>
          <p:cNvSpPr>
            <a:spLocks noGrp="1"/>
          </p:cNvSpPr>
          <p:nvPr>
            <p:ph type="pic" sz="quarter" idx="22"/>
          </p:nvPr>
        </p:nvSpPr>
        <p:spPr>
          <a:xfrm>
            <a:off x="8920162" y="1714500"/>
            <a:ext cx="2400300" cy="2400300"/>
          </a:xfrm>
          <a:solidFill>
            <a:schemeClr val="bg1">
              <a:lumMod val="95000"/>
            </a:schemeClr>
          </a:solidFill>
          <a:ln w="12700">
            <a:solidFill>
              <a:srgbClr val="FF3228"/>
            </a:solidFill>
          </a:ln>
        </p:spPr>
        <p:txBody>
          <a:bodyPr/>
          <a:lstStyle/>
          <a:p>
            <a:endParaRPr lang="es-ES" dirty="0"/>
          </a:p>
        </p:txBody>
      </p:sp>
      <p:sp>
        <p:nvSpPr>
          <p:cNvPr id="24" name="Marcador de texto 17">
            <a:extLst>
              <a:ext uri="{FF2B5EF4-FFF2-40B4-BE49-F238E27FC236}">
                <a16:creationId xmlns:a16="http://schemas.microsoft.com/office/drawing/2014/main" id="{A24DE945-2CE3-4EC7-A127-55E426E25340}"/>
              </a:ext>
            </a:extLst>
          </p:cNvPr>
          <p:cNvSpPr>
            <a:spLocks noGrp="1"/>
          </p:cNvSpPr>
          <p:nvPr>
            <p:ph type="body" sz="quarter" idx="23" hasCustomPrompt="1"/>
          </p:nvPr>
        </p:nvSpPr>
        <p:spPr>
          <a:xfrm>
            <a:off x="3703460" y="4784969"/>
            <a:ext cx="7054849" cy="1344898"/>
          </a:xfrm>
        </p:spPr>
        <p:txBody>
          <a:bodyPr lIns="0">
            <a:noAutofit/>
          </a:bodyPr>
          <a:lstStyle>
            <a:lvl1pPr marL="0" indent="0">
              <a:lnSpc>
                <a:spcPts val="1700"/>
              </a:lnSpc>
              <a:spcBef>
                <a:spcPts val="900"/>
              </a:spcBef>
              <a:spcAft>
                <a:spcPts val="900"/>
              </a:spcAft>
              <a:buNone/>
              <a:defRPr sz="1440" b="0">
                <a:solidFill>
                  <a:schemeClr val="bg1"/>
                </a:solidFill>
              </a:defRPr>
            </a:lvl1pPr>
          </a:lstStyle>
          <a:p>
            <a:pPr lvl="0"/>
            <a:r>
              <a:rPr lang="es-ES" dirty="0"/>
              <a:t>Te </a:t>
            </a:r>
            <a:r>
              <a:rPr lang="es-ES" dirty="0" err="1"/>
              <a:t>cusdaep</a:t>
            </a:r>
            <a:r>
              <a:rPr lang="es-ES" dirty="0"/>
              <a:t> </a:t>
            </a:r>
            <a:r>
              <a:rPr lang="es-ES" dirty="0" err="1"/>
              <a:t>taquuam</a:t>
            </a:r>
            <a:r>
              <a:rPr lang="es-ES" dirty="0"/>
              <a:t>, </a:t>
            </a:r>
            <a:r>
              <a:rPr lang="es-ES" dirty="0" err="1"/>
              <a:t>taquam</a:t>
            </a:r>
            <a:r>
              <a:rPr lang="es-ES" dirty="0"/>
              <a:t>, </a:t>
            </a:r>
            <a:r>
              <a:rPr lang="es-ES" dirty="0" err="1"/>
              <a:t>ea</a:t>
            </a:r>
            <a:r>
              <a:rPr lang="es-ES" dirty="0"/>
              <a:t> </a:t>
            </a:r>
            <a:r>
              <a:rPr lang="es-ES" dirty="0" err="1"/>
              <a:t>dolorisPoribus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idundam</a:t>
            </a:r>
            <a:r>
              <a:rPr lang="es-ES" dirty="0"/>
              <a:t> qui </a:t>
            </a:r>
            <a:r>
              <a:rPr lang="es-ES" dirty="0" err="1"/>
              <a:t>alitiis</a:t>
            </a:r>
            <a:r>
              <a:rPr lang="es-ES" dirty="0"/>
              <a:t> sitia quo </a:t>
            </a:r>
            <a:r>
              <a:rPr lang="es-ES" dirty="0" err="1"/>
              <a:t>totationsedi</a:t>
            </a:r>
            <a:r>
              <a:rPr lang="es-ES" dirty="0"/>
              <a:t> </a:t>
            </a:r>
            <a:r>
              <a:rPr lang="es-ES" dirty="0" err="1"/>
              <a:t>dolorpor</a:t>
            </a:r>
            <a:r>
              <a:rPr lang="es-ES" dirty="0"/>
              <a:t> </a:t>
            </a:r>
            <a:r>
              <a:rPr lang="es-ES" dirty="0" err="1"/>
              <a:t>samus</a:t>
            </a:r>
            <a:r>
              <a:rPr lang="es-ES" dirty="0"/>
              <a:t> am, </a:t>
            </a:r>
            <a:r>
              <a:rPr lang="es-ES" dirty="0" err="1"/>
              <a:t>ullabore</a:t>
            </a:r>
            <a:r>
              <a:rPr lang="es-ES" dirty="0"/>
              <a:t> </a:t>
            </a:r>
            <a:r>
              <a:rPr lang="es-ES" dirty="0" err="1"/>
              <a:t>nihicipsusa</a:t>
            </a:r>
            <a:r>
              <a:rPr lang="es-ES" dirty="0"/>
              <a:t> </a:t>
            </a:r>
            <a:r>
              <a:rPr lang="es-ES" dirty="0" err="1"/>
              <a:t>conse</a:t>
            </a:r>
            <a:r>
              <a:rPr lang="es-ES" dirty="0"/>
              <a:t> </a:t>
            </a:r>
            <a:r>
              <a:rPr lang="es-ES" dirty="0" err="1"/>
              <a:t>conet</a:t>
            </a:r>
            <a:r>
              <a:rPr lang="es-ES" dirty="0"/>
              <a:t> </a:t>
            </a:r>
            <a:r>
              <a:rPr lang="es-ES" dirty="0" err="1"/>
              <a:t>quuntin</a:t>
            </a:r>
            <a:r>
              <a:rPr lang="es-ES" dirty="0"/>
              <a:t> </a:t>
            </a:r>
            <a:r>
              <a:rPr lang="es-ES" dirty="0" err="1"/>
              <a:t>ullabor</a:t>
            </a:r>
            <a:r>
              <a:rPr lang="es-ES" dirty="0"/>
              <a:t> </a:t>
            </a:r>
            <a:r>
              <a:rPr lang="es-ES" dirty="0" err="1"/>
              <a:t>ionsequos</a:t>
            </a:r>
            <a:r>
              <a:rPr lang="es-ES" dirty="0"/>
              <a:t> es </a:t>
            </a:r>
            <a:r>
              <a:rPr lang="es-ES" dirty="0" err="1"/>
              <a:t>aut</a:t>
            </a:r>
            <a:r>
              <a:rPr lang="es-ES" dirty="0"/>
              <a:t> </a:t>
            </a:r>
            <a:r>
              <a:rPr lang="es-ES" dirty="0" err="1"/>
              <a:t>moloreptur</a:t>
            </a:r>
            <a:r>
              <a:rPr lang="es-ES" dirty="0"/>
              <a:t> </a:t>
            </a:r>
            <a:r>
              <a:rPr lang="es-ES" dirty="0" err="1"/>
              <a:t>molorep</a:t>
            </a:r>
            <a:r>
              <a:rPr lang="es-ES" dirty="0"/>
              <a:t> </a:t>
            </a:r>
            <a:r>
              <a:rPr lang="es-ES" dirty="0" err="1"/>
              <a:t>erspica</a:t>
            </a:r>
            <a:r>
              <a:rPr lang="es-ES" dirty="0"/>
              <a:t> </a:t>
            </a:r>
            <a:r>
              <a:rPr lang="es-ES" dirty="0" err="1"/>
              <a:t>tiossin</a:t>
            </a:r>
            <a:r>
              <a:rPr lang="es-ES" dirty="0"/>
              <a:t> </a:t>
            </a:r>
            <a:r>
              <a:rPr lang="es-ES" dirty="0" err="1"/>
              <a:t>vendae</a:t>
            </a:r>
            <a:r>
              <a:rPr lang="es-ES" dirty="0"/>
              <a:t> dolor as dolo </a:t>
            </a:r>
            <a:r>
              <a:rPr lang="es-ES" dirty="0" err="1"/>
              <a:t>consendit</a:t>
            </a:r>
            <a:r>
              <a:rPr lang="es-ES" dirty="0"/>
              <a:t>.		</a:t>
            </a:r>
          </a:p>
        </p:txBody>
      </p:sp>
      <p:sp>
        <p:nvSpPr>
          <p:cNvPr id="25" name="Marcador de texto 8">
            <a:extLst>
              <a:ext uri="{FF2B5EF4-FFF2-40B4-BE49-F238E27FC236}">
                <a16:creationId xmlns:a16="http://schemas.microsoft.com/office/drawing/2014/main" id="{3D775503-C7C8-4604-9DD9-74B7D04AFCCC}"/>
              </a:ext>
            </a:extLst>
          </p:cNvPr>
          <p:cNvSpPr>
            <a:spLocks noGrp="1"/>
          </p:cNvSpPr>
          <p:nvPr>
            <p:ph type="body" sz="quarter" idx="19" hasCustomPrompt="1"/>
          </p:nvPr>
        </p:nvSpPr>
        <p:spPr>
          <a:xfrm>
            <a:off x="3714751"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26" name="Marcador de texto 8">
            <a:extLst>
              <a:ext uri="{FF2B5EF4-FFF2-40B4-BE49-F238E27FC236}">
                <a16:creationId xmlns:a16="http://schemas.microsoft.com/office/drawing/2014/main" id="{FEF82472-BA77-4424-9633-6F836819F35A}"/>
              </a:ext>
            </a:extLst>
          </p:cNvPr>
          <p:cNvSpPr>
            <a:spLocks noGrp="1"/>
          </p:cNvSpPr>
          <p:nvPr>
            <p:ph type="body" sz="quarter" idx="24" hasCustomPrompt="1"/>
          </p:nvPr>
        </p:nvSpPr>
        <p:spPr>
          <a:xfrm>
            <a:off x="5922753"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1" name="Marcador de texto 8">
            <a:extLst>
              <a:ext uri="{FF2B5EF4-FFF2-40B4-BE49-F238E27FC236}">
                <a16:creationId xmlns:a16="http://schemas.microsoft.com/office/drawing/2014/main" id="{2C25FDCB-8A18-4353-AD68-DE9C42E85306}"/>
              </a:ext>
            </a:extLst>
          </p:cNvPr>
          <p:cNvSpPr>
            <a:spLocks noGrp="1"/>
          </p:cNvSpPr>
          <p:nvPr>
            <p:ph type="body" sz="quarter" idx="25" hasCustomPrompt="1"/>
          </p:nvPr>
        </p:nvSpPr>
        <p:spPr>
          <a:xfrm>
            <a:off x="8130755" y="6199674"/>
            <a:ext cx="2155472" cy="776860"/>
          </a:xfrm>
        </p:spPr>
        <p:txBody>
          <a:bodyPr lIns="0">
            <a:normAutofit/>
          </a:bodyPr>
          <a:lstStyle>
            <a:lvl1pPr marL="273050" indent="-187325">
              <a:lnSpc>
                <a:spcPts val="1700"/>
              </a:lnSpc>
              <a:spcBef>
                <a:spcPts val="0"/>
              </a:spcBef>
              <a:buClr>
                <a:schemeClr val="bg1"/>
              </a:buClr>
              <a:buSzPct val="120000"/>
              <a:defRPr sz="1440">
                <a:solidFill>
                  <a:schemeClr val="bg1"/>
                </a:solidFill>
              </a:defRPr>
            </a:lvl1pPr>
          </a:lstStyle>
          <a:p>
            <a:pPr lvl="0"/>
            <a:r>
              <a:rPr lang="es-ES" dirty="0" err="1"/>
              <a:t>Lorem</a:t>
            </a:r>
            <a:r>
              <a:rPr lang="es-ES" dirty="0"/>
              <a:t> </a:t>
            </a:r>
            <a:r>
              <a:rPr lang="es-ES" dirty="0" err="1"/>
              <a:t>Ipsum</a:t>
            </a:r>
            <a:r>
              <a:rPr lang="es-ES" dirty="0"/>
              <a:t> dolor</a:t>
            </a:r>
          </a:p>
          <a:p>
            <a:pPr lvl="0"/>
            <a:r>
              <a:rPr lang="es-ES" dirty="0" err="1"/>
              <a:t>Lorem</a:t>
            </a:r>
            <a:r>
              <a:rPr lang="es-ES" dirty="0"/>
              <a:t> </a:t>
            </a:r>
            <a:r>
              <a:rPr lang="es-ES" dirty="0" err="1"/>
              <a:t>Ipsum</a:t>
            </a:r>
            <a:r>
              <a:rPr lang="es-ES" dirty="0"/>
              <a:t> dolor</a:t>
            </a:r>
          </a:p>
          <a:p>
            <a:pPr lvl="0"/>
            <a:endParaRPr lang="es-ES" dirty="0"/>
          </a:p>
        </p:txBody>
      </p:sp>
      <p:sp>
        <p:nvSpPr>
          <p:cNvPr id="32" name="CuadroTexto 31">
            <a:extLst>
              <a:ext uri="{FF2B5EF4-FFF2-40B4-BE49-F238E27FC236}">
                <a16:creationId xmlns:a16="http://schemas.microsoft.com/office/drawing/2014/main" id="{9F4B4B96-4DE9-41D6-8451-E609EA42CEB1}"/>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4" name="Rectángulo 33">
            <a:extLst>
              <a:ext uri="{FF2B5EF4-FFF2-40B4-BE49-F238E27FC236}">
                <a16:creationId xmlns:a16="http://schemas.microsoft.com/office/drawing/2014/main" id="{477BE39B-2C02-47CD-9D3F-4E61D751F409}"/>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Marcador de posición de imagen 7">
            <a:extLst>
              <a:ext uri="{FF2B5EF4-FFF2-40B4-BE49-F238E27FC236}">
                <a16:creationId xmlns:a16="http://schemas.microsoft.com/office/drawing/2014/main" id="{8AC1F603-16D4-4B7E-9BC4-BCCDDDAB5BC9}"/>
              </a:ext>
            </a:extLst>
          </p:cNvPr>
          <p:cNvSpPr>
            <a:spLocks noGrp="1"/>
          </p:cNvSpPr>
          <p:nvPr>
            <p:ph type="pic" sz="quarter" idx="26"/>
          </p:nvPr>
        </p:nvSpPr>
        <p:spPr>
          <a:xfrm>
            <a:off x="11320462" y="1714500"/>
            <a:ext cx="2400300" cy="2400300"/>
          </a:xfrm>
          <a:solidFill>
            <a:schemeClr val="bg1">
              <a:lumMod val="95000"/>
            </a:schemeClr>
          </a:solidFill>
          <a:ln w="12700">
            <a:solidFill>
              <a:srgbClr val="FF3228"/>
            </a:solidFill>
          </a:ln>
        </p:spPr>
        <p:txBody>
          <a:bodyPr/>
          <a:lstStyle/>
          <a:p>
            <a:endParaRPr lang="es-ES" dirty="0"/>
          </a:p>
        </p:txBody>
      </p:sp>
      <p:sp>
        <p:nvSpPr>
          <p:cNvPr id="20" name="Marcador de posición de imagen 7">
            <a:extLst>
              <a:ext uri="{FF2B5EF4-FFF2-40B4-BE49-F238E27FC236}">
                <a16:creationId xmlns:a16="http://schemas.microsoft.com/office/drawing/2014/main" id="{67D034BC-BB8D-49E7-947F-922C5A5DACEE}"/>
              </a:ext>
            </a:extLst>
          </p:cNvPr>
          <p:cNvSpPr>
            <a:spLocks noGrp="1"/>
          </p:cNvSpPr>
          <p:nvPr>
            <p:ph type="pic" sz="quarter" idx="27"/>
          </p:nvPr>
        </p:nvSpPr>
        <p:spPr>
          <a:xfrm>
            <a:off x="906463" y="4114800"/>
            <a:ext cx="2400300" cy="2400300"/>
          </a:xfrm>
          <a:solidFill>
            <a:schemeClr val="bg1">
              <a:lumMod val="95000"/>
            </a:schemeClr>
          </a:solidFill>
          <a:ln w="12700">
            <a:solidFill>
              <a:srgbClr val="FF3228"/>
            </a:solidFill>
          </a:ln>
        </p:spPr>
        <p:txBody>
          <a:bodyPr/>
          <a:lstStyle/>
          <a:p>
            <a:endParaRPr lang="es-ES" dirty="0"/>
          </a:p>
        </p:txBody>
      </p:sp>
      <p:sp>
        <p:nvSpPr>
          <p:cNvPr id="21" name="Marcador de posición de imagen 7">
            <a:extLst>
              <a:ext uri="{FF2B5EF4-FFF2-40B4-BE49-F238E27FC236}">
                <a16:creationId xmlns:a16="http://schemas.microsoft.com/office/drawing/2014/main" id="{7FAEAF19-22D9-44E7-96B5-170204E4B50A}"/>
              </a:ext>
            </a:extLst>
          </p:cNvPr>
          <p:cNvSpPr>
            <a:spLocks noGrp="1"/>
          </p:cNvSpPr>
          <p:nvPr>
            <p:ph type="pic" sz="quarter" idx="28"/>
          </p:nvPr>
        </p:nvSpPr>
        <p:spPr>
          <a:xfrm>
            <a:off x="11320462" y="4114800"/>
            <a:ext cx="2400300" cy="2400300"/>
          </a:xfrm>
          <a:solidFill>
            <a:schemeClr val="bg1">
              <a:lumMod val="95000"/>
            </a:schemeClr>
          </a:solidFill>
          <a:ln w="12700">
            <a:solidFill>
              <a:srgbClr val="FF3228"/>
            </a:solidFill>
          </a:ln>
        </p:spPr>
        <p:txBody>
          <a:bodyPr/>
          <a:lstStyle/>
          <a:p>
            <a:endParaRPr lang="es-ES" dirty="0"/>
          </a:p>
        </p:txBody>
      </p:sp>
      <p:pic>
        <p:nvPicPr>
          <p:cNvPr id="27" name="Gráfico 26">
            <a:extLst>
              <a:ext uri="{FF2B5EF4-FFF2-40B4-BE49-F238E27FC236}">
                <a16:creationId xmlns:a16="http://schemas.microsoft.com/office/drawing/2014/main" id="{CCDE9E1A-3233-4FBC-8D0F-9343CD5143F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4442" y="332974"/>
            <a:ext cx="1400054" cy="385200"/>
          </a:xfrm>
          <a:prstGeom prst="rect">
            <a:avLst/>
          </a:prstGeom>
        </p:spPr>
      </p:pic>
    </p:spTree>
    <p:extLst>
      <p:ext uri="{BB962C8B-B14F-4D97-AF65-F5344CB8AC3E}">
        <p14:creationId xmlns:p14="http://schemas.microsoft.com/office/powerpoint/2010/main" val="2477214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o + Imagen 08">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25D4089-B258-44FC-955E-40718A0F125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8" name="CuadroTexto 7">
            <a:extLst>
              <a:ext uri="{FF2B5EF4-FFF2-40B4-BE49-F238E27FC236}">
                <a16:creationId xmlns:a16="http://schemas.microsoft.com/office/drawing/2014/main" id="{B404AC2F-F741-474A-AAAD-A7DB5C81ABB1}"/>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2" name="Marcador de texto 17">
            <a:extLst>
              <a:ext uri="{FF2B5EF4-FFF2-40B4-BE49-F238E27FC236}">
                <a16:creationId xmlns:a16="http://schemas.microsoft.com/office/drawing/2014/main" id="{34A037BA-7E00-432A-9890-BBCE257D6ACC}"/>
              </a:ext>
            </a:extLst>
          </p:cNvPr>
          <p:cNvSpPr>
            <a:spLocks noGrp="1"/>
          </p:cNvSpPr>
          <p:nvPr>
            <p:ph type="body" sz="quarter" idx="14" hasCustomPrompt="1"/>
          </p:nvPr>
        </p:nvSpPr>
        <p:spPr>
          <a:xfrm>
            <a:off x="1121265" y="1923482"/>
            <a:ext cx="4194175" cy="1973263"/>
          </a:xfrm>
        </p:spPr>
        <p:txBody>
          <a:bodyPr>
            <a:normAutofit/>
          </a:bodyPr>
          <a:lstStyle>
            <a:lvl1pPr marL="0" indent="0">
              <a:lnSpc>
                <a:spcPct val="90000"/>
              </a:lnSpc>
              <a:buNone/>
              <a:defRPr lang="es-ES" sz="4300" b="1" kern="1200" dirty="0">
                <a:solidFill>
                  <a:schemeClr val="bg1"/>
                </a:solidFill>
                <a:latin typeface="Century Gothic" panose="020B0502020202020204" pitchFamily="34" charset="0"/>
                <a:ea typeface="+mj-ea"/>
                <a:cs typeface="+mj-cs"/>
              </a:defRPr>
            </a:lvl1pPr>
          </a:lstStyle>
          <a:p>
            <a:r>
              <a:rPr lang="es-ES" dirty="0" err="1">
                <a:solidFill>
                  <a:schemeClr val="bg1"/>
                </a:solidFill>
              </a:rPr>
              <a:t>Lorem</a:t>
            </a:r>
            <a:r>
              <a:rPr lang="es-ES" dirty="0">
                <a:solidFill>
                  <a:schemeClr val="bg1"/>
                </a:solidFill>
              </a:rPr>
              <a:t> </a:t>
            </a:r>
            <a:r>
              <a:rPr lang="es-ES" dirty="0" err="1">
                <a:solidFill>
                  <a:schemeClr val="bg1"/>
                </a:solidFill>
              </a:rPr>
              <a:t>ipsum</a:t>
            </a:r>
            <a:r>
              <a:rPr lang="es-ES" dirty="0">
                <a:solidFill>
                  <a:schemeClr val="bg1"/>
                </a:solidFill>
              </a:rPr>
              <a:t> dolor </a:t>
            </a:r>
            <a:r>
              <a:rPr lang="es-ES" dirty="0" err="1">
                <a:solidFill>
                  <a:schemeClr val="bg1"/>
                </a:solidFill>
              </a:rPr>
              <a:t>sit</a:t>
            </a:r>
            <a:endParaRPr lang="es-ES" dirty="0">
              <a:solidFill>
                <a:schemeClr val="bg1"/>
              </a:solidFill>
            </a:endParaRPr>
          </a:p>
        </p:txBody>
      </p:sp>
      <p:sp>
        <p:nvSpPr>
          <p:cNvPr id="13" name="Marcador de texto 17">
            <a:extLst>
              <a:ext uri="{FF2B5EF4-FFF2-40B4-BE49-F238E27FC236}">
                <a16:creationId xmlns:a16="http://schemas.microsoft.com/office/drawing/2014/main" id="{D5939F23-68EC-42A7-A3F4-31F0B1356364}"/>
              </a:ext>
            </a:extLst>
          </p:cNvPr>
          <p:cNvSpPr>
            <a:spLocks noGrp="1"/>
          </p:cNvSpPr>
          <p:nvPr>
            <p:ph type="body" sz="quarter" idx="15" hasCustomPrompt="1"/>
          </p:nvPr>
        </p:nvSpPr>
        <p:spPr>
          <a:xfrm>
            <a:off x="7315199" y="2174406"/>
            <a:ext cx="5681609" cy="494221"/>
          </a:xfrm>
        </p:spPr>
        <p:txBody>
          <a:bodyPr lIns="0">
            <a:normAutofit/>
          </a:bodyPr>
          <a:lstStyle>
            <a:lvl1pPr marL="0" indent="0">
              <a:lnSpc>
                <a:spcPts val="2800"/>
              </a:lnSpc>
              <a:buNone/>
              <a:defRPr sz="2400" b="1"/>
            </a:lvl1pPr>
          </a:lstStyle>
          <a:p>
            <a:pPr lvl="0"/>
            <a:r>
              <a:rPr lang="es-ES" dirty="0" err="1"/>
              <a:t>Aximinct</a:t>
            </a:r>
            <a:r>
              <a:rPr lang="es-ES" dirty="0"/>
              <a:t> </a:t>
            </a:r>
            <a:r>
              <a:rPr lang="es-ES" dirty="0" err="1"/>
              <a:t>emquibus</a:t>
            </a:r>
            <a:r>
              <a:rPr lang="es-ES" dirty="0"/>
              <a:t> et </a:t>
            </a:r>
            <a:r>
              <a:rPr lang="es-ES" dirty="0" err="1"/>
              <a:t>facium</a:t>
            </a:r>
            <a:r>
              <a:rPr lang="es-ES" dirty="0"/>
              <a:t> </a:t>
            </a:r>
            <a:r>
              <a:rPr lang="es-ES" dirty="0" err="1"/>
              <a:t>natur</a:t>
            </a:r>
            <a:endParaRPr lang="es-ES" dirty="0"/>
          </a:p>
        </p:txBody>
      </p:sp>
      <p:sp>
        <p:nvSpPr>
          <p:cNvPr id="14" name="Marcador de texto 17">
            <a:extLst>
              <a:ext uri="{FF2B5EF4-FFF2-40B4-BE49-F238E27FC236}">
                <a16:creationId xmlns:a16="http://schemas.microsoft.com/office/drawing/2014/main" id="{C4B278FF-4E7D-4239-B497-A558A37A4467}"/>
              </a:ext>
            </a:extLst>
          </p:cNvPr>
          <p:cNvSpPr>
            <a:spLocks noGrp="1"/>
          </p:cNvSpPr>
          <p:nvPr>
            <p:ph type="body" sz="quarter" idx="16" hasCustomPrompt="1"/>
          </p:nvPr>
        </p:nvSpPr>
        <p:spPr>
          <a:xfrm>
            <a:off x="7315200" y="2746447"/>
            <a:ext cx="6408738" cy="1833173"/>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a:t>
            </a:r>
            <a:endParaRPr lang="es-ES" dirty="0"/>
          </a:p>
        </p:txBody>
      </p:sp>
      <p:sp>
        <p:nvSpPr>
          <p:cNvPr id="16" name="Marcador de texto 17">
            <a:extLst>
              <a:ext uri="{FF2B5EF4-FFF2-40B4-BE49-F238E27FC236}">
                <a16:creationId xmlns:a16="http://schemas.microsoft.com/office/drawing/2014/main" id="{E00736CE-E999-4D2B-BC2F-789DF823B178}"/>
              </a:ext>
            </a:extLst>
          </p:cNvPr>
          <p:cNvSpPr>
            <a:spLocks noGrp="1"/>
          </p:cNvSpPr>
          <p:nvPr>
            <p:ph type="body" sz="quarter" idx="17" hasCustomPrompt="1"/>
          </p:nvPr>
        </p:nvSpPr>
        <p:spPr>
          <a:xfrm>
            <a:off x="7315200" y="4758127"/>
            <a:ext cx="6408738" cy="1833173"/>
          </a:xfrm>
        </p:spPr>
        <p:txBody>
          <a:bodyPr lIns="0">
            <a:noAutofit/>
          </a:bodyPr>
          <a:lstStyle>
            <a:lvl1pPr marL="358775" indent="-176213">
              <a:lnSpc>
                <a:spcPts val="1700"/>
              </a:lnSpc>
              <a:spcBef>
                <a:spcPts val="800"/>
              </a:spcBef>
              <a:buSzPct val="120000"/>
              <a:buFont typeface="Wingdings" panose="05000000000000000000" pitchFamily="2" charset="2"/>
              <a:buChar char="§"/>
              <a:defRPr sz="1440" b="0">
                <a:solidFill>
                  <a:srgbClr val="1E1E1E"/>
                </a:solidFill>
              </a:defRPr>
            </a:lvl1pPr>
          </a:lstStyle>
          <a:p>
            <a:pPr lvl="0"/>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p>
          <a:p>
            <a:pPr lvl="0"/>
            <a:r>
              <a:rPr lang="es-ES" dirty="0" err="1"/>
              <a:t>Ehenima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a:t>
            </a:r>
          </a:p>
          <a:p>
            <a:pPr lvl="0"/>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p>
        </p:txBody>
      </p:sp>
      <p:sp>
        <p:nvSpPr>
          <p:cNvPr id="17" name="Marcador de posición de imagen 7">
            <a:extLst>
              <a:ext uri="{FF2B5EF4-FFF2-40B4-BE49-F238E27FC236}">
                <a16:creationId xmlns:a16="http://schemas.microsoft.com/office/drawing/2014/main" id="{6AB76B8A-2AD0-4548-9313-5716AE13D993}"/>
              </a:ext>
            </a:extLst>
          </p:cNvPr>
          <p:cNvSpPr>
            <a:spLocks noGrp="1"/>
          </p:cNvSpPr>
          <p:nvPr>
            <p:ph type="pic" sz="quarter" idx="13"/>
          </p:nvPr>
        </p:nvSpPr>
        <p:spPr>
          <a:xfrm>
            <a:off x="1712118" y="4108450"/>
            <a:ext cx="4798220" cy="2402682"/>
          </a:xfrm>
          <a:solidFill>
            <a:schemeClr val="bg1">
              <a:lumMod val="95000"/>
            </a:schemeClr>
          </a:solidFill>
          <a:ln w="12700">
            <a:solidFill>
              <a:srgbClr val="FF3228"/>
            </a:solidFill>
          </a:ln>
        </p:spPr>
        <p:txBody>
          <a:bodyPr/>
          <a:lstStyle/>
          <a:p>
            <a:endParaRPr lang="es-ES" dirty="0"/>
          </a:p>
        </p:txBody>
      </p:sp>
      <p:sp>
        <p:nvSpPr>
          <p:cNvPr id="7" name="Marcador de número de diapositiva 6">
            <a:extLst>
              <a:ext uri="{FF2B5EF4-FFF2-40B4-BE49-F238E27FC236}">
                <a16:creationId xmlns:a16="http://schemas.microsoft.com/office/drawing/2014/main" id="{B132D693-3033-44F9-A52D-F0B5E1F45DE5}"/>
              </a:ext>
            </a:extLst>
          </p:cNvPr>
          <p:cNvSpPr>
            <a:spLocks noGrp="1"/>
          </p:cNvSpPr>
          <p:nvPr>
            <p:ph type="sldNum" sz="quarter" idx="18"/>
          </p:nvPr>
        </p:nvSpPr>
        <p:spPr/>
        <p:txBody>
          <a:bodyPr/>
          <a:lstStyle/>
          <a:p>
            <a:fld id="{B005B2D1-880E-4846-A216-7D6770BA1332}" type="slidenum">
              <a:rPr lang="es-ES" smtClean="0"/>
              <a:pPr/>
              <a:t>‹Nº›</a:t>
            </a:fld>
            <a:endParaRPr lang="es-ES" dirty="0"/>
          </a:p>
        </p:txBody>
      </p:sp>
      <p:pic>
        <p:nvPicPr>
          <p:cNvPr id="19" name="Gráfico 18">
            <a:extLst>
              <a:ext uri="{FF2B5EF4-FFF2-40B4-BE49-F238E27FC236}">
                <a16:creationId xmlns:a16="http://schemas.microsoft.com/office/drawing/2014/main" id="{07CC5585-C3DF-4916-9254-C8E54F13CFA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
        <p:nvSpPr>
          <p:cNvPr id="20" name="Rectángulo 19">
            <a:extLst>
              <a:ext uri="{FF2B5EF4-FFF2-40B4-BE49-F238E27FC236}">
                <a16:creationId xmlns:a16="http://schemas.microsoft.com/office/drawing/2014/main" id="{B22C28A2-32AB-417C-B087-61042DD0D4F6}"/>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40862406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o + Imagen 09">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469007C6-D80E-40B1-B81B-15B51FA6D666}"/>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pic>
        <p:nvPicPr>
          <p:cNvPr id="4" name="Imagen 3">
            <a:extLst>
              <a:ext uri="{FF2B5EF4-FFF2-40B4-BE49-F238E27FC236}">
                <a16:creationId xmlns:a16="http://schemas.microsoft.com/office/drawing/2014/main" id="{C05C30AF-CB23-4780-A834-EF92E7E4CAE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5" name="Marcador de posición de imagen 7">
            <a:extLst>
              <a:ext uri="{FF2B5EF4-FFF2-40B4-BE49-F238E27FC236}">
                <a16:creationId xmlns:a16="http://schemas.microsoft.com/office/drawing/2014/main" id="{7093E43B-1BD7-4551-817A-FDBD3494BF4F}"/>
              </a:ext>
            </a:extLst>
          </p:cNvPr>
          <p:cNvSpPr>
            <a:spLocks noGrp="1"/>
          </p:cNvSpPr>
          <p:nvPr>
            <p:ph type="pic" sz="quarter" idx="13"/>
          </p:nvPr>
        </p:nvSpPr>
        <p:spPr>
          <a:xfrm>
            <a:off x="8115617" y="1717675"/>
            <a:ext cx="5600700" cy="5600700"/>
          </a:xfrm>
          <a:solidFill>
            <a:schemeClr val="bg1">
              <a:lumMod val="95000"/>
            </a:schemeClr>
          </a:solidFill>
          <a:ln w="6350">
            <a:solidFill>
              <a:srgbClr val="FF3228"/>
            </a:solidFill>
          </a:ln>
        </p:spPr>
        <p:txBody>
          <a:bodyPr/>
          <a:lstStyle/>
          <a:p>
            <a:endParaRPr lang="es-ES" dirty="0"/>
          </a:p>
        </p:txBody>
      </p:sp>
      <p:sp>
        <p:nvSpPr>
          <p:cNvPr id="6" name="Marcador de posición de imagen 7">
            <a:extLst>
              <a:ext uri="{FF2B5EF4-FFF2-40B4-BE49-F238E27FC236}">
                <a16:creationId xmlns:a16="http://schemas.microsoft.com/office/drawing/2014/main" id="{9032E74F-8093-4998-9665-CE7635E8D4BB}"/>
              </a:ext>
            </a:extLst>
          </p:cNvPr>
          <p:cNvSpPr>
            <a:spLocks noGrp="1"/>
          </p:cNvSpPr>
          <p:nvPr>
            <p:ph type="pic" sz="quarter" idx="17"/>
          </p:nvPr>
        </p:nvSpPr>
        <p:spPr>
          <a:xfrm>
            <a:off x="5707379" y="2514600"/>
            <a:ext cx="2400300" cy="3200400"/>
          </a:xfrm>
          <a:solidFill>
            <a:schemeClr val="bg1">
              <a:lumMod val="95000"/>
            </a:schemeClr>
          </a:solidFill>
          <a:ln w="6350">
            <a:solidFill>
              <a:srgbClr val="FF3228"/>
            </a:solidFill>
          </a:ln>
        </p:spPr>
        <p:txBody>
          <a:bodyPr/>
          <a:lstStyle/>
          <a:p>
            <a:endParaRPr lang="es-ES" dirty="0"/>
          </a:p>
        </p:txBody>
      </p:sp>
      <p:sp>
        <p:nvSpPr>
          <p:cNvPr id="7" name="CuadroTexto 6">
            <a:extLst>
              <a:ext uri="{FF2B5EF4-FFF2-40B4-BE49-F238E27FC236}">
                <a16:creationId xmlns:a16="http://schemas.microsoft.com/office/drawing/2014/main" id="{6C4C39D4-3B2B-4DAB-9583-7FE8D14A6D4C}"/>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9" name="Rectángulo 8">
            <a:extLst>
              <a:ext uri="{FF2B5EF4-FFF2-40B4-BE49-F238E27FC236}">
                <a16:creationId xmlns:a16="http://schemas.microsoft.com/office/drawing/2014/main" id="{9C5C2486-3335-460F-B07F-F035951CCDDD}"/>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Título 11">
            <a:extLst>
              <a:ext uri="{FF2B5EF4-FFF2-40B4-BE49-F238E27FC236}">
                <a16:creationId xmlns:a16="http://schemas.microsoft.com/office/drawing/2014/main" id="{F7984858-BC9D-450C-91C7-2F5EC3169F27}"/>
              </a:ext>
            </a:extLst>
          </p:cNvPr>
          <p:cNvSpPr>
            <a:spLocks noGrp="1"/>
          </p:cNvSpPr>
          <p:nvPr>
            <p:ph type="title" hasCustomPrompt="1"/>
          </p:nvPr>
        </p:nvSpPr>
        <p:spPr>
          <a:xfrm>
            <a:off x="906463" y="1200150"/>
            <a:ext cx="3995737" cy="1187450"/>
          </a:xfrm>
        </p:spPr>
        <p:txBody>
          <a:bodyPr lIns="0" anchor="t">
            <a:noAutofit/>
          </a:bodyPr>
          <a:lstStyle>
            <a:lvl1pPr>
              <a:defRPr sz="4300"/>
            </a:lvl1pPr>
          </a:lstStyle>
          <a:p>
            <a:r>
              <a:rPr lang="es-ES" dirty="0" err="1"/>
              <a:t>Lorem</a:t>
            </a:r>
            <a:r>
              <a:rPr lang="es-ES" dirty="0"/>
              <a:t> </a:t>
            </a:r>
            <a:r>
              <a:rPr lang="es-ES" dirty="0" err="1"/>
              <a:t>Ipsum</a:t>
            </a:r>
            <a:r>
              <a:rPr lang="es-ES" dirty="0"/>
              <a:t> dolor </a:t>
            </a:r>
            <a:r>
              <a:rPr lang="es-ES" dirty="0" err="1"/>
              <a:t>est</a:t>
            </a:r>
            <a:endParaRPr lang="es-ES" dirty="0"/>
          </a:p>
        </p:txBody>
      </p:sp>
      <p:sp>
        <p:nvSpPr>
          <p:cNvPr id="11" name="Marcador de texto 17">
            <a:extLst>
              <a:ext uri="{FF2B5EF4-FFF2-40B4-BE49-F238E27FC236}">
                <a16:creationId xmlns:a16="http://schemas.microsoft.com/office/drawing/2014/main" id="{8A0F77EF-0676-46A4-9337-9F2322D962C3}"/>
              </a:ext>
            </a:extLst>
          </p:cNvPr>
          <p:cNvSpPr>
            <a:spLocks noGrp="1"/>
          </p:cNvSpPr>
          <p:nvPr>
            <p:ph type="body" sz="quarter" idx="15" hasCustomPrompt="1"/>
          </p:nvPr>
        </p:nvSpPr>
        <p:spPr>
          <a:xfrm>
            <a:off x="906463" y="3010284"/>
            <a:ext cx="3995737" cy="494221"/>
          </a:xfrm>
        </p:spPr>
        <p:txBody>
          <a:bodyPr lIns="0">
            <a:normAutofit/>
          </a:bodyPr>
          <a:lstStyle>
            <a:lvl1pPr marL="0" indent="0">
              <a:lnSpc>
                <a:spcPts val="2800"/>
              </a:lnSpc>
              <a:buNone/>
              <a:defRPr sz="2100" b="1"/>
            </a:lvl1pPr>
          </a:lstStyle>
          <a:p>
            <a:pPr lvl="0"/>
            <a:r>
              <a:rPr lang="es-ES" dirty="0"/>
              <a:t>CAFYD</a:t>
            </a:r>
          </a:p>
        </p:txBody>
      </p:sp>
      <p:sp>
        <p:nvSpPr>
          <p:cNvPr id="12" name="Marcador de texto 17">
            <a:extLst>
              <a:ext uri="{FF2B5EF4-FFF2-40B4-BE49-F238E27FC236}">
                <a16:creationId xmlns:a16="http://schemas.microsoft.com/office/drawing/2014/main" id="{C2AE6F78-3D6D-4C25-AAF5-145B5A257873}"/>
              </a:ext>
            </a:extLst>
          </p:cNvPr>
          <p:cNvSpPr>
            <a:spLocks noGrp="1"/>
          </p:cNvSpPr>
          <p:nvPr>
            <p:ph type="body" sz="quarter" idx="18" hasCustomPrompt="1"/>
          </p:nvPr>
        </p:nvSpPr>
        <p:spPr>
          <a:xfrm>
            <a:off x="777833" y="3462657"/>
            <a:ext cx="4091756" cy="1833173"/>
          </a:xfrm>
        </p:spPr>
        <p:txBody>
          <a:bodyPr lIns="0">
            <a:noAutofit/>
          </a:bodyPr>
          <a:lstStyle>
            <a:lvl1pPr marL="358775" indent="-176213">
              <a:lnSpc>
                <a:spcPts val="1600"/>
              </a:lnSpc>
              <a:spcBef>
                <a:spcPts val="600"/>
              </a:spcBef>
              <a:buSzPct val="120000"/>
              <a:buFont typeface="Wingdings" panose="05000000000000000000" pitchFamily="2" charset="2"/>
              <a:buChar char="§"/>
              <a:defRPr sz="1800" b="0">
                <a:solidFill>
                  <a:srgbClr val="1E1E1E"/>
                </a:solidFill>
              </a:defRPr>
            </a:lvl1pPr>
          </a:lstStyle>
          <a:p>
            <a:pPr lvl="0"/>
            <a:r>
              <a:rPr lang="es-ES" dirty="0"/>
              <a:t>Actividad Física y Deporte</a:t>
            </a:r>
          </a:p>
          <a:p>
            <a:pPr lvl="0"/>
            <a:r>
              <a:rPr lang="es-ES" dirty="0"/>
              <a:t>Fisioterapia</a:t>
            </a:r>
          </a:p>
        </p:txBody>
      </p:sp>
      <p:sp>
        <p:nvSpPr>
          <p:cNvPr id="13" name="Marcador de texto 17">
            <a:extLst>
              <a:ext uri="{FF2B5EF4-FFF2-40B4-BE49-F238E27FC236}">
                <a16:creationId xmlns:a16="http://schemas.microsoft.com/office/drawing/2014/main" id="{DBE18D04-5273-4916-9829-330212273FB5}"/>
              </a:ext>
            </a:extLst>
          </p:cNvPr>
          <p:cNvSpPr>
            <a:spLocks noGrp="1"/>
          </p:cNvSpPr>
          <p:nvPr>
            <p:ph type="body" sz="quarter" idx="19" hasCustomPrompt="1"/>
          </p:nvPr>
        </p:nvSpPr>
        <p:spPr>
          <a:xfrm>
            <a:off x="777833" y="5031142"/>
            <a:ext cx="4091756" cy="1833173"/>
          </a:xfrm>
        </p:spPr>
        <p:txBody>
          <a:bodyPr lIns="0">
            <a:noAutofit/>
          </a:bodyPr>
          <a:lstStyle>
            <a:lvl1pPr marL="358775" indent="-176213">
              <a:lnSpc>
                <a:spcPts val="1600"/>
              </a:lnSpc>
              <a:spcBef>
                <a:spcPts val="600"/>
              </a:spcBef>
              <a:buSzPct val="120000"/>
              <a:buFont typeface="Wingdings" panose="05000000000000000000" pitchFamily="2" charset="2"/>
              <a:buChar char="§"/>
              <a:defRPr sz="1800" b="0">
                <a:solidFill>
                  <a:srgbClr val="1E1E1E"/>
                </a:solidFill>
              </a:defRPr>
            </a:lvl1pPr>
          </a:lstStyle>
          <a:p>
            <a:pPr lvl="0"/>
            <a:r>
              <a:rPr lang="es-ES" dirty="0"/>
              <a:t>Farmacia y Biotecnología</a:t>
            </a:r>
          </a:p>
          <a:p>
            <a:pPr lvl="0"/>
            <a:r>
              <a:rPr lang="es-ES" dirty="0"/>
              <a:t>Medicina</a:t>
            </a:r>
          </a:p>
          <a:p>
            <a:pPr lvl="0"/>
            <a:r>
              <a:rPr lang="es-ES" dirty="0"/>
              <a:t>Odontología</a:t>
            </a:r>
          </a:p>
          <a:p>
            <a:pPr lvl="0"/>
            <a:r>
              <a:rPr lang="es-ES" dirty="0"/>
              <a:t>Veterinaria</a:t>
            </a:r>
          </a:p>
          <a:p>
            <a:pPr lvl="0"/>
            <a:r>
              <a:rPr lang="es-ES" dirty="0"/>
              <a:t>Enfermería y Nutrición</a:t>
            </a:r>
          </a:p>
          <a:p>
            <a:pPr lvl="0"/>
            <a:r>
              <a:rPr lang="es-ES" dirty="0"/>
              <a:t>Psicología</a:t>
            </a:r>
          </a:p>
          <a:p>
            <a:pPr lvl="0"/>
            <a:r>
              <a:rPr lang="es-ES" dirty="0"/>
              <a:t>Medio Ambiente</a:t>
            </a:r>
          </a:p>
        </p:txBody>
      </p:sp>
      <p:sp>
        <p:nvSpPr>
          <p:cNvPr id="14" name="Marcador de texto 17">
            <a:extLst>
              <a:ext uri="{FF2B5EF4-FFF2-40B4-BE49-F238E27FC236}">
                <a16:creationId xmlns:a16="http://schemas.microsoft.com/office/drawing/2014/main" id="{87B63EE3-DE84-4C9B-B732-C8D4030CD939}"/>
              </a:ext>
            </a:extLst>
          </p:cNvPr>
          <p:cNvSpPr>
            <a:spLocks noGrp="1"/>
          </p:cNvSpPr>
          <p:nvPr>
            <p:ph type="body" sz="quarter" idx="20" hasCustomPrompt="1"/>
          </p:nvPr>
        </p:nvSpPr>
        <p:spPr>
          <a:xfrm>
            <a:off x="906463" y="4600421"/>
            <a:ext cx="3995737" cy="494221"/>
          </a:xfrm>
        </p:spPr>
        <p:txBody>
          <a:bodyPr lIns="0">
            <a:normAutofit/>
          </a:bodyPr>
          <a:lstStyle>
            <a:lvl1pPr marL="0" indent="0">
              <a:lnSpc>
                <a:spcPts val="2800"/>
              </a:lnSpc>
              <a:buNone/>
              <a:defRPr sz="2100" b="1"/>
            </a:lvl1pPr>
          </a:lstStyle>
          <a:p>
            <a:pPr lvl="0"/>
            <a:r>
              <a:rPr lang="es-ES" dirty="0"/>
              <a:t>CAFYD</a:t>
            </a:r>
          </a:p>
        </p:txBody>
      </p:sp>
      <p:pic>
        <p:nvPicPr>
          <p:cNvPr id="15" name="Gráfico 14">
            <a:extLst>
              <a:ext uri="{FF2B5EF4-FFF2-40B4-BE49-F238E27FC236}">
                <a16:creationId xmlns:a16="http://schemas.microsoft.com/office/drawing/2014/main" id="{4E02422F-8146-4B7E-AEC6-CD6782F4E567}"/>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17348713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o + destacado">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AD098634-9C38-4F2F-90BC-838646C474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12" name="Título 11">
            <a:extLst>
              <a:ext uri="{FF2B5EF4-FFF2-40B4-BE49-F238E27FC236}">
                <a16:creationId xmlns:a16="http://schemas.microsoft.com/office/drawing/2014/main" id="{6DF73CA9-D341-47C7-BA29-DE835B1DECAC}"/>
              </a:ext>
            </a:extLst>
          </p:cNvPr>
          <p:cNvSpPr>
            <a:spLocks noGrp="1"/>
          </p:cNvSpPr>
          <p:nvPr>
            <p:ph type="title" hasCustomPrompt="1"/>
          </p:nvPr>
        </p:nvSpPr>
        <p:spPr>
          <a:xfrm>
            <a:off x="906463" y="1200150"/>
            <a:ext cx="3995737" cy="1187450"/>
          </a:xfrm>
        </p:spPr>
        <p:txBody>
          <a:bodyPr lIns="0" anchor="t">
            <a:noAutofit/>
          </a:bodyPr>
          <a:lstStyle>
            <a:lvl1pPr>
              <a:defRPr sz="4300"/>
            </a:lvl1pPr>
          </a:lstStyle>
          <a:p>
            <a:r>
              <a:rPr lang="es-ES" dirty="0" err="1"/>
              <a:t>Lorem</a:t>
            </a:r>
            <a:r>
              <a:rPr lang="es-ES" dirty="0"/>
              <a:t> </a:t>
            </a:r>
            <a:r>
              <a:rPr lang="es-ES" dirty="0" err="1"/>
              <a:t>ipsum</a:t>
            </a:r>
            <a:r>
              <a:rPr lang="es-ES" dirty="0"/>
              <a:t> dolor </a:t>
            </a:r>
            <a:r>
              <a:rPr lang="es-ES" dirty="0" err="1"/>
              <a:t>sit</a:t>
            </a:r>
            <a:endParaRPr lang="es-ES" dirty="0"/>
          </a:p>
        </p:txBody>
      </p:sp>
      <p:sp>
        <p:nvSpPr>
          <p:cNvPr id="13" name="Marcador de texto 17">
            <a:extLst>
              <a:ext uri="{FF2B5EF4-FFF2-40B4-BE49-F238E27FC236}">
                <a16:creationId xmlns:a16="http://schemas.microsoft.com/office/drawing/2014/main" id="{86DD4D6E-018E-4D2C-B73F-7DC527248645}"/>
              </a:ext>
            </a:extLst>
          </p:cNvPr>
          <p:cNvSpPr>
            <a:spLocks noGrp="1"/>
          </p:cNvSpPr>
          <p:nvPr>
            <p:ph type="body" sz="quarter" idx="16" hasCustomPrompt="1"/>
          </p:nvPr>
        </p:nvSpPr>
        <p:spPr>
          <a:xfrm>
            <a:off x="906463" y="2658463"/>
            <a:ext cx="3221039" cy="3793137"/>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a:t>
            </a:r>
            <a:r>
              <a:rPr lang="es-ES" dirty="0" err="1"/>
              <a:t>qstrum</a:t>
            </a:r>
            <a:r>
              <a:rPr lang="es-ES" dirty="0"/>
              <a:t> quia </a:t>
            </a:r>
            <a:r>
              <a:rPr lang="es-ES" dirty="0" err="1"/>
              <a:t>estemq</a:t>
            </a:r>
            <a:r>
              <a:rPr lang="es-ES" dirty="0"/>
              <a:t>.</a:t>
            </a:r>
          </a:p>
          <a:p>
            <a:pPr lvl="0"/>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a:t>
            </a:r>
            <a:endParaRPr lang="es-ES" dirty="0"/>
          </a:p>
        </p:txBody>
      </p:sp>
      <p:sp>
        <p:nvSpPr>
          <p:cNvPr id="16" name="Marcador de texto 17">
            <a:extLst>
              <a:ext uri="{FF2B5EF4-FFF2-40B4-BE49-F238E27FC236}">
                <a16:creationId xmlns:a16="http://schemas.microsoft.com/office/drawing/2014/main" id="{0CC11F15-A51A-4969-A633-5CFBF74B0B08}"/>
              </a:ext>
            </a:extLst>
          </p:cNvPr>
          <p:cNvSpPr>
            <a:spLocks noGrp="1"/>
          </p:cNvSpPr>
          <p:nvPr>
            <p:ph type="body" sz="quarter" idx="19" hasCustomPrompt="1"/>
          </p:nvPr>
        </p:nvSpPr>
        <p:spPr>
          <a:xfrm>
            <a:off x="8112664" y="1773751"/>
            <a:ext cx="2424638" cy="2341049"/>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19" name="Marcador de texto 17">
            <a:extLst>
              <a:ext uri="{FF2B5EF4-FFF2-40B4-BE49-F238E27FC236}">
                <a16:creationId xmlns:a16="http://schemas.microsoft.com/office/drawing/2014/main" id="{3F4FA38A-F665-431F-A109-0B7C9881BCB8}"/>
              </a:ext>
            </a:extLst>
          </p:cNvPr>
          <p:cNvSpPr>
            <a:spLocks noGrp="1"/>
          </p:cNvSpPr>
          <p:nvPr>
            <p:ph type="body" sz="quarter" idx="20" hasCustomPrompt="1"/>
          </p:nvPr>
        </p:nvSpPr>
        <p:spPr>
          <a:xfrm>
            <a:off x="8112664" y="1481015"/>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21" name="Marcador de texto 17">
            <a:extLst>
              <a:ext uri="{FF2B5EF4-FFF2-40B4-BE49-F238E27FC236}">
                <a16:creationId xmlns:a16="http://schemas.microsoft.com/office/drawing/2014/main" id="{AA93BD72-42D1-4CF3-8EA4-00687AC8EA45}"/>
              </a:ext>
            </a:extLst>
          </p:cNvPr>
          <p:cNvSpPr>
            <a:spLocks noGrp="1"/>
          </p:cNvSpPr>
          <p:nvPr>
            <p:ph type="body" sz="quarter" idx="22" hasCustomPrompt="1"/>
          </p:nvPr>
        </p:nvSpPr>
        <p:spPr>
          <a:xfrm>
            <a:off x="7665157" y="5721537"/>
            <a:ext cx="5621865" cy="1180224"/>
          </a:xfrm>
        </p:spPr>
        <p:txBody>
          <a:bodyPr lIns="0">
            <a:noAutofit/>
          </a:bodyPr>
          <a:lstStyle>
            <a:lvl1pPr marL="0" indent="0">
              <a:lnSpc>
                <a:spcPts val="1700"/>
              </a:lnSpc>
              <a:spcBef>
                <a:spcPts val="900"/>
              </a:spcBef>
              <a:buNone/>
              <a:defRPr sz="1440" b="0">
                <a:solidFill>
                  <a:schemeClr val="bg1"/>
                </a:solidFill>
              </a:defRPr>
            </a:lvl1pPr>
          </a:lstStyle>
          <a:p>
            <a:pPr lvl="0"/>
            <a:r>
              <a:rPr lang="es-ES" dirty="0"/>
              <a:t>Ma </a:t>
            </a:r>
            <a:r>
              <a:rPr lang="es-ES" dirty="0" err="1"/>
              <a:t>vendest</a:t>
            </a:r>
            <a:r>
              <a:rPr lang="es-ES" dirty="0"/>
              <a:t> as qui </a:t>
            </a:r>
            <a:r>
              <a:rPr lang="es-ES" dirty="0" err="1"/>
              <a:t>beaPoribus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a:t>
            </a:r>
            <a:r>
              <a:rPr lang="es-ES" dirty="0" err="1"/>
              <a:t>qstrum</a:t>
            </a:r>
            <a:r>
              <a:rPr lang="es-ES" dirty="0"/>
              <a:t> q</a:t>
            </a:r>
          </a:p>
        </p:txBody>
      </p:sp>
      <p:sp>
        <p:nvSpPr>
          <p:cNvPr id="22" name="Marcador de texto 17">
            <a:extLst>
              <a:ext uri="{FF2B5EF4-FFF2-40B4-BE49-F238E27FC236}">
                <a16:creationId xmlns:a16="http://schemas.microsoft.com/office/drawing/2014/main" id="{E9C06FA8-3B73-43E3-9BC5-35A805BD2D9E}"/>
              </a:ext>
            </a:extLst>
          </p:cNvPr>
          <p:cNvSpPr>
            <a:spLocks noGrp="1"/>
          </p:cNvSpPr>
          <p:nvPr>
            <p:ph type="body" sz="quarter" idx="15" hasCustomPrompt="1"/>
          </p:nvPr>
        </p:nvSpPr>
        <p:spPr>
          <a:xfrm>
            <a:off x="7665157" y="5170947"/>
            <a:ext cx="5463821" cy="462209"/>
          </a:xfrm>
        </p:spPr>
        <p:txBody>
          <a:bodyPr lIns="0">
            <a:normAutofit/>
          </a:bodyPr>
          <a:lstStyle>
            <a:lvl1pPr marL="0" indent="0">
              <a:lnSpc>
                <a:spcPts val="2800"/>
              </a:lnSpc>
              <a:buNone/>
              <a:defRPr sz="2750" b="1">
                <a:solidFill>
                  <a:schemeClr val="bg1"/>
                </a:solidFill>
              </a:defRPr>
            </a:lvl1pPr>
          </a:lstStyle>
          <a:p>
            <a:pPr lvl="0"/>
            <a:r>
              <a:rPr lang="es-ES" dirty="0" err="1"/>
              <a:t>Lorem</a:t>
            </a:r>
            <a:r>
              <a:rPr lang="es-ES" dirty="0"/>
              <a:t> </a:t>
            </a:r>
            <a:r>
              <a:rPr lang="es-ES" dirty="0" err="1"/>
              <a:t>ipsum</a:t>
            </a:r>
            <a:r>
              <a:rPr lang="es-ES" dirty="0"/>
              <a:t> </a:t>
            </a:r>
            <a:r>
              <a:rPr lang="es-ES" dirty="0" err="1"/>
              <a:t>Imus</a:t>
            </a:r>
            <a:r>
              <a:rPr lang="es-ES" dirty="0"/>
              <a:t> </a:t>
            </a:r>
            <a:r>
              <a:rPr lang="es-ES" dirty="0" err="1"/>
              <a:t>deru</a:t>
            </a:r>
            <a:r>
              <a:rPr lang="es-ES" dirty="0"/>
              <a:t> </a:t>
            </a:r>
            <a:r>
              <a:rPr lang="es-ES" dirty="0" err="1"/>
              <a:t>llam</a:t>
            </a:r>
            <a:endParaRPr lang="es-ES" dirty="0"/>
          </a:p>
        </p:txBody>
      </p:sp>
      <p:sp>
        <p:nvSpPr>
          <p:cNvPr id="2" name="Marcador de número de diapositiva 1">
            <a:extLst>
              <a:ext uri="{FF2B5EF4-FFF2-40B4-BE49-F238E27FC236}">
                <a16:creationId xmlns:a16="http://schemas.microsoft.com/office/drawing/2014/main" id="{11B956B5-474C-4B72-A097-482CBA58CAFD}"/>
              </a:ext>
            </a:extLst>
          </p:cNvPr>
          <p:cNvSpPr>
            <a:spLocks noGrp="1"/>
          </p:cNvSpPr>
          <p:nvPr>
            <p:ph type="sldNum" sz="quarter" idx="23"/>
          </p:nvPr>
        </p:nvSpPr>
        <p:spPr/>
        <p:txBody>
          <a:bodyPr/>
          <a:lstStyle/>
          <a:p>
            <a:fld id="{B005B2D1-880E-4846-A216-7D6770BA1332}" type="slidenum">
              <a:rPr lang="es-ES" smtClean="0"/>
              <a:pPr/>
              <a:t>‹Nº›</a:t>
            </a:fld>
            <a:endParaRPr lang="es-ES" dirty="0"/>
          </a:p>
        </p:txBody>
      </p:sp>
      <p:sp>
        <p:nvSpPr>
          <p:cNvPr id="23" name="Marcador de texto 17">
            <a:extLst>
              <a:ext uri="{FF2B5EF4-FFF2-40B4-BE49-F238E27FC236}">
                <a16:creationId xmlns:a16="http://schemas.microsoft.com/office/drawing/2014/main" id="{56215996-BE86-478A-BB7D-A5A5B6715F06}"/>
              </a:ext>
            </a:extLst>
          </p:cNvPr>
          <p:cNvSpPr>
            <a:spLocks noGrp="1"/>
          </p:cNvSpPr>
          <p:nvPr>
            <p:ph type="body" sz="quarter" idx="24" hasCustomPrompt="1"/>
          </p:nvPr>
        </p:nvSpPr>
        <p:spPr>
          <a:xfrm>
            <a:off x="4913328" y="1773751"/>
            <a:ext cx="2424638" cy="2341049"/>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26" name="Marcador de texto 17">
            <a:extLst>
              <a:ext uri="{FF2B5EF4-FFF2-40B4-BE49-F238E27FC236}">
                <a16:creationId xmlns:a16="http://schemas.microsoft.com/office/drawing/2014/main" id="{D4355630-7B14-407D-8E28-171203EC858E}"/>
              </a:ext>
            </a:extLst>
          </p:cNvPr>
          <p:cNvSpPr>
            <a:spLocks noGrp="1"/>
          </p:cNvSpPr>
          <p:nvPr>
            <p:ph type="body" sz="quarter" idx="25" hasCustomPrompt="1"/>
          </p:nvPr>
        </p:nvSpPr>
        <p:spPr>
          <a:xfrm>
            <a:off x="4913328" y="1481015"/>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27" name="Marcador de texto 17">
            <a:extLst>
              <a:ext uri="{FF2B5EF4-FFF2-40B4-BE49-F238E27FC236}">
                <a16:creationId xmlns:a16="http://schemas.microsoft.com/office/drawing/2014/main" id="{8CB8B76B-0849-49C7-B74A-F2D429C5C057}"/>
              </a:ext>
            </a:extLst>
          </p:cNvPr>
          <p:cNvSpPr>
            <a:spLocks noGrp="1"/>
          </p:cNvSpPr>
          <p:nvPr>
            <p:ph type="body" sz="quarter" idx="26" hasCustomPrompt="1"/>
          </p:nvPr>
        </p:nvSpPr>
        <p:spPr>
          <a:xfrm>
            <a:off x="11312883" y="1773751"/>
            <a:ext cx="2424638" cy="2341049"/>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28" name="Marcador de texto 17">
            <a:extLst>
              <a:ext uri="{FF2B5EF4-FFF2-40B4-BE49-F238E27FC236}">
                <a16:creationId xmlns:a16="http://schemas.microsoft.com/office/drawing/2014/main" id="{833C39CC-E352-4BB2-BDE7-38665F7B02B3}"/>
              </a:ext>
            </a:extLst>
          </p:cNvPr>
          <p:cNvSpPr>
            <a:spLocks noGrp="1"/>
          </p:cNvSpPr>
          <p:nvPr>
            <p:ph type="body" sz="quarter" idx="27" hasCustomPrompt="1"/>
          </p:nvPr>
        </p:nvSpPr>
        <p:spPr>
          <a:xfrm>
            <a:off x="11312883" y="1481015"/>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29" name="CuadroTexto 28">
            <a:extLst>
              <a:ext uri="{FF2B5EF4-FFF2-40B4-BE49-F238E27FC236}">
                <a16:creationId xmlns:a16="http://schemas.microsoft.com/office/drawing/2014/main" id="{975477D0-A98F-4793-B73D-124C47737C0C}"/>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1" name="Rectángulo 30">
            <a:extLst>
              <a:ext uri="{FF2B5EF4-FFF2-40B4-BE49-F238E27FC236}">
                <a16:creationId xmlns:a16="http://schemas.microsoft.com/office/drawing/2014/main" id="{6F2A21CC-AD0D-45B5-879F-848E1DF89384}"/>
              </a:ext>
            </a:extLst>
          </p:cNvPr>
          <p:cNvSpPr/>
          <p:nvPr userDrawn="1"/>
        </p:nvSpPr>
        <p:spPr>
          <a:xfrm>
            <a:off x="13723938" y="7570604"/>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7" name="Gráfico 16">
            <a:extLst>
              <a:ext uri="{FF2B5EF4-FFF2-40B4-BE49-F238E27FC236}">
                <a16:creationId xmlns:a16="http://schemas.microsoft.com/office/drawing/2014/main" id="{B8F199B5-CC4B-4B07-BC0C-F2F694FE5AB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524442" y="332974"/>
            <a:ext cx="420914" cy="385200"/>
          </a:xfrm>
          <a:prstGeom prst="rect">
            <a:avLst/>
          </a:prstGeom>
        </p:spPr>
      </p:pic>
    </p:spTree>
    <p:extLst>
      <p:ext uri="{BB962C8B-B14F-4D97-AF65-F5344CB8AC3E}">
        <p14:creationId xmlns:p14="http://schemas.microsoft.com/office/powerpoint/2010/main" val="19781422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o + Imagen columnas 01">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FE33CE54-4ADA-4CAE-A118-8414E019D85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1" name="Marcador de texto 17">
            <a:extLst>
              <a:ext uri="{FF2B5EF4-FFF2-40B4-BE49-F238E27FC236}">
                <a16:creationId xmlns:a16="http://schemas.microsoft.com/office/drawing/2014/main" id="{A5BE6BA0-EF8C-4789-822C-BEE963EC7E2D}"/>
              </a:ext>
            </a:extLst>
          </p:cNvPr>
          <p:cNvSpPr>
            <a:spLocks noGrp="1"/>
          </p:cNvSpPr>
          <p:nvPr>
            <p:ph type="body" sz="quarter" idx="19" hasCustomPrompt="1"/>
          </p:nvPr>
        </p:nvSpPr>
        <p:spPr>
          <a:xfrm>
            <a:off x="906463" y="4712160"/>
            <a:ext cx="2424638" cy="2606215"/>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12" name="Marcador de texto 17">
            <a:extLst>
              <a:ext uri="{FF2B5EF4-FFF2-40B4-BE49-F238E27FC236}">
                <a16:creationId xmlns:a16="http://schemas.microsoft.com/office/drawing/2014/main" id="{DA10493C-84F1-4EEE-AC24-47D0D50A0782}"/>
              </a:ext>
            </a:extLst>
          </p:cNvPr>
          <p:cNvSpPr>
            <a:spLocks noGrp="1"/>
          </p:cNvSpPr>
          <p:nvPr>
            <p:ph type="body" sz="quarter" idx="20" hasCustomPrompt="1"/>
          </p:nvPr>
        </p:nvSpPr>
        <p:spPr>
          <a:xfrm>
            <a:off x="906463" y="4419424"/>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13" name="Marcador de texto 17">
            <a:extLst>
              <a:ext uri="{FF2B5EF4-FFF2-40B4-BE49-F238E27FC236}">
                <a16:creationId xmlns:a16="http://schemas.microsoft.com/office/drawing/2014/main" id="{541F3DA4-12C0-417B-8A35-5A21C5692D8E}"/>
              </a:ext>
            </a:extLst>
          </p:cNvPr>
          <p:cNvSpPr>
            <a:spLocks noGrp="1"/>
          </p:cNvSpPr>
          <p:nvPr>
            <p:ph type="body" sz="quarter" idx="21" hasCustomPrompt="1"/>
          </p:nvPr>
        </p:nvSpPr>
        <p:spPr>
          <a:xfrm>
            <a:off x="10512800" y="4712160"/>
            <a:ext cx="2424638" cy="2606215"/>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14" name="Marcador de texto 17">
            <a:extLst>
              <a:ext uri="{FF2B5EF4-FFF2-40B4-BE49-F238E27FC236}">
                <a16:creationId xmlns:a16="http://schemas.microsoft.com/office/drawing/2014/main" id="{549CA5E7-CE4D-4144-A33B-615B80E66B66}"/>
              </a:ext>
            </a:extLst>
          </p:cNvPr>
          <p:cNvSpPr>
            <a:spLocks noGrp="1"/>
          </p:cNvSpPr>
          <p:nvPr>
            <p:ph type="body" sz="quarter" idx="22" hasCustomPrompt="1"/>
          </p:nvPr>
        </p:nvSpPr>
        <p:spPr>
          <a:xfrm>
            <a:off x="10512800" y="4419424"/>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15" name="Marcador de texto 17">
            <a:extLst>
              <a:ext uri="{FF2B5EF4-FFF2-40B4-BE49-F238E27FC236}">
                <a16:creationId xmlns:a16="http://schemas.microsoft.com/office/drawing/2014/main" id="{B26F822F-19DB-485F-918E-9182FAEE9D46}"/>
              </a:ext>
            </a:extLst>
          </p:cNvPr>
          <p:cNvSpPr>
            <a:spLocks noGrp="1"/>
          </p:cNvSpPr>
          <p:nvPr>
            <p:ph type="body" sz="quarter" idx="23" hasCustomPrompt="1"/>
          </p:nvPr>
        </p:nvSpPr>
        <p:spPr>
          <a:xfrm>
            <a:off x="7315200" y="4712160"/>
            <a:ext cx="2424638" cy="2606215"/>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16" name="Marcador de texto 17">
            <a:extLst>
              <a:ext uri="{FF2B5EF4-FFF2-40B4-BE49-F238E27FC236}">
                <a16:creationId xmlns:a16="http://schemas.microsoft.com/office/drawing/2014/main" id="{5A77DDD7-7CA5-4183-81DC-FDEFA856F552}"/>
              </a:ext>
            </a:extLst>
          </p:cNvPr>
          <p:cNvSpPr>
            <a:spLocks noGrp="1"/>
          </p:cNvSpPr>
          <p:nvPr>
            <p:ph type="body" sz="quarter" idx="24" hasCustomPrompt="1"/>
          </p:nvPr>
        </p:nvSpPr>
        <p:spPr>
          <a:xfrm>
            <a:off x="7315200" y="4419424"/>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17" name="Marcador de texto 17">
            <a:extLst>
              <a:ext uri="{FF2B5EF4-FFF2-40B4-BE49-F238E27FC236}">
                <a16:creationId xmlns:a16="http://schemas.microsoft.com/office/drawing/2014/main" id="{BB59BBE8-7ADF-42A8-A88D-DE4785AC20AC}"/>
              </a:ext>
            </a:extLst>
          </p:cNvPr>
          <p:cNvSpPr>
            <a:spLocks noGrp="1"/>
          </p:cNvSpPr>
          <p:nvPr>
            <p:ph type="body" sz="quarter" idx="25" hasCustomPrompt="1"/>
          </p:nvPr>
        </p:nvSpPr>
        <p:spPr>
          <a:xfrm>
            <a:off x="4100557" y="4712160"/>
            <a:ext cx="2424638" cy="2606215"/>
          </a:xfrm>
        </p:spPr>
        <p:txBody>
          <a:bodyPr lIns="0">
            <a:noAutofit/>
          </a:bodyPr>
          <a:lstStyle>
            <a:lvl1pPr marL="0" indent="0">
              <a:lnSpc>
                <a:spcPts val="1700"/>
              </a:lnSpc>
              <a:spcBef>
                <a:spcPts val="900"/>
              </a:spcBef>
              <a:buNone/>
              <a:defRPr sz="1440" b="0">
                <a:solidFill>
                  <a:srgbClr val="1E1E1E"/>
                </a:solidFill>
              </a:defRPr>
            </a:lvl1pPr>
          </a:lstStyle>
          <a:p>
            <a:pPr lvl="0"/>
            <a:r>
              <a:rPr lang="es-ES" dirty="0"/>
              <a:t>Es </a:t>
            </a:r>
            <a:r>
              <a:rPr lang="es-ES" dirty="0" err="1"/>
              <a:t>aut</a:t>
            </a:r>
            <a:r>
              <a:rPr lang="es-ES" dirty="0"/>
              <a:t> </a:t>
            </a:r>
            <a:r>
              <a:rPr lang="es-ES" dirty="0" err="1"/>
              <a:t>reiciis</a:t>
            </a:r>
            <a:r>
              <a:rPr lang="es-ES" dirty="0"/>
              <a:t> am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a:t>
            </a:r>
            <a:r>
              <a:rPr lang="es-ES" dirty="0"/>
              <a:t>.</a:t>
            </a:r>
          </a:p>
          <a:p>
            <a:pPr lvl="0"/>
            <a:r>
              <a:rPr lang="es-ES" dirty="0" err="1"/>
              <a:t>Eheima</a:t>
            </a:r>
            <a:r>
              <a:rPr lang="es-ES" dirty="0"/>
              <a:t> </a:t>
            </a:r>
            <a:r>
              <a:rPr lang="es-ES" dirty="0" err="1"/>
              <a:t>gniatis</a:t>
            </a:r>
            <a:r>
              <a:rPr lang="es-ES" dirty="0"/>
              <a:t> </a:t>
            </a:r>
            <a:r>
              <a:rPr lang="es-ES" dirty="0" err="1"/>
              <a:t>nus</a:t>
            </a:r>
            <a:r>
              <a:rPr lang="es-ES" dirty="0"/>
              <a:t> </a:t>
            </a:r>
            <a:r>
              <a:rPr lang="es-ES" dirty="0" err="1"/>
              <a:t>reped</a:t>
            </a:r>
            <a:r>
              <a:rPr lang="es-ES" dirty="0"/>
              <a:t> </a:t>
            </a:r>
            <a:r>
              <a:rPr lang="es-ES" dirty="0" err="1"/>
              <a:t>mint</a:t>
            </a:r>
            <a:r>
              <a:rPr lang="es-ES" dirty="0"/>
              <a:t> a </a:t>
            </a:r>
            <a:r>
              <a:rPr lang="es-ES" dirty="0" err="1"/>
              <a:t>velit</a:t>
            </a:r>
            <a:r>
              <a:rPr lang="es-ES" dirty="0"/>
              <a:t> </a:t>
            </a:r>
            <a:r>
              <a:rPr lang="es-ES" dirty="0" err="1"/>
              <a:t>aut</a:t>
            </a:r>
            <a:r>
              <a:rPr lang="es-ES" dirty="0"/>
              <a:t> </a:t>
            </a:r>
            <a:r>
              <a:rPr lang="es-ES" dirty="0" err="1"/>
              <a:t>est</a:t>
            </a:r>
            <a:r>
              <a:rPr lang="es-ES" dirty="0"/>
              <a:t>, </a:t>
            </a:r>
            <a:r>
              <a:rPr lang="es-ES" dirty="0" err="1"/>
              <a:t>cus</a:t>
            </a:r>
            <a:r>
              <a:rPr lang="es-ES" dirty="0"/>
              <a:t> </a:t>
            </a:r>
            <a:r>
              <a:rPr lang="es-ES" dirty="0" err="1"/>
              <a:t>apic</a:t>
            </a:r>
            <a:r>
              <a:rPr lang="es-ES" dirty="0"/>
              <a:t> </a:t>
            </a:r>
            <a:r>
              <a:rPr lang="es-ES" dirty="0" err="1"/>
              <a:t>to</a:t>
            </a:r>
            <a:r>
              <a:rPr lang="es-ES" dirty="0"/>
              <a:t> </a:t>
            </a:r>
            <a:r>
              <a:rPr lang="es-ES" dirty="0" err="1"/>
              <a:t>testi</a:t>
            </a:r>
            <a:r>
              <a:rPr lang="es-ES" dirty="0"/>
              <a:t> sed este </a:t>
            </a:r>
            <a:r>
              <a:rPr lang="es-ES" dirty="0" err="1"/>
              <a:t>eum</a:t>
            </a:r>
            <a:r>
              <a:rPr lang="es-ES" dirty="0"/>
              <a:t> fuga este </a:t>
            </a:r>
            <a:r>
              <a:rPr lang="es-ES" dirty="0" err="1"/>
              <a:t>eum</a:t>
            </a:r>
            <a:r>
              <a:rPr lang="es-ES" dirty="0"/>
              <a:t> fuga.</a:t>
            </a:r>
          </a:p>
        </p:txBody>
      </p:sp>
      <p:sp>
        <p:nvSpPr>
          <p:cNvPr id="18" name="Marcador de texto 17">
            <a:extLst>
              <a:ext uri="{FF2B5EF4-FFF2-40B4-BE49-F238E27FC236}">
                <a16:creationId xmlns:a16="http://schemas.microsoft.com/office/drawing/2014/main" id="{7B3079E3-2A2F-44FF-80EE-F62C9820AC0B}"/>
              </a:ext>
            </a:extLst>
          </p:cNvPr>
          <p:cNvSpPr>
            <a:spLocks noGrp="1"/>
          </p:cNvSpPr>
          <p:nvPr>
            <p:ph type="body" sz="quarter" idx="26" hasCustomPrompt="1"/>
          </p:nvPr>
        </p:nvSpPr>
        <p:spPr>
          <a:xfrm>
            <a:off x="4100557" y="4419424"/>
            <a:ext cx="2424638" cy="373062"/>
          </a:xfrm>
        </p:spPr>
        <p:txBody>
          <a:bodyPr lIns="0">
            <a:noAutofit/>
          </a:bodyPr>
          <a:lstStyle>
            <a:lvl1pPr marL="0" indent="0">
              <a:lnSpc>
                <a:spcPts val="1700"/>
              </a:lnSpc>
              <a:spcBef>
                <a:spcPts val="900"/>
              </a:spcBef>
              <a:buNone/>
              <a:defRPr sz="1440" b="1">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19" name="Marcador de posición de imagen 7">
            <a:extLst>
              <a:ext uri="{FF2B5EF4-FFF2-40B4-BE49-F238E27FC236}">
                <a16:creationId xmlns:a16="http://schemas.microsoft.com/office/drawing/2014/main" id="{3780FA98-8A2D-4AB0-BCB7-3AF138C66FF0}"/>
              </a:ext>
            </a:extLst>
          </p:cNvPr>
          <p:cNvSpPr>
            <a:spLocks noGrp="1"/>
          </p:cNvSpPr>
          <p:nvPr>
            <p:ph type="pic" sz="quarter" idx="13"/>
          </p:nvPr>
        </p:nvSpPr>
        <p:spPr>
          <a:xfrm>
            <a:off x="915351" y="1709736"/>
            <a:ext cx="2400300" cy="2400300"/>
          </a:xfrm>
          <a:solidFill>
            <a:schemeClr val="bg1">
              <a:lumMod val="95000"/>
            </a:schemeClr>
          </a:solidFill>
          <a:ln w="12700">
            <a:solidFill>
              <a:srgbClr val="FF3228"/>
            </a:solidFill>
          </a:ln>
        </p:spPr>
        <p:txBody>
          <a:bodyPr/>
          <a:lstStyle/>
          <a:p>
            <a:endParaRPr lang="es-ES" dirty="0"/>
          </a:p>
        </p:txBody>
      </p:sp>
      <p:sp>
        <p:nvSpPr>
          <p:cNvPr id="27" name="Marcador de posición de imagen 7">
            <a:extLst>
              <a:ext uri="{FF2B5EF4-FFF2-40B4-BE49-F238E27FC236}">
                <a16:creationId xmlns:a16="http://schemas.microsoft.com/office/drawing/2014/main" id="{FEE1D50D-9EF5-4E4F-80DA-C1B761447587}"/>
              </a:ext>
            </a:extLst>
          </p:cNvPr>
          <p:cNvSpPr>
            <a:spLocks noGrp="1"/>
          </p:cNvSpPr>
          <p:nvPr>
            <p:ph type="pic" sz="quarter" idx="27"/>
          </p:nvPr>
        </p:nvSpPr>
        <p:spPr>
          <a:xfrm>
            <a:off x="4113794" y="1709736"/>
            <a:ext cx="2400300" cy="2400300"/>
          </a:xfrm>
          <a:solidFill>
            <a:schemeClr val="bg1">
              <a:lumMod val="95000"/>
            </a:schemeClr>
          </a:solidFill>
          <a:ln w="12700">
            <a:solidFill>
              <a:srgbClr val="FF3228"/>
            </a:solidFill>
          </a:ln>
        </p:spPr>
        <p:txBody>
          <a:bodyPr/>
          <a:lstStyle/>
          <a:p>
            <a:endParaRPr lang="es-ES" dirty="0"/>
          </a:p>
        </p:txBody>
      </p:sp>
      <p:sp>
        <p:nvSpPr>
          <p:cNvPr id="28" name="Marcador de posición de imagen 7">
            <a:extLst>
              <a:ext uri="{FF2B5EF4-FFF2-40B4-BE49-F238E27FC236}">
                <a16:creationId xmlns:a16="http://schemas.microsoft.com/office/drawing/2014/main" id="{5CDBB068-7FD6-4104-9FBE-1725202273B5}"/>
              </a:ext>
            </a:extLst>
          </p:cNvPr>
          <p:cNvSpPr>
            <a:spLocks noGrp="1"/>
          </p:cNvSpPr>
          <p:nvPr>
            <p:ph type="pic" sz="quarter" idx="28"/>
          </p:nvPr>
        </p:nvSpPr>
        <p:spPr>
          <a:xfrm>
            <a:off x="7312237" y="1709736"/>
            <a:ext cx="2400300" cy="2400300"/>
          </a:xfrm>
          <a:solidFill>
            <a:schemeClr val="bg1">
              <a:lumMod val="95000"/>
            </a:schemeClr>
          </a:solidFill>
          <a:ln w="12700">
            <a:solidFill>
              <a:srgbClr val="FF3228"/>
            </a:solidFill>
          </a:ln>
        </p:spPr>
        <p:txBody>
          <a:bodyPr/>
          <a:lstStyle/>
          <a:p>
            <a:endParaRPr lang="es-ES" dirty="0"/>
          </a:p>
        </p:txBody>
      </p:sp>
      <p:sp>
        <p:nvSpPr>
          <p:cNvPr id="29" name="Marcador de posición de imagen 7">
            <a:extLst>
              <a:ext uri="{FF2B5EF4-FFF2-40B4-BE49-F238E27FC236}">
                <a16:creationId xmlns:a16="http://schemas.microsoft.com/office/drawing/2014/main" id="{3C9FEC0F-2668-4B32-85C4-26004524F8C9}"/>
              </a:ext>
            </a:extLst>
          </p:cNvPr>
          <p:cNvSpPr>
            <a:spLocks noGrp="1"/>
          </p:cNvSpPr>
          <p:nvPr>
            <p:ph type="pic" sz="quarter" idx="29"/>
          </p:nvPr>
        </p:nvSpPr>
        <p:spPr>
          <a:xfrm>
            <a:off x="10510680" y="1709736"/>
            <a:ext cx="2400300" cy="2400300"/>
          </a:xfrm>
          <a:solidFill>
            <a:schemeClr val="bg1">
              <a:lumMod val="95000"/>
            </a:schemeClr>
          </a:solidFill>
          <a:ln w="12700">
            <a:solidFill>
              <a:srgbClr val="FF3228"/>
            </a:solidFill>
          </a:ln>
        </p:spPr>
        <p:txBody>
          <a:bodyPr/>
          <a:lstStyle/>
          <a:p>
            <a:endParaRPr lang="es-ES" dirty="0"/>
          </a:p>
        </p:txBody>
      </p:sp>
      <p:sp>
        <p:nvSpPr>
          <p:cNvPr id="2" name="Marcador de número de diapositiva 1">
            <a:extLst>
              <a:ext uri="{FF2B5EF4-FFF2-40B4-BE49-F238E27FC236}">
                <a16:creationId xmlns:a16="http://schemas.microsoft.com/office/drawing/2014/main" id="{E710E39C-7B7A-43D3-8B05-6DA983FD1A78}"/>
              </a:ext>
            </a:extLst>
          </p:cNvPr>
          <p:cNvSpPr>
            <a:spLocks noGrp="1"/>
          </p:cNvSpPr>
          <p:nvPr>
            <p:ph type="sldNum" sz="quarter" idx="30"/>
          </p:nvPr>
        </p:nvSpPr>
        <p:spPr/>
        <p:txBody>
          <a:bodyPr/>
          <a:lstStyle/>
          <a:p>
            <a:fld id="{B005B2D1-880E-4846-A216-7D6770BA1332}" type="slidenum">
              <a:rPr lang="es-ES" smtClean="0"/>
              <a:pPr/>
              <a:t>‹Nº›</a:t>
            </a:fld>
            <a:endParaRPr lang="es-ES" dirty="0"/>
          </a:p>
        </p:txBody>
      </p:sp>
      <p:sp>
        <p:nvSpPr>
          <p:cNvPr id="30" name="CuadroTexto 29">
            <a:extLst>
              <a:ext uri="{FF2B5EF4-FFF2-40B4-BE49-F238E27FC236}">
                <a16:creationId xmlns:a16="http://schemas.microsoft.com/office/drawing/2014/main" id="{EFD41441-FCE1-4F3D-A0ED-1BF629F539E9}"/>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31" name="Rectángulo 30">
            <a:extLst>
              <a:ext uri="{FF2B5EF4-FFF2-40B4-BE49-F238E27FC236}">
                <a16:creationId xmlns:a16="http://schemas.microsoft.com/office/drawing/2014/main" id="{2143B8ED-23C6-4860-B284-E110999C427E}"/>
              </a:ext>
            </a:extLst>
          </p:cNvPr>
          <p:cNvSpPr/>
          <p:nvPr userDrawn="1"/>
        </p:nvSpPr>
        <p:spPr>
          <a:xfrm>
            <a:off x="13723938"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1" name="Gráfico 20">
            <a:extLst>
              <a:ext uri="{FF2B5EF4-FFF2-40B4-BE49-F238E27FC236}">
                <a16:creationId xmlns:a16="http://schemas.microsoft.com/office/drawing/2014/main" id="{65BC441D-1CA2-4DBF-BA8D-07C4683C6D1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Tree>
    <p:extLst>
      <p:ext uri="{BB962C8B-B14F-4D97-AF65-F5344CB8AC3E}">
        <p14:creationId xmlns:p14="http://schemas.microsoft.com/office/powerpoint/2010/main" val="17733620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o + imagen columnas 02">
    <p:bg>
      <p:bgPr>
        <a:solidFill>
          <a:schemeClr val="bg1"/>
        </a:solid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C4749420-973A-4342-AEE0-ECC11A60801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7" name="Marcador de posición de imagen 7">
            <a:extLst>
              <a:ext uri="{FF2B5EF4-FFF2-40B4-BE49-F238E27FC236}">
                <a16:creationId xmlns:a16="http://schemas.microsoft.com/office/drawing/2014/main" id="{2B6BD71C-4096-4F82-8DB0-FF443C8725EC}"/>
              </a:ext>
            </a:extLst>
          </p:cNvPr>
          <p:cNvSpPr>
            <a:spLocks noGrp="1"/>
          </p:cNvSpPr>
          <p:nvPr>
            <p:ph type="pic" sz="quarter" idx="27"/>
          </p:nvPr>
        </p:nvSpPr>
        <p:spPr>
          <a:xfrm>
            <a:off x="3314744" y="1716881"/>
            <a:ext cx="2400300" cy="2400300"/>
          </a:xfrm>
          <a:solidFill>
            <a:schemeClr val="bg1">
              <a:lumMod val="95000"/>
            </a:schemeClr>
          </a:solidFill>
          <a:ln w="12700">
            <a:solidFill>
              <a:srgbClr val="FF3228"/>
            </a:solidFill>
          </a:ln>
        </p:spPr>
        <p:txBody>
          <a:bodyPr/>
          <a:lstStyle/>
          <a:p>
            <a:endParaRPr lang="es-ES" dirty="0"/>
          </a:p>
        </p:txBody>
      </p:sp>
      <p:sp>
        <p:nvSpPr>
          <p:cNvPr id="8" name="Marcador de posición de imagen 7">
            <a:extLst>
              <a:ext uri="{FF2B5EF4-FFF2-40B4-BE49-F238E27FC236}">
                <a16:creationId xmlns:a16="http://schemas.microsoft.com/office/drawing/2014/main" id="{483706D3-653E-403B-8883-D2CF39104E31}"/>
              </a:ext>
            </a:extLst>
          </p:cNvPr>
          <p:cNvSpPr>
            <a:spLocks noGrp="1"/>
          </p:cNvSpPr>
          <p:nvPr>
            <p:ph type="pic" sz="quarter" idx="28"/>
          </p:nvPr>
        </p:nvSpPr>
        <p:spPr>
          <a:xfrm>
            <a:off x="5715044" y="4112419"/>
            <a:ext cx="2400300" cy="2400300"/>
          </a:xfrm>
          <a:solidFill>
            <a:schemeClr val="bg1">
              <a:lumMod val="95000"/>
            </a:schemeClr>
          </a:solidFill>
          <a:ln w="12700">
            <a:solidFill>
              <a:srgbClr val="FF3228"/>
            </a:solidFill>
          </a:ln>
        </p:spPr>
        <p:txBody>
          <a:bodyPr/>
          <a:lstStyle/>
          <a:p>
            <a:endParaRPr lang="es-ES" dirty="0"/>
          </a:p>
        </p:txBody>
      </p:sp>
      <p:sp>
        <p:nvSpPr>
          <p:cNvPr id="9" name="Marcador de posición de imagen 7">
            <a:extLst>
              <a:ext uri="{FF2B5EF4-FFF2-40B4-BE49-F238E27FC236}">
                <a16:creationId xmlns:a16="http://schemas.microsoft.com/office/drawing/2014/main" id="{1B580BCD-8739-47BD-9BF7-6D610A0289D5}"/>
              </a:ext>
            </a:extLst>
          </p:cNvPr>
          <p:cNvSpPr>
            <a:spLocks noGrp="1"/>
          </p:cNvSpPr>
          <p:nvPr>
            <p:ph type="pic" sz="quarter" idx="29"/>
          </p:nvPr>
        </p:nvSpPr>
        <p:spPr>
          <a:xfrm>
            <a:off x="8115344" y="1712119"/>
            <a:ext cx="2400300" cy="2400300"/>
          </a:xfrm>
          <a:solidFill>
            <a:schemeClr val="bg1">
              <a:lumMod val="95000"/>
            </a:schemeClr>
          </a:solidFill>
          <a:ln w="12700">
            <a:solidFill>
              <a:srgbClr val="FF3228"/>
            </a:solidFill>
          </a:ln>
        </p:spPr>
        <p:txBody>
          <a:bodyPr/>
          <a:lstStyle/>
          <a:p>
            <a:endParaRPr lang="es-ES" dirty="0"/>
          </a:p>
        </p:txBody>
      </p:sp>
      <p:sp>
        <p:nvSpPr>
          <p:cNvPr id="10" name="Marcador de posición de imagen 7">
            <a:extLst>
              <a:ext uri="{FF2B5EF4-FFF2-40B4-BE49-F238E27FC236}">
                <a16:creationId xmlns:a16="http://schemas.microsoft.com/office/drawing/2014/main" id="{72D9053C-B7C1-4079-97C4-CD577398C91C}"/>
              </a:ext>
            </a:extLst>
          </p:cNvPr>
          <p:cNvSpPr>
            <a:spLocks noGrp="1"/>
          </p:cNvSpPr>
          <p:nvPr>
            <p:ph type="pic" sz="quarter" idx="30"/>
          </p:nvPr>
        </p:nvSpPr>
        <p:spPr>
          <a:xfrm>
            <a:off x="10515644" y="4112419"/>
            <a:ext cx="2400300" cy="2400300"/>
          </a:xfrm>
          <a:solidFill>
            <a:schemeClr val="bg1">
              <a:lumMod val="95000"/>
            </a:schemeClr>
          </a:solidFill>
          <a:ln w="12700">
            <a:solidFill>
              <a:srgbClr val="FF3228"/>
            </a:solidFill>
          </a:ln>
        </p:spPr>
        <p:txBody>
          <a:bodyPr/>
          <a:lstStyle/>
          <a:p>
            <a:endParaRPr lang="es-ES" dirty="0"/>
          </a:p>
        </p:txBody>
      </p:sp>
      <p:sp>
        <p:nvSpPr>
          <p:cNvPr id="11" name="Marcador de texto 17">
            <a:extLst>
              <a:ext uri="{FF2B5EF4-FFF2-40B4-BE49-F238E27FC236}">
                <a16:creationId xmlns:a16="http://schemas.microsoft.com/office/drawing/2014/main" id="{02BEB712-9524-436F-8DB0-E7213F8A66AB}"/>
              </a:ext>
            </a:extLst>
          </p:cNvPr>
          <p:cNvSpPr>
            <a:spLocks noGrp="1"/>
          </p:cNvSpPr>
          <p:nvPr>
            <p:ph type="body" sz="quarter" idx="19" hasCustomPrompt="1"/>
          </p:nvPr>
        </p:nvSpPr>
        <p:spPr>
          <a:xfrm>
            <a:off x="906463" y="2679612"/>
            <a:ext cx="2020445" cy="1047961"/>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Conempo</a:t>
            </a:r>
            <a:r>
              <a:rPr lang="es-ES" dirty="0"/>
              <a:t> </a:t>
            </a:r>
            <a:r>
              <a:rPr lang="es-ES" dirty="0" err="1"/>
              <a:t>ribusameniminincil</a:t>
            </a:r>
            <a:r>
              <a:rPr lang="es-ES" dirty="0"/>
              <a:t> </a:t>
            </a:r>
            <a:r>
              <a:rPr lang="es-ES" dirty="0" err="1"/>
              <a:t>molupta</a:t>
            </a:r>
            <a:r>
              <a:rPr lang="es-ES" dirty="0"/>
              <a:t> </a:t>
            </a:r>
            <a:r>
              <a:rPr lang="es-ES" dirty="0" err="1"/>
              <a:t>tia</a:t>
            </a:r>
            <a:r>
              <a:rPr lang="es-ES" dirty="0"/>
              <a:t>.</a:t>
            </a:r>
          </a:p>
        </p:txBody>
      </p:sp>
      <p:sp>
        <p:nvSpPr>
          <p:cNvPr id="17" name="Marcador de texto 17">
            <a:extLst>
              <a:ext uri="{FF2B5EF4-FFF2-40B4-BE49-F238E27FC236}">
                <a16:creationId xmlns:a16="http://schemas.microsoft.com/office/drawing/2014/main" id="{7826BE1C-13DA-464E-9EE4-E768156895E6}"/>
              </a:ext>
            </a:extLst>
          </p:cNvPr>
          <p:cNvSpPr>
            <a:spLocks noGrp="1"/>
          </p:cNvSpPr>
          <p:nvPr>
            <p:ph type="body" sz="quarter" idx="33" hasCustomPrompt="1"/>
          </p:nvPr>
        </p:nvSpPr>
        <p:spPr>
          <a:xfrm>
            <a:off x="6102880" y="2221542"/>
            <a:ext cx="1867076" cy="420059"/>
          </a:xfrm>
        </p:spPr>
        <p:txBody>
          <a:bodyPr lIns="0">
            <a:noAutofit/>
          </a:bodyPr>
          <a:lstStyle>
            <a:lvl1pPr marL="0" indent="0">
              <a:lnSpc>
                <a:spcPts val="2400"/>
              </a:lnSpc>
              <a:spcBef>
                <a:spcPts val="900"/>
              </a:spcBef>
              <a:buNone/>
              <a:defRPr sz="2200" b="1">
                <a:solidFill>
                  <a:srgbClr val="1E1E1E"/>
                </a:solidFill>
              </a:defRPr>
            </a:lvl1pPr>
          </a:lstStyle>
          <a:p>
            <a:pPr lvl="0"/>
            <a:r>
              <a:rPr lang="es-ES" dirty="0" err="1"/>
              <a:t>Lorem</a:t>
            </a:r>
            <a:endParaRPr lang="es-ES" dirty="0"/>
          </a:p>
        </p:txBody>
      </p:sp>
      <p:sp>
        <p:nvSpPr>
          <p:cNvPr id="18" name="Marcador de texto 17">
            <a:extLst>
              <a:ext uri="{FF2B5EF4-FFF2-40B4-BE49-F238E27FC236}">
                <a16:creationId xmlns:a16="http://schemas.microsoft.com/office/drawing/2014/main" id="{C2E72049-4AE4-4147-A3CB-8F026BC5AABD}"/>
              </a:ext>
            </a:extLst>
          </p:cNvPr>
          <p:cNvSpPr>
            <a:spLocks noGrp="1"/>
          </p:cNvSpPr>
          <p:nvPr>
            <p:ph type="body" sz="quarter" idx="34" hasCustomPrompt="1"/>
          </p:nvPr>
        </p:nvSpPr>
        <p:spPr>
          <a:xfrm>
            <a:off x="914444" y="2221543"/>
            <a:ext cx="2020445" cy="420058"/>
          </a:xfrm>
        </p:spPr>
        <p:txBody>
          <a:bodyPr lIns="0">
            <a:noAutofit/>
          </a:bodyPr>
          <a:lstStyle>
            <a:lvl1pPr marL="0" indent="0">
              <a:lnSpc>
                <a:spcPts val="2400"/>
              </a:lnSpc>
              <a:spcBef>
                <a:spcPts val="900"/>
              </a:spcBef>
              <a:buNone/>
              <a:defRPr sz="2200" b="1">
                <a:solidFill>
                  <a:srgbClr val="1E1E1E"/>
                </a:solidFill>
              </a:defRPr>
            </a:lvl1pPr>
          </a:lstStyle>
          <a:p>
            <a:pPr lvl="0"/>
            <a:r>
              <a:rPr lang="es-ES" dirty="0" err="1"/>
              <a:t>Lorem</a:t>
            </a:r>
            <a:endParaRPr lang="es-ES" dirty="0"/>
          </a:p>
        </p:txBody>
      </p:sp>
      <p:sp>
        <p:nvSpPr>
          <p:cNvPr id="19" name="Marcador de texto 17">
            <a:extLst>
              <a:ext uri="{FF2B5EF4-FFF2-40B4-BE49-F238E27FC236}">
                <a16:creationId xmlns:a16="http://schemas.microsoft.com/office/drawing/2014/main" id="{596D7099-6EBD-4045-A8C4-1A6A6EA87087}"/>
              </a:ext>
            </a:extLst>
          </p:cNvPr>
          <p:cNvSpPr>
            <a:spLocks noGrp="1"/>
          </p:cNvSpPr>
          <p:nvPr>
            <p:ph type="body" sz="quarter" idx="35" hasCustomPrompt="1"/>
          </p:nvPr>
        </p:nvSpPr>
        <p:spPr>
          <a:xfrm>
            <a:off x="3700820" y="4412536"/>
            <a:ext cx="1864602" cy="452975"/>
          </a:xfrm>
        </p:spPr>
        <p:txBody>
          <a:bodyPr lIns="0">
            <a:noAutofit/>
          </a:bodyPr>
          <a:lstStyle>
            <a:lvl1pPr marL="0" indent="0">
              <a:lnSpc>
                <a:spcPts val="2400"/>
              </a:lnSpc>
              <a:spcBef>
                <a:spcPts val="900"/>
              </a:spcBef>
              <a:buNone/>
              <a:defRPr sz="2200" b="1">
                <a:solidFill>
                  <a:srgbClr val="1E1E1E"/>
                </a:solidFill>
              </a:defRPr>
            </a:lvl1pPr>
          </a:lstStyle>
          <a:p>
            <a:pPr lvl="0"/>
            <a:r>
              <a:rPr lang="es-ES" dirty="0" err="1"/>
              <a:t>Lorem</a:t>
            </a:r>
            <a:endParaRPr lang="es-ES" dirty="0"/>
          </a:p>
        </p:txBody>
      </p:sp>
      <p:sp>
        <p:nvSpPr>
          <p:cNvPr id="20" name="Marcador de texto 17">
            <a:extLst>
              <a:ext uri="{FF2B5EF4-FFF2-40B4-BE49-F238E27FC236}">
                <a16:creationId xmlns:a16="http://schemas.microsoft.com/office/drawing/2014/main" id="{A28AD329-F597-40A3-B151-EB8880A9F01F}"/>
              </a:ext>
            </a:extLst>
          </p:cNvPr>
          <p:cNvSpPr>
            <a:spLocks noGrp="1"/>
          </p:cNvSpPr>
          <p:nvPr>
            <p:ph type="body" sz="quarter" idx="36" hasCustomPrompt="1"/>
          </p:nvPr>
        </p:nvSpPr>
        <p:spPr>
          <a:xfrm>
            <a:off x="8503180" y="4412536"/>
            <a:ext cx="1864602" cy="452975"/>
          </a:xfrm>
        </p:spPr>
        <p:txBody>
          <a:bodyPr lIns="0">
            <a:noAutofit/>
          </a:bodyPr>
          <a:lstStyle>
            <a:lvl1pPr marL="0" indent="0">
              <a:lnSpc>
                <a:spcPts val="2400"/>
              </a:lnSpc>
              <a:spcBef>
                <a:spcPts val="900"/>
              </a:spcBef>
              <a:buNone/>
              <a:defRPr sz="2200" b="1">
                <a:solidFill>
                  <a:srgbClr val="1E1E1E"/>
                </a:solidFill>
              </a:defRPr>
            </a:lvl1pPr>
          </a:lstStyle>
          <a:p>
            <a:pPr lvl="0"/>
            <a:r>
              <a:rPr lang="es-ES" dirty="0" err="1"/>
              <a:t>Lorem</a:t>
            </a:r>
            <a:endParaRPr lang="es-ES" dirty="0"/>
          </a:p>
        </p:txBody>
      </p:sp>
      <p:sp>
        <p:nvSpPr>
          <p:cNvPr id="21" name="Marcador de texto 17">
            <a:extLst>
              <a:ext uri="{FF2B5EF4-FFF2-40B4-BE49-F238E27FC236}">
                <a16:creationId xmlns:a16="http://schemas.microsoft.com/office/drawing/2014/main" id="{AD435A95-D6D1-4231-9A3E-4617CF482278}"/>
              </a:ext>
            </a:extLst>
          </p:cNvPr>
          <p:cNvSpPr>
            <a:spLocks noGrp="1"/>
          </p:cNvSpPr>
          <p:nvPr>
            <p:ph type="body" sz="quarter" idx="37" hasCustomPrompt="1"/>
          </p:nvPr>
        </p:nvSpPr>
        <p:spPr>
          <a:xfrm>
            <a:off x="3700820" y="4862724"/>
            <a:ext cx="1864602" cy="1047961"/>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Conempo</a:t>
            </a:r>
            <a:r>
              <a:rPr lang="es-ES" dirty="0"/>
              <a:t> </a:t>
            </a:r>
            <a:r>
              <a:rPr lang="es-ES" dirty="0" err="1"/>
              <a:t>ribusameniminincil</a:t>
            </a:r>
            <a:r>
              <a:rPr lang="es-ES" dirty="0"/>
              <a:t> </a:t>
            </a:r>
            <a:r>
              <a:rPr lang="es-ES" dirty="0" err="1"/>
              <a:t>molupta</a:t>
            </a:r>
            <a:r>
              <a:rPr lang="es-ES" dirty="0"/>
              <a:t> </a:t>
            </a:r>
            <a:r>
              <a:rPr lang="es-ES" dirty="0" err="1"/>
              <a:t>tia</a:t>
            </a:r>
            <a:r>
              <a:rPr lang="es-ES" dirty="0"/>
              <a:t>.</a:t>
            </a:r>
          </a:p>
        </p:txBody>
      </p:sp>
      <p:sp>
        <p:nvSpPr>
          <p:cNvPr id="22" name="Marcador de texto 17">
            <a:extLst>
              <a:ext uri="{FF2B5EF4-FFF2-40B4-BE49-F238E27FC236}">
                <a16:creationId xmlns:a16="http://schemas.microsoft.com/office/drawing/2014/main" id="{27878A41-CB95-400B-AFDB-0C609F3E30AE}"/>
              </a:ext>
            </a:extLst>
          </p:cNvPr>
          <p:cNvSpPr>
            <a:spLocks noGrp="1"/>
          </p:cNvSpPr>
          <p:nvPr>
            <p:ph type="body" sz="quarter" idx="38" hasCustomPrompt="1"/>
          </p:nvPr>
        </p:nvSpPr>
        <p:spPr>
          <a:xfrm>
            <a:off x="6105354" y="2670563"/>
            <a:ext cx="1864602" cy="1047961"/>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Conempo</a:t>
            </a:r>
            <a:r>
              <a:rPr lang="es-ES" dirty="0"/>
              <a:t> </a:t>
            </a:r>
            <a:r>
              <a:rPr lang="es-ES" dirty="0" err="1"/>
              <a:t>ribusameniminincil</a:t>
            </a:r>
            <a:r>
              <a:rPr lang="es-ES" dirty="0"/>
              <a:t> </a:t>
            </a:r>
            <a:r>
              <a:rPr lang="es-ES" dirty="0" err="1"/>
              <a:t>molupta</a:t>
            </a:r>
            <a:r>
              <a:rPr lang="es-ES" dirty="0"/>
              <a:t> </a:t>
            </a:r>
            <a:r>
              <a:rPr lang="es-ES" dirty="0" err="1"/>
              <a:t>tia</a:t>
            </a:r>
            <a:r>
              <a:rPr lang="es-ES" dirty="0"/>
              <a:t>.</a:t>
            </a:r>
          </a:p>
        </p:txBody>
      </p:sp>
      <p:sp>
        <p:nvSpPr>
          <p:cNvPr id="23" name="Marcador de texto 17">
            <a:extLst>
              <a:ext uri="{FF2B5EF4-FFF2-40B4-BE49-F238E27FC236}">
                <a16:creationId xmlns:a16="http://schemas.microsoft.com/office/drawing/2014/main" id="{DEA2B6A7-2652-47AE-9512-6EAE447D7884}"/>
              </a:ext>
            </a:extLst>
          </p:cNvPr>
          <p:cNvSpPr>
            <a:spLocks noGrp="1"/>
          </p:cNvSpPr>
          <p:nvPr>
            <p:ph type="body" sz="quarter" idx="39" hasCustomPrompt="1"/>
          </p:nvPr>
        </p:nvSpPr>
        <p:spPr>
          <a:xfrm>
            <a:off x="10927818" y="2992195"/>
            <a:ext cx="1864602" cy="903634"/>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Conempo</a:t>
            </a:r>
            <a:r>
              <a:rPr lang="es-ES" dirty="0"/>
              <a:t> </a:t>
            </a:r>
            <a:r>
              <a:rPr lang="es-ES" dirty="0" err="1"/>
              <a:t>ribusameniminincil</a:t>
            </a:r>
            <a:r>
              <a:rPr lang="es-ES" dirty="0"/>
              <a:t> </a:t>
            </a:r>
            <a:r>
              <a:rPr lang="es-ES" dirty="0" err="1"/>
              <a:t>molupta</a:t>
            </a:r>
            <a:r>
              <a:rPr lang="es-ES" dirty="0"/>
              <a:t> </a:t>
            </a:r>
            <a:r>
              <a:rPr lang="es-ES" dirty="0" err="1"/>
              <a:t>tia</a:t>
            </a:r>
            <a:r>
              <a:rPr lang="es-ES" dirty="0"/>
              <a:t>.</a:t>
            </a:r>
          </a:p>
        </p:txBody>
      </p:sp>
      <p:sp>
        <p:nvSpPr>
          <p:cNvPr id="24" name="Marcador de texto 17">
            <a:extLst>
              <a:ext uri="{FF2B5EF4-FFF2-40B4-BE49-F238E27FC236}">
                <a16:creationId xmlns:a16="http://schemas.microsoft.com/office/drawing/2014/main" id="{57D8A415-C600-4A55-BF6D-7DD69EBA7160}"/>
              </a:ext>
            </a:extLst>
          </p:cNvPr>
          <p:cNvSpPr>
            <a:spLocks noGrp="1"/>
          </p:cNvSpPr>
          <p:nvPr>
            <p:ph type="body" sz="quarter" idx="40" hasCustomPrompt="1"/>
          </p:nvPr>
        </p:nvSpPr>
        <p:spPr>
          <a:xfrm>
            <a:off x="8503180" y="4855864"/>
            <a:ext cx="1864602" cy="903634"/>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Conempo</a:t>
            </a:r>
            <a:r>
              <a:rPr lang="es-ES" dirty="0"/>
              <a:t> </a:t>
            </a:r>
            <a:r>
              <a:rPr lang="es-ES" dirty="0" err="1"/>
              <a:t>ribusameniminincil</a:t>
            </a:r>
            <a:r>
              <a:rPr lang="es-ES" dirty="0"/>
              <a:t> </a:t>
            </a:r>
            <a:r>
              <a:rPr lang="es-ES" dirty="0" err="1"/>
              <a:t>molupta</a:t>
            </a:r>
            <a:r>
              <a:rPr lang="es-ES" dirty="0"/>
              <a:t> </a:t>
            </a:r>
            <a:r>
              <a:rPr lang="es-ES" dirty="0" err="1"/>
              <a:t>tia</a:t>
            </a:r>
            <a:r>
              <a:rPr lang="es-ES" dirty="0"/>
              <a:t>.</a:t>
            </a:r>
          </a:p>
        </p:txBody>
      </p:sp>
      <p:sp>
        <p:nvSpPr>
          <p:cNvPr id="25" name="Marcador de posición de imagen 7">
            <a:extLst>
              <a:ext uri="{FF2B5EF4-FFF2-40B4-BE49-F238E27FC236}">
                <a16:creationId xmlns:a16="http://schemas.microsoft.com/office/drawing/2014/main" id="{BC0ED2C7-26B9-41CC-91AD-F983635A2AC7}"/>
              </a:ext>
            </a:extLst>
          </p:cNvPr>
          <p:cNvSpPr>
            <a:spLocks noGrp="1"/>
          </p:cNvSpPr>
          <p:nvPr>
            <p:ph type="pic" sz="quarter" idx="41"/>
          </p:nvPr>
        </p:nvSpPr>
        <p:spPr>
          <a:xfrm>
            <a:off x="914444" y="4112419"/>
            <a:ext cx="2400300" cy="2400300"/>
          </a:xfrm>
          <a:solidFill>
            <a:schemeClr val="bg1">
              <a:lumMod val="95000"/>
            </a:schemeClr>
          </a:solidFill>
          <a:ln w="12700">
            <a:solidFill>
              <a:srgbClr val="FF3228"/>
            </a:solidFill>
          </a:ln>
        </p:spPr>
        <p:txBody>
          <a:bodyPr/>
          <a:lstStyle/>
          <a:p>
            <a:endParaRPr lang="es-ES" dirty="0"/>
          </a:p>
        </p:txBody>
      </p:sp>
      <p:sp>
        <p:nvSpPr>
          <p:cNvPr id="27" name="Marcador de número de diapositiva 1">
            <a:extLst>
              <a:ext uri="{FF2B5EF4-FFF2-40B4-BE49-F238E27FC236}">
                <a16:creationId xmlns:a16="http://schemas.microsoft.com/office/drawing/2014/main" id="{55D377DC-1BD4-48F7-9F8B-253DBAC6D65D}"/>
              </a:ext>
            </a:extLst>
          </p:cNvPr>
          <p:cNvSpPr>
            <a:spLocks noGrp="1"/>
          </p:cNvSpPr>
          <p:nvPr>
            <p:ph type="sldNum" sz="quarter" idx="42"/>
          </p:nvPr>
        </p:nvSpPr>
        <p:spPr>
          <a:xfrm>
            <a:off x="7000489" y="7763089"/>
            <a:ext cx="629422" cy="395242"/>
          </a:xfrm>
        </p:spPr>
        <p:txBody>
          <a:bodyPr/>
          <a:lstStyle/>
          <a:p>
            <a:fld id="{B005B2D1-880E-4846-A216-7D6770BA1332}" type="slidenum">
              <a:rPr lang="es-ES" smtClean="0"/>
              <a:pPr/>
              <a:t>‹Nº›</a:t>
            </a:fld>
            <a:endParaRPr lang="es-ES" dirty="0"/>
          </a:p>
        </p:txBody>
      </p:sp>
      <p:sp>
        <p:nvSpPr>
          <p:cNvPr id="28" name="CuadroTexto 27">
            <a:extLst>
              <a:ext uri="{FF2B5EF4-FFF2-40B4-BE49-F238E27FC236}">
                <a16:creationId xmlns:a16="http://schemas.microsoft.com/office/drawing/2014/main" id="{1455CCC6-D7A2-4FF0-AC4D-19A4B2C0357D}"/>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29" name="Rectángulo 28">
            <a:extLst>
              <a:ext uri="{FF2B5EF4-FFF2-40B4-BE49-F238E27FC236}">
                <a16:creationId xmlns:a16="http://schemas.microsoft.com/office/drawing/2014/main" id="{23B0E2CF-7B5F-4FF7-B687-252D0678CFB3}"/>
              </a:ext>
            </a:extLst>
          </p:cNvPr>
          <p:cNvSpPr/>
          <p:nvPr userDrawn="1"/>
        </p:nvSpPr>
        <p:spPr>
          <a:xfrm>
            <a:off x="13723938"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Marcador de texto 17">
            <a:extLst>
              <a:ext uri="{FF2B5EF4-FFF2-40B4-BE49-F238E27FC236}">
                <a16:creationId xmlns:a16="http://schemas.microsoft.com/office/drawing/2014/main" id="{F163992A-DF44-4D05-8EDB-A335469ABEF3}"/>
              </a:ext>
            </a:extLst>
          </p:cNvPr>
          <p:cNvSpPr>
            <a:spLocks noGrp="1"/>
          </p:cNvSpPr>
          <p:nvPr>
            <p:ph type="body" sz="quarter" idx="43" hasCustomPrompt="1"/>
          </p:nvPr>
        </p:nvSpPr>
        <p:spPr>
          <a:xfrm>
            <a:off x="10927818" y="2221542"/>
            <a:ext cx="1867076" cy="420059"/>
          </a:xfrm>
        </p:spPr>
        <p:txBody>
          <a:bodyPr lIns="0">
            <a:noAutofit/>
          </a:bodyPr>
          <a:lstStyle>
            <a:lvl1pPr marL="0" indent="0">
              <a:lnSpc>
                <a:spcPts val="2400"/>
              </a:lnSpc>
              <a:spcBef>
                <a:spcPts val="900"/>
              </a:spcBef>
              <a:buNone/>
              <a:defRPr sz="2200" b="1">
                <a:solidFill>
                  <a:srgbClr val="1E1E1E"/>
                </a:solidFill>
              </a:defRPr>
            </a:lvl1pPr>
          </a:lstStyle>
          <a:p>
            <a:pPr lvl="0"/>
            <a:r>
              <a:rPr lang="es-ES" dirty="0" err="1"/>
              <a:t>Lorem</a:t>
            </a:r>
            <a:endParaRPr lang="es-ES" dirty="0"/>
          </a:p>
        </p:txBody>
      </p:sp>
      <p:pic>
        <p:nvPicPr>
          <p:cNvPr id="31" name="Gráfico 30">
            <a:extLst>
              <a:ext uri="{FF2B5EF4-FFF2-40B4-BE49-F238E27FC236}">
                <a16:creationId xmlns:a16="http://schemas.microsoft.com/office/drawing/2014/main" id="{C28FE2A7-9CDA-44EF-AE7C-DC54CC00489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Tree>
    <p:extLst>
      <p:ext uri="{BB962C8B-B14F-4D97-AF65-F5344CB8AC3E}">
        <p14:creationId xmlns:p14="http://schemas.microsoft.com/office/powerpoint/2010/main" val="39006473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llage">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BE9038AD-4F25-484C-9C95-556EBB4B89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3" name="Marcador de número de diapositiva 2">
            <a:extLst>
              <a:ext uri="{FF2B5EF4-FFF2-40B4-BE49-F238E27FC236}">
                <a16:creationId xmlns:a16="http://schemas.microsoft.com/office/drawing/2014/main" id="{C28975C6-F89B-46A1-8ECE-1CE87E0387F8}"/>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5" name="CuadroTexto 4">
            <a:extLst>
              <a:ext uri="{FF2B5EF4-FFF2-40B4-BE49-F238E27FC236}">
                <a16:creationId xmlns:a16="http://schemas.microsoft.com/office/drawing/2014/main" id="{0486D824-9395-4AA4-A4E6-32321C8C2AC5}"/>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6" name="Rectángulo 5">
            <a:extLst>
              <a:ext uri="{FF2B5EF4-FFF2-40B4-BE49-F238E27FC236}">
                <a16:creationId xmlns:a16="http://schemas.microsoft.com/office/drawing/2014/main" id="{77A419E7-3AC3-4FD2-8114-8904F031B63C}"/>
              </a:ext>
            </a:extLst>
          </p:cNvPr>
          <p:cNvSpPr/>
          <p:nvPr userDrawn="1"/>
        </p:nvSpPr>
        <p:spPr>
          <a:xfrm>
            <a:off x="13723938"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Marcador de posición de imagen 7">
            <a:extLst>
              <a:ext uri="{FF2B5EF4-FFF2-40B4-BE49-F238E27FC236}">
                <a16:creationId xmlns:a16="http://schemas.microsoft.com/office/drawing/2014/main" id="{AAE88CC5-4677-4714-84F3-21D91E0FC00F}"/>
              </a:ext>
            </a:extLst>
          </p:cNvPr>
          <p:cNvSpPr>
            <a:spLocks noGrp="1"/>
          </p:cNvSpPr>
          <p:nvPr>
            <p:ph type="pic" sz="quarter" idx="27"/>
          </p:nvPr>
        </p:nvSpPr>
        <p:spPr>
          <a:xfrm>
            <a:off x="10514947" y="4114800"/>
            <a:ext cx="2400300" cy="2400300"/>
          </a:xfrm>
          <a:solidFill>
            <a:schemeClr val="bg1">
              <a:lumMod val="95000"/>
            </a:schemeClr>
          </a:solidFill>
          <a:ln w="12700">
            <a:solidFill>
              <a:srgbClr val="FF3228"/>
            </a:solidFill>
          </a:ln>
        </p:spPr>
        <p:txBody>
          <a:bodyPr/>
          <a:lstStyle/>
          <a:p>
            <a:endParaRPr lang="es-ES" dirty="0"/>
          </a:p>
        </p:txBody>
      </p:sp>
      <p:sp>
        <p:nvSpPr>
          <p:cNvPr id="10" name="Marcador de posición de imagen 7">
            <a:extLst>
              <a:ext uri="{FF2B5EF4-FFF2-40B4-BE49-F238E27FC236}">
                <a16:creationId xmlns:a16="http://schemas.microsoft.com/office/drawing/2014/main" id="{2B61235B-D928-4119-BD1E-B6FF4B4CF92A}"/>
              </a:ext>
            </a:extLst>
          </p:cNvPr>
          <p:cNvSpPr>
            <a:spLocks noGrp="1"/>
          </p:cNvSpPr>
          <p:nvPr>
            <p:ph type="pic" sz="quarter" idx="28"/>
          </p:nvPr>
        </p:nvSpPr>
        <p:spPr>
          <a:xfrm>
            <a:off x="4113074" y="4114800"/>
            <a:ext cx="3202126" cy="2400300"/>
          </a:xfrm>
          <a:solidFill>
            <a:schemeClr val="bg1">
              <a:lumMod val="95000"/>
            </a:schemeClr>
          </a:solidFill>
          <a:ln w="12700">
            <a:solidFill>
              <a:srgbClr val="FF3228"/>
            </a:solidFill>
          </a:ln>
        </p:spPr>
        <p:txBody>
          <a:bodyPr/>
          <a:lstStyle/>
          <a:p>
            <a:endParaRPr lang="es-ES" dirty="0"/>
          </a:p>
        </p:txBody>
      </p:sp>
      <p:sp>
        <p:nvSpPr>
          <p:cNvPr id="11" name="Marcador de posición de imagen 7">
            <a:extLst>
              <a:ext uri="{FF2B5EF4-FFF2-40B4-BE49-F238E27FC236}">
                <a16:creationId xmlns:a16="http://schemas.microsoft.com/office/drawing/2014/main" id="{B8938292-5682-4E13-BED5-423F843591F7}"/>
              </a:ext>
            </a:extLst>
          </p:cNvPr>
          <p:cNvSpPr>
            <a:spLocks noGrp="1"/>
          </p:cNvSpPr>
          <p:nvPr>
            <p:ph type="pic" sz="quarter" idx="29"/>
          </p:nvPr>
        </p:nvSpPr>
        <p:spPr>
          <a:xfrm>
            <a:off x="4903975" y="1714500"/>
            <a:ext cx="3202126" cy="2400300"/>
          </a:xfrm>
          <a:solidFill>
            <a:schemeClr val="bg1">
              <a:lumMod val="95000"/>
            </a:schemeClr>
          </a:solidFill>
          <a:ln w="12700">
            <a:solidFill>
              <a:srgbClr val="FF3228"/>
            </a:solidFill>
          </a:ln>
        </p:spPr>
        <p:txBody>
          <a:bodyPr/>
          <a:lstStyle/>
          <a:p>
            <a:endParaRPr lang="es-ES" dirty="0"/>
          </a:p>
        </p:txBody>
      </p:sp>
      <p:sp>
        <p:nvSpPr>
          <p:cNvPr id="12" name="Marcador de posición de imagen 7">
            <a:extLst>
              <a:ext uri="{FF2B5EF4-FFF2-40B4-BE49-F238E27FC236}">
                <a16:creationId xmlns:a16="http://schemas.microsoft.com/office/drawing/2014/main" id="{28DCFB5F-D0E2-4D64-9DCE-B4916B44634B}"/>
              </a:ext>
            </a:extLst>
          </p:cNvPr>
          <p:cNvSpPr>
            <a:spLocks noGrp="1"/>
          </p:cNvSpPr>
          <p:nvPr>
            <p:ph type="pic" sz="quarter" idx="30"/>
          </p:nvPr>
        </p:nvSpPr>
        <p:spPr>
          <a:xfrm>
            <a:off x="7312821" y="4913312"/>
            <a:ext cx="3202126" cy="2400300"/>
          </a:xfrm>
          <a:solidFill>
            <a:schemeClr val="bg1">
              <a:lumMod val="95000"/>
            </a:schemeClr>
          </a:solidFill>
          <a:ln w="12700">
            <a:solidFill>
              <a:srgbClr val="FF3228"/>
            </a:solidFill>
          </a:ln>
        </p:spPr>
        <p:txBody>
          <a:bodyPr/>
          <a:lstStyle/>
          <a:p>
            <a:endParaRPr lang="es-ES" dirty="0"/>
          </a:p>
        </p:txBody>
      </p:sp>
      <p:sp>
        <p:nvSpPr>
          <p:cNvPr id="13" name="Marcador de posición de imagen 7">
            <a:extLst>
              <a:ext uri="{FF2B5EF4-FFF2-40B4-BE49-F238E27FC236}">
                <a16:creationId xmlns:a16="http://schemas.microsoft.com/office/drawing/2014/main" id="{8DA2106E-067F-447B-B878-CE7CA1C20467}"/>
              </a:ext>
            </a:extLst>
          </p:cNvPr>
          <p:cNvSpPr>
            <a:spLocks noGrp="1"/>
          </p:cNvSpPr>
          <p:nvPr>
            <p:ph type="pic" sz="quarter" idx="31"/>
          </p:nvPr>
        </p:nvSpPr>
        <p:spPr>
          <a:xfrm>
            <a:off x="10514947" y="1714500"/>
            <a:ext cx="3202126" cy="2400300"/>
          </a:xfrm>
          <a:solidFill>
            <a:schemeClr val="bg1">
              <a:lumMod val="95000"/>
            </a:schemeClr>
          </a:solidFill>
          <a:ln w="12700">
            <a:solidFill>
              <a:srgbClr val="FF3228"/>
            </a:solidFill>
          </a:ln>
        </p:spPr>
        <p:txBody>
          <a:bodyPr/>
          <a:lstStyle/>
          <a:p>
            <a:endParaRPr lang="es-ES" dirty="0"/>
          </a:p>
        </p:txBody>
      </p:sp>
      <p:sp>
        <p:nvSpPr>
          <p:cNvPr id="14" name="Marcador de posición de imagen 7">
            <a:extLst>
              <a:ext uri="{FF2B5EF4-FFF2-40B4-BE49-F238E27FC236}">
                <a16:creationId xmlns:a16="http://schemas.microsoft.com/office/drawing/2014/main" id="{33664C4B-3043-462E-8507-E1E80D9C8494}"/>
              </a:ext>
            </a:extLst>
          </p:cNvPr>
          <p:cNvSpPr>
            <a:spLocks noGrp="1"/>
          </p:cNvSpPr>
          <p:nvPr>
            <p:ph type="pic" sz="quarter" idx="32"/>
          </p:nvPr>
        </p:nvSpPr>
        <p:spPr>
          <a:xfrm>
            <a:off x="8106101" y="915988"/>
            <a:ext cx="2411600" cy="3997324"/>
          </a:xfrm>
          <a:solidFill>
            <a:schemeClr val="bg1">
              <a:lumMod val="95000"/>
            </a:schemeClr>
          </a:solidFill>
          <a:ln w="12700">
            <a:solidFill>
              <a:srgbClr val="FF3228"/>
            </a:solidFill>
          </a:ln>
        </p:spPr>
        <p:txBody>
          <a:bodyPr/>
          <a:lstStyle/>
          <a:p>
            <a:endParaRPr lang="es-ES" dirty="0"/>
          </a:p>
        </p:txBody>
      </p:sp>
      <p:sp>
        <p:nvSpPr>
          <p:cNvPr id="15" name="Marcador de posición de imagen 7">
            <a:extLst>
              <a:ext uri="{FF2B5EF4-FFF2-40B4-BE49-F238E27FC236}">
                <a16:creationId xmlns:a16="http://schemas.microsoft.com/office/drawing/2014/main" id="{343CE43E-28E9-477C-A5E5-C851AD230074}"/>
              </a:ext>
            </a:extLst>
          </p:cNvPr>
          <p:cNvSpPr>
            <a:spLocks noGrp="1"/>
          </p:cNvSpPr>
          <p:nvPr>
            <p:ph type="pic" sz="quarter" idx="33"/>
          </p:nvPr>
        </p:nvSpPr>
        <p:spPr>
          <a:xfrm>
            <a:off x="1702785" y="1714500"/>
            <a:ext cx="2411600" cy="3997324"/>
          </a:xfrm>
          <a:solidFill>
            <a:schemeClr val="bg1">
              <a:lumMod val="95000"/>
            </a:schemeClr>
          </a:solidFill>
          <a:ln w="12700">
            <a:solidFill>
              <a:srgbClr val="FF3228"/>
            </a:solidFill>
          </a:ln>
        </p:spPr>
        <p:txBody>
          <a:bodyPr/>
          <a:lstStyle/>
          <a:p>
            <a:endParaRPr lang="es-ES" dirty="0"/>
          </a:p>
        </p:txBody>
      </p:sp>
      <p:pic>
        <p:nvPicPr>
          <p:cNvPr id="16" name="Gráfico 15">
            <a:extLst>
              <a:ext uri="{FF2B5EF4-FFF2-40B4-BE49-F238E27FC236}">
                <a16:creationId xmlns:a16="http://schemas.microsoft.com/office/drawing/2014/main" id="{5B12E5B8-D748-4E62-BC7E-C6BC70F186C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Tree>
    <p:extLst>
      <p:ext uri="{BB962C8B-B14F-4D97-AF65-F5344CB8AC3E}">
        <p14:creationId xmlns:p14="http://schemas.microsoft.com/office/powerpoint/2010/main" val="37280036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n columnas">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3E83959-CC60-4784-8801-76D3F62B8A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12" name="Marcador de texto 17">
            <a:extLst>
              <a:ext uri="{FF2B5EF4-FFF2-40B4-BE49-F238E27FC236}">
                <a16:creationId xmlns:a16="http://schemas.microsoft.com/office/drawing/2014/main" id="{DA10493C-84F1-4EEE-AC24-47D0D50A0782}"/>
              </a:ext>
            </a:extLst>
          </p:cNvPr>
          <p:cNvSpPr>
            <a:spLocks noGrp="1"/>
          </p:cNvSpPr>
          <p:nvPr>
            <p:ph type="body" sz="quarter" idx="20" hasCustomPrompt="1"/>
          </p:nvPr>
        </p:nvSpPr>
        <p:spPr>
          <a:xfrm>
            <a:off x="906463" y="6796000"/>
            <a:ext cx="2424638" cy="373062"/>
          </a:xfrm>
        </p:spPr>
        <p:txBody>
          <a:bodyPr lIns="0">
            <a:noAutofit/>
          </a:bodyPr>
          <a:lstStyle>
            <a:lvl1pPr marL="0" indent="0">
              <a:lnSpc>
                <a:spcPts val="1700"/>
              </a:lnSpc>
              <a:spcBef>
                <a:spcPts val="900"/>
              </a:spcBef>
              <a:buNone/>
              <a:defRPr sz="2200" b="1">
                <a:solidFill>
                  <a:srgbClr val="1E1E1E"/>
                </a:solidFill>
              </a:defRPr>
            </a:lvl1pPr>
          </a:lstStyle>
          <a:p>
            <a:pPr lvl="0"/>
            <a:r>
              <a:rPr lang="es-ES" dirty="0" err="1"/>
              <a:t>Lorem</a:t>
            </a:r>
            <a:endParaRPr lang="es-ES" dirty="0"/>
          </a:p>
        </p:txBody>
      </p:sp>
      <p:sp>
        <p:nvSpPr>
          <p:cNvPr id="19" name="Marcador de posición de imagen 7">
            <a:extLst>
              <a:ext uri="{FF2B5EF4-FFF2-40B4-BE49-F238E27FC236}">
                <a16:creationId xmlns:a16="http://schemas.microsoft.com/office/drawing/2014/main" id="{3780FA98-8A2D-4AB0-BCB7-3AF138C66FF0}"/>
              </a:ext>
            </a:extLst>
          </p:cNvPr>
          <p:cNvSpPr>
            <a:spLocks noGrp="1"/>
          </p:cNvSpPr>
          <p:nvPr>
            <p:ph type="pic" sz="quarter" idx="13"/>
          </p:nvPr>
        </p:nvSpPr>
        <p:spPr>
          <a:xfrm>
            <a:off x="915809" y="3311789"/>
            <a:ext cx="2400300" cy="3200400"/>
          </a:xfrm>
          <a:solidFill>
            <a:schemeClr val="bg1">
              <a:lumMod val="95000"/>
            </a:schemeClr>
          </a:solidFill>
          <a:ln w="12700">
            <a:solidFill>
              <a:srgbClr val="FF3228"/>
            </a:solidFill>
          </a:ln>
        </p:spPr>
        <p:txBody>
          <a:bodyPr/>
          <a:lstStyle/>
          <a:p>
            <a:endParaRPr lang="es-ES" dirty="0"/>
          </a:p>
        </p:txBody>
      </p:sp>
      <p:sp>
        <p:nvSpPr>
          <p:cNvPr id="27" name="Marcador de posición de imagen 7">
            <a:extLst>
              <a:ext uri="{FF2B5EF4-FFF2-40B4-BE49-F238E27FC236}">
                <a16:creationId xmlns:a16="http://schemas.microsoft.com/office/drawing/2014/main" id="{9B7EE6F7-5DD1-4328-A105-7EE021AF7520}"/>
              </a:ext>
            </a:extLst>
          </p:cNvPr>
          <p:cNvSpPr>
            <a:spLocks noGrp="1"/>
          </p:cNvSpPr>
          <p:nvPr>
            <p:ph type="pic" sz="quarter" idx="30"/>
          </p:nvPr>
        </p:nvSpPr>
        <p:spPr>
          <a:xfrm>
            <a:off x="4115253" y="3311789"/>
            <a:ext cx="2400300" cy="3200400"/>
          </a:xfrm>
          <a:solidFill>
            <a:schemeClr val="bg1">
              <a:lumMod val="95000"/>
            </a:schemeClr>
          </a:solidFill>
          <a:ln w="12700">
            <a:solidFill>
              <a:srgbClr val="FF3228"/>
            </a:solidFill>
          </a:ln>
        </p:spPr>
        <p:txBody>
          <a:bodyPr/>
          <a:lstStyle/>
          <a:p>
            <a:endParaRPr lang="es-ES" dirty="0"/>
          </a:p>
        </p:txBody>
      </p:sp>
      <p:sp>
        <p:nvSpPr>
          <p:cNvPr id="28" name="Marcador de texto 17">
            <a:extLst>
              <a:ext uri="{FF2B5EF4-FFF2-40B4-BE49-F238E27FC236}">
                <a16:creationId xmlns:a16="http://schemas.microsoft.com/office/drawing/2014/main" id="{4A82BA9A-73BC-4751-94CD-B4947A2EC9D8}"/>
              </a:ext>
            </a:extLst>
          </p:cNvPr>
          <p:cNvSpPr>
            <a:spLocks noGrp="1"/>
          </p:cNvSpPr>
          <p:nvPr>
            <p:ph type="body" sz="quarter" idx="31" hasCustomPrompt="1"/>
          </p:nvPr>
        </p:nvSpPr>
        <p:spPr>
          <a:xfrm>
            <a:off x="4110081" y="6796000"/>
            <a:ext cx="2424638" cy="373062"/>
          </a:xfrm>
        </p:spPr>
        <p:txBody>
          <a:bodyPr lIns="0">
            <a:noAutofit/>
          </a:bodyPr>
          <a:lstStyle>
            <a:lvl1pPr marL="0" indent="0">
              <a:lnSpc>
                <a:spcPts val="1700"/>
              </a:lnSpc>
              <a:spcBef>
                <a:spcPts val="900"/>
              </a:spcBef>
              <a:buNone/>
              <a:defRPr sz="2200" b="1">
                <a:solidFill>
                  <a:srgbClr val="1E1E1E"/>
                </a:solidFill>
              </a:defRPr>
            </a:lvl1pPr>
          </a:lstStyle>
          <a:p>
            <a:pPr lvl="0"/>
            <a:r>
              <a:rPr lang="es-ES" dirty="0" err="1"/>
              <a:t>Lorem</a:t>
            </a:r>
            <a:endParaRPr lang="es-ES" dirty="0"/>
          </a:p>
        </p:txBody>
      </p:sp>
      <p:sp>
        <p:nvSpPr>
          <p:cNvPr id="29" name="Marcador de texto 17">
            <a:extLst>
              <a:ext uri="{FF2B5EF4-FFF2-40B4-BE49-F238E27FC236}">
                <a16:creationId xmlns:a16="http://schemas.microsoft.com/office/drawing/2014/main" id="{33529615-CAB1-40F7-910D-B5988DA2A4FD}"/>
              </a:ext>
            </a:extLst>
          </p:cNvPr>
          <p:cNvSpPr>
            <a:spLocks noGrp="1"/>
          </p:cNvSpPr>
          <p:nvPr>
            <p:ph type="body" sz="quarter" idx="32" hasCustomPrompt="1"/>
          </p:nvPr>
        </p:nvSpPr>
        <p:spPr>
          <a:xfrm>
            <a:off x="7313699" y="6796000"/>
            <a:ext cx="2424638" cy="373062"/>
          </a:xfrm>
        </p:spPr>
        <p:txBody>
          <a:bodyPr lIns="0">
            <a:noAutofit/>
          </a:bodyPr>
          <a:lstStyle>
            <a:lvl1pPr marL="0" indent="0">
              <a:lnSpc>
                <a:spcPts val="1700"/>
              </a:lnSpc>
              <a:spcBef>
                <a:spcPts val="900"/>
              </a:spcBef>
              <a:buNone/>
              <a:defRPr sz="2200" b="1">
                <a:solidFill>
                  <a:srgbClr val="1E1E1E"/>
                </a:solidFill>
              </a:defRPr>
            </a:lvl1pPr>
          </a:lstStyle>
          <a:p>
            <a:pPr lvl="0"/>
            <a:r>
              <a:rPr lang="es-ES" dirty="0" err="1"/>
              <a:t>Lorem</a:t>
            </a:r>
            <a:endParaRPr lang="es-ES" dirty="0"/>
          </a:p>
        </p:txBody>
      </p:sp>
      <p:sp>
        <p:nvSpPr>
          <p:cNvPr id="30" name="Marcador de texto 17">
            <a:extLst>
              <a:ext uri="{FF2B5EF4-FFF2-40B4-BE49-F238E27FC236}">
                <a16:creationId xmlns:a16="http://schemas.microsoft.com/office/drawing/2014/main" id="{531B6A6B-EDF3-44B1-B8FD-71880D1D4A09}"/>
              </a:ext>
            </a:extLst>
          </p:cNvPr>
          <p:cNvSpPr>
            <a:spLocks noGrp="1"/>
          </p:cNvSpPr>
          <p:nvPr>
            <p:ph type="body" sz="quarter" idx="33" hasCustomPrompt="1"/>
          </p:nvPr>
        </p:nvSpPr>
        <p:spPr>
          <a:xfrm>
            <a:off x="10517317" y="6796000"/>
            <a:ext cx="2424638" cy="373062"/>
          </a:xfrm>
        </p:spPr>
        <p:txBody>
          <a:bodyPr lIns="0">
            <a:noAutofit/>
          </a:bodyPr>
          <a:lstStyle>
            <a:lvl1pPr marL="0" indent="0">
              <a:lnSpc>
                <a:spcPts val="1700"/>
              </a:lnSpc>
              <a:spcBef>
                <a:spcPts val="900"/>
              </a:spcBef>
              <a:buNone/>
              <a:defRPr sz="2200" b="1">
                <a:solidFill>
                  <a:srgbClr val="1E1E1E"/>
                </a:solidFill>
              </a:defRPr>
            </a:lvl1pPr>
          </a:lstStyle>
          <a:p>
            <a:pPr lvl="0"/>
            <a:r>
              <a:rPr lang="es-ES" dirty="0" err="1"/>
              <a:t>Lorem</a:t>
            </a:r>
            <a:endParaRPr lang="es-ES" dirty="0"/>
          </a:p>
        </p:txBody>
      </p:sp>
      <p:sp>
        <p:nvSpPr>
          <p:cNvPr id="31" name="Marcador de posición de imagen 7">
            <a:extLst>
              <a:ext uri="{FF2B5EF4-FFF2-40B4-BE49-F238E27FC236}">
                <a16:creationId xmlns:a16="http://schemas.microsoft.com/office/drawing/2014/main" id="{ECAD0CE9-C014-473B-B81E-D00278C0EDA4}"/>
              </a:ext>
            </a:extLst>
          </p:cNvPr>
          <p:cNvSpPr>
            <a:spLocks noGrp="1"/>
          </p:cNvSpPr>
          <p:nvPr>
            <p:ph type="pic" sz="quarter" idx="34"/>
          </p:nvPr>
        </p:nvSpPr>
        <p:spPr>
          <a:xfrm>
            <a:off x="10514142" y="3311789"/>
            <a:ext cx="2400300" cy="3200400"/>
          </a:xfrm>
          <a:solidFill>
            <a:schemeClr val="bg1">
              <a:lumMod val="95000"/>
            </a:schemeClr>
          </a:solidFill>
          <a:ln w="12700">
            <a:solidFill>
              <a:srgbClr val="FF3228"/>
            </a:solidFill>
          </a:ln>
        </p:spPr>
        <p:txBody>
          <a:bodyPr/>
          <a:lstStyle/>
          <a:p>
            <a:endParaRPr lang="es-ES" dirty="0"/>
          </a:p>
        </p:txBody>
      </p:sp>
      <p:sp>
        <p:nvSpPr>
          <p:cNvPr id="32" name="Marcador de posición de imagen 7">
            <a:extLst>
              <a:ext uri="{FF2B5EF4-FFF2-40B4-BE49-F238E27FC236}">
                <a16:creationId xmlns:a16="http://schemas.microsoft.com/office/drawing/2014/main" id="{72034AD0-67BB-4325-86C0-147FA927D81D}"/>
              </a:ext>
            </a:extLst>
          </p:cNvPr>
          <p:cNvSpPr>
            <a:spLocks noGrp="1"/>
          </p:cNvSpPr>
          <p:nvPr>
            <p:ph type="pic" sz="quarter" idx="35"/>
          </p:nvPr>
        </p:nvSpPr>
        <p:spPr>
          <a:xfrm>
            <a:off x="7314697" y="3311789"/>
            <a:ext cx="2400300" cy="3200400"/>
          </a:xfrm>
          <a:solidFill>
            <a:schemeClr val="bg1">
              <a:lumMod val="95000"/>
            </a:schemeClr>
          </a:solidFill>
          <a:ln w="12700">
            <a:solidFill>
              <a:srgbClr val="FF3228"/>
            </a:solidFill>
          </a:ln>
        </p:spPr>
        <p:txBody>
          <a:bodyPr/>
          <a:lstStyle/>
          <a:p>
            <a:endParaRPr lang="es-ES" dirty="0"/>
          </a:p>
        </p:txBody>
      </p:sp>
      <p:sp>
        <p:nvSpPr>
          <p:cNvPr id="33" name="Título 11">
            <a:extLst>
              <a:ext uri="{FF2B5EF4-FFF2-40B4-BE49-F238E27FC236}">
                <a16:creationId xmlns:a16="http://schemas.microsoft.com/office/drawing/2014/main" id="{D69F669D-28FA-4B0C-BB9C-7D685998EDE7}"/>
              </a:ext>
            </a:extLst>
          </p:cNvPr>
          <p:cNvSpPr>
            <a:spLocks noGrp="1"/>
          </p:cNvSpPr>
          <p:nvPr>
            <p:ph type="title" hasCustomPrompt="1"/>
          </p:nvPr>
        </p:nvSpPr>
        <p:spPr>
          <a:xfrm>
            <a:off x="906464" y="1694833"/>
            <a:ext cx="4240890" cy="625828"/>
          </a:xfrm>
        </p:spPr>
        <p:txBody>
          <a:bodyPr lIns="0">
            <a:noAutofit/>
          </a:bodyPr>
          <a:lstStyle>
            <a:lvl1pPr>
              <a:defRPr sz="4600"/>
            </a:lvl1pPr>
          </a:lstStyle>
          <a:p>
            <a:r>
              <a:rPr lang="es-ES" dirty="0" err="1"/>
              <a:t>Lorem</a:t>
            </a:r>
            <a:r>
              <a:rPr lang="es-ES" dirty="0"/>
              <a:t> </a:t>
            </a:r>
            <a:r>
              <a:rPr lang="es-ES" dirty="0" err="1"/>
              <a:t>ipsum</a:t>
            </a:r>
            <a:r>
              <a:rPr lang="es-ES" dirty="0"/>
              <a:t> dolor </a:t>
            </a:r>
            <a:r>
              <a:rPr lang="es-ES" dirty="0" err="1"/>
              <a:t>sit</a:t>
            </a:r>
            <a:endParaRPr lang="es-ES" dirty="0"/>
          </a:p>
        </p:txBody>
      </p:sp>
      <p:sp>
        <p:nvSpPr>
          <p:cNvPr id="16" name="Marcador de número de diapositiva 2">
            <a:extLst>
              <a:ext uri="{FF2B5EF4-FFF2-40B4-BE49-F238E27FC236}">
                <a16:creationId xmlns:a16="http://schemas.microsoft.com/office/drawing/2014/main" id="{E500FB5D-351F-4575-B7EF-810D1F51C889}"/>
              </a:ext>
            </a:extLst>
          </p:cNvPr>
          <p:cNvSpPr>
            <a:spLocks noGrp="1"/>
          </p:cNvSpPr>
          <p:nvPr>
            <p:ph type="sldNum" sz="quarter" idx="10"/>
          </p:nvPr>
        </p:nvSpPr>
        <p:spPr>
          <a:xfrm>
            <a:off x="7000489" y="7763089"/>
            <a:ext cx="629422" cy="395242"/>
          </a:xfrm>
        </p:spPr>
        <p:txBody>
          <a:bodyPr/>
          <a:lstStyle/>
          <a:p>
            <a:fld id="{B005B2D1-880E-4846-A216-7D6770BA1332}" type="slidenum">
              <a:rPr lang="es-ES" smtClean="0"/>
              <a:pPr/>
              <a:t>‹Nº›</a:t>
            </a:fld>
            <a:endParaRPr lang="es-ES" dirty="0"/>
          </a:p>
        </p:txBody>
      </p:sp>
      <p:sp>
        <p:nvSpPr>
          <p:cNvPr id="17" name="CuadroTexto 16">
            <a:extLst>
              <a:ext uri="{FF2B5EF4-FFF2-40B4-BE49-F238E27FC236}">
                <a16:creationId xmlns:a16="http://schemas.microsoft.com/office/drawing/2014/main" id="{613F3599-100D-4EDE-B625-2E2870DC607E}"/>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8" name="Rectángulo 17">
            <a:extLst>
              <a:ext uri="{FF2B5EF4-FFF2-40B4-BE49-F238E27FC236}">
                <a16:creationId xmlns:a16="http://schemas.microsoft.com/office/drawing/2014/main" id="{48FE9D57-2BEB-4433-B31D-D8E3AE3E3FAE}"/>
              </a:ext>
            </a:extLst>
          </p:cNvPr>
          <p:cNvSpPr/>
          <p:nvPr userDrawn="1"/>
        </p:nvSpPr>
        <p:spPr>
          <a:xfrm>
            <a:off x="13723938"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2" name="Gráfico 21">
            <a:extLst>
              <a:ext uri="{FF2B5EF4-FFF2-40B4-BE49-F238E27FC236}">
                <a16:creationId xmlns:a16="http://schemas.microsoft.com/office/drawing/2014/main" id="{42EB7D3F-F701-4629-95CA-4222EB22828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Tree>
    <p:extLst>
      <p:ext uri="{BB962C8B-B14F-4D97-AF65-F5344CB8AC3E}">
        <p14:creationId xmlns:p14="http://schemas.microsoft.com/office/powerpoint/2010/main" val="36165135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a">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EDAE9AC-0B11-4609-A9F3-836E7EDB8C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21" name="Título 11">
            <a:extLst>
              <a:ext uri="{FF2B5EF4-FFF2-40B4-BE49-F238E27FC236}">
                <a16:creationId xmlns:a16="http://schemas.microsoft.com/office/drawing/2014/main" id="{C35EAEC0-F4A2-4FAD-BDFC-45B79A41E2C5}"/>
              </a:ext>
            </a:extLst>
          </p:cNvPr>
          <p:cNvSpPr>
            <a:spLocks noGrp="1"/>
          </p:cNvSpPr>
          <p:nvPr>
            <p:ph type="title" hasCustomPrompt="1"/>
          </p:nvPr>
        </p:nvSpPr>
        <p:spPr>
          <a:xfrm>
            <a:off x="906463" y="1552503"/>
            <a:ext cx="4811360" cy="1017545"/>
          </a:xfrm>
        </p:spPr>
        <p:txBody>
          <a:bodyPr lIns="0" anchor="t">
            <a:noAutofit/>
          </a:bodyPr>
          <a:lstStyle>
            <a:lvl1pPr>
              <a:defRPr sz="3600"/>
            </a:lvl1pPr>
          </a:lstStyle>
          <a:p>
            <a:r>
              <a:rPr lang="es-ES" dirty="0" err="1"/>
              <a:t>Lorem</a:t>
            </a:r>
            <a:r>
              <a:rPr lang="es-ES" dirty="0"/>
              <a:t> </a:t>
            </a:r>
            <a:r>
              <a:rPr lang="es-ES" dirty="0" err="1"/>
              <a:t>Ipsum</a:t>
            </a:r>
            <a:r>
              <a:rPr lang="es-ES" dirty="0"/>
              <a:t>,</a:t>
            </a:r>
            <a:br>
              <a:rPr lang="es-ES" dirty="0"/>
            </a:br>
            <a:r>
              <a:rPr lang="es-ES" dirty="0"/>
              <a:t>dolor </a:t>
            </a:r>
            <a:r>
              <a:rPr lang="es-ES" dirty="0" err="1"/>
              <a:t>est</a:t>
            </a:r>
            <a:endParaRPr lang="es-ES" dirty="0"/>
          </a:p>
        </p:txBody>
      </p:sp>
      <p:sp>
        <p:nvSpPr>
          <p:cNvPr id="24" name="Marcador de texto 17">
            <a:extLst>
              <a:ext uri="{FF2B5EF4-FFF2-40B4-BE49-F238E27FC236}">
                <a16:creationId xmlns:a16="http://schemas.microsoft.com/office/drawing/2014/main" id="{52C19EA0-FEE8-45CC-9FD5-DFBD52A41016}"/>
              </a:ext>
            </a:extLst>
          </p:cNvPr>
          <p:cNvSpPr>
            <a:spLocks noGrp="1"/>
          </p:cNvSpPr>
          <p:nvPr>
            <p:ph type="body" sz="quarter" idx="25" hasCustomPrompt="1"/>
          </p:nvPr>
        </p:nvSpPr>
        <p:spPr>
          <a:xfrm>
            <a:off x="3216985" y="3695700"/>
            <a:ext cx="2424638" cy="493526"/>
          </a:xfrm>
        </p:spPr>
        <p:txBody>
          <a:bodyPr lIns="0">
            <a:noAutofit/>
          </a:bodyPr>
          <a:lstStyle>
            <a:lvl1pPr marL="171450" indent="-171450">
              <a:lnSpc>
                <a:spcPct val="100000"/>
              </a:lnSpc>
              <a:spcBef>
                <a:spcPts val="0"/>
              </a:spcBef>
              <a:buFont typeface="Wingdings" panose="05000000000000000000" pitchFamily="2" charset="2"/>
              <a:buChar char="§"/>
              <a:defRPr sz="1050" b="0">
                <a:solidFill>
                  <a:srgbClr val="7D7878"/>
                </a:solidFill>
              </a:defRPr>
            </a:lvl1pPr>
          </a:lstStyle>
          <a:p>
            <a:pPr lvl="0"/>
            <a:r>
              <a:rPr lang="es-ES" dirty="0"/>
              <a:t>Campus </a:t>
            </a:r>
            <a:r>
              <a:rPr lang="es-ES" dirty="0" err="1"/>
              <a:t>Villaciciosa</a:t>
            </a:r>
            <a:r>
              <a:rPr lang="es-ES" dirty="0"/>
              <a:t> de Odón</a:t>
            </a:r>
          </a:p>
          <a:p>
            <a:pPr lvl="0"/>
            <a:r>
              <a:rPr lang="es-ES" dirty="0"/>
              <a:t>Campus </a:t>
            </a:r>
            <a:r>
              <a:rPr lang="es-ES" dirty="0" err="1"/>
              <a:t>Lorem</a:t>
            </a:r>
            <a:r>
              <a:rPr lang="es-ES" dirty="0"/>
              <a:t> </a:t>
            </a:r>
            <a:r>
              <a:rPr lang="es-ES" dirty="0" err="1"/>
              <a:t>Ipsum</a:t>
            </a:r>
            <a:endParaRPr lang="es-ES" dirty="0"/>
          </a:p>
        </p:txBody>
      </p:sp>
      <p:sp>
        <p:nvSpPr>
          <p:cNvPr id="31" name="Marcador de texto 17">
            <a:extLst>
              <a:ext uri="{FF2B5EF4-FFF2-40B4-BE49-F238E27FC236}">
                <a16:creationId xmlns:a16="http://schemas.microsoft.com/office/drawing/2014/main" id="{E91D8595-2E68-4BF7-8A44-C2F3954E16CB}"/>
              </a:ext>
            </a:extLst>
          </p:cNvPr>
          <p:cNvSpPr>
            <a:spLocks noGrp="1"/>
          </p:cNvSpPr>
          <p:nvPr>
            <p:ph type="body" sz="quarter" idx="26" hasCustomPrompt="1"/>
          </p:nvPr>
        </p:nvSpPr>
        <p:spPr>
          <a:xfrm>
            <a:off x="2844669" y="3469818"/>
            <a:ext cx="2949354" cy="225882"/>
          </a:xfrm>
        </p:spPr>
        <p:txBody>
          <a:bodyPr lIns="0">
            <a:noAutofit/>
          </a:bodyPr>
          <a:lstStyle>
            <a:lvl1pPr marL="0" indent="0">
              <a:lnSpc>
                <a:spcPts val="1700"/>
              </a:lnSpc>
              <a:spcBef>
                <a:spcPts val="900"/>
              </a:spcBef>
              <a:buNone/>
              <a:defRPr sz="1400" b="1">
                <a:solidFill>
                  <a:srgbClr val="504B4B"/>
                </a:solidFill>
              </a:defRPr>
            </a:lvl1pPr>
          </a:lstStyle>
          <a:p>
            <a:pPr lvl="0"/>
            <a:r>
              <a:rPr lang="es-ES" dirty="0"/>
              <a:t>Universidad </a:t>
            </a:r>
            <a:r>
              <a:rPr lang="es-ES" dirty="0" err="1"/>
              <a:t>Euripea</a:t>
            </a:r>
            <a:r>
              <a:rPr lang="es-ES" dirty="0"/>
              <a:t> de Madrid</a:t>
            </a:r>
          </a:p>
        </p:txBody>
      </p:sp>
      <p:sp>
        <p:nvSpPr>
          <p:cNvPr id="2" name="Marcador de número de diapositiva 1">
            <a:extLst>
              <a:ext uri="{FF2B5EF4-FFF2-40B4-BE49-F238E27FC236}">
                <a16:creationId xmlns:a16="http://schemas.microsoft.com/office/drawing/2014/main" id="{0F56DA75-FAAD-482B-9A3D-89FD62DA8BC6}"/>
              </a:ext>
            </a:extLst>
          </p:cNvPr>
          <p:cNvSpPr>
            <a:spLocks noGrp="1"/>
          </p:cNvSpPr>
          <p:nvPr>
            <p:ph type="sldNum" sz="quarter" idx="27"/>
          </p:nvPr>
        </p:nvSpPr>
        <p:spPr/>
        <p:txBody>
          <a:bodyPr/>
          <a:lstStyle/>
          <a:p>
            <a:fld id="{B005B2D1-880E-4846-A216-7D6770BA1332}" type="slidenum">
              <a:rPr lang="es-ES" smtClean="0"/>
              <a:pPr/>
              <a:t>‹Nº›</a:t>
            </a:fld>
            <a:endParaRPr lang="es-ES" dirty="0"/>
          </a:p>
        </p:txBody>
      </p:sp>
      <p:sp>
        <p:nvSpPr>
          <p:cNvPr id="15" name="CuadroTexto 14">
            <a:extLst>
              <a:ext uri="{FF2B5EF4-FFF2-40B4-BE49-F238E27FC236}">
                <a16:creationId xmlns:a16="http://schemas.microsoft.com/office/drawing/2014/main" id="{043A20FD-3088-4C08-A896-40C73FCB5BA3}"/>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pic>
        <p:nvPicPr>
          <p:cNvPr id="10" name="Gráfico 9">
            <a:extLst>
              <a:ext uri="{FF2B5EF4-FFF2-40B4-BE49-F238E27FC236}">
                <a16:creationId xmlns:a16="http://schemas.microsoft.com/office/drawing/2014/main" id="{629E4406-5AB3-40E1-AE60-3E9D5E3BE02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323884" y="7585901"/>
            <a:ext cx="1400054" cy="385200"/>
          </a:xfrm>
          <a:prstGeom prst="rect">
            <a:avLst/>
          </a:prstGeom>
        </p:spPr>
      </p:pic>
      <p:sp>
        <p:nvSpPr>
          <p:cNvPr id="11" name="Rectángulo 10">
            <a:extLst>
              <a:ext uri="{FF2B5EF4-FFF2-40B4-BE49-F238E27FC236}">
                <a16:creationId xmlns:a16="http://schemas.microsoft.com/office/drawing/2014/main" id="{1271302C-5883-42E5-890D-1DFC7529C145}"/>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7152213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Video 01">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AC068F99-764F-424E-8024-130EAA167B6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2" name="CuadroTexto 11">
            <a:extLst>
              <a:ext uri="{FF2B5EF4-FFF2-40B4-BE49-F238E27FC236}">
                <a16:creationId xmlns:a16="http://schemas.microsoft.com/office/drawing/2014/main" id="{EFB1D499-716A-4201-8286-436D35BCDF83}"/>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3" name="Marcador de texto 17">
            <a:extLst>
              <a:ext uri="{FF2B5EF4-FFF2-40B4-BE49-F238E27FC236}">
                <a16:creationId xmlns:a16="http://schemas.microsoft.com/office/drawing/2014/main" id="{A78FCA1D-CCE6-4157-8F93-C7B67280B1C3}"/>
              </a:ext>
            </a:extLst>
          </p:cNvPr>
          <p:cNvSpPr>
            <a:spLocks noGrp="1"/>
          </p:cNvSpPr>
          <p:nvPr>
            <p:ph type="body" sz="quarter" idx="15" hasCustomPrompt="1"/>
          </p:nvPr>
        </p:nvSpPr>
        <p:spPr>
          <a:xfrm>
            <a:off x="906463" y="2164756"/>
            <a:ext cx="3160712" cy="683816"/>
          </a:xfrm>
        </p:spPr>
        <p:txBody>
          <a:bodyPr lIns="0">
            <a:normAutofit/>
          </a:bodyPr>
          <a:lstStyle>
            <a:lvl1pPr marL="0" indent="0">
              <a:lnSpc>
                <a:spcPts val="2800"/>
              </a:lnSpc>
              <a:buNone/>
              <a:defRPr sz="2400" b="1"/>
            </a:lvl1pPr>
          </a:lstStyle>
          <a:p>
            <a:pPr lvl="0"/>
            <a:r>
              <a:rPr lang="es-ES" dirty="0" err="1"/>
              <a:t>Aximinct</a:t>
            </a:r>
            <a:r>
              <a:rPr lang="es-ES" dirty="0"/>
              <a:t> </a:t>
            </a:r>
            <a:r>
              <a:rPr lang="es-ES" dirty="0" err="1"/>
              <a:t>emquibus</a:t>
            </a:r>
            <a:r>
              <a:rPr lang="es-ES" dirty="0"/>
              <a:t> et </a:t>
            </a:r>
            <a:r>
              <a:rPr lang="es-ES" dirty="0" err="1"/>
              <a:t>facium</a:t>
            </a:r>
            <a:r>
              <a:rPr lang="es-ES" dirty="0"/>
              <a:t> </a:t>
            </a:r>
            <a:r>
              <a:rPr lang="es-ES" dirty="0" err="1"/>
              <a:t>natur</a:t>
            </a:r>
            <a:endParaRPr lang="es-ES" dirty="0"/>
          </a:p>
        </p:txBody>
      </p:sp>
      <p:sp>
        <p:nvSpPr>
          <p:cNvPr id="14" name="Marcador de texto 17">
            <a:extLst>
              <a:ext uri="{FF2B5EF4-FFF2-40B4-BE49-F238E27FC236}">
                <a16:creationId xmlns:a16="http://schemas.microsoft.com/office/drawing/2014/main" id="{C9B153C2-A5A2-4A37-B4C4-93BE5322D946}"/>
              </a:ext>
            </a:extLst>
          </p:cNvPr>
          <p:cNvSpPr>
            <a:spLocks noGrp="1"/>
          </p:cNvSpPr>
          <p:nvPr>
            <p:ph type="body" sz="quarter" idx="16" hasCustomPrompt="1"/>
          </p:nvPr>
        </p:nvSpPr>
        <p:spPr>
          <a:xfrm>
            <a:off x="906463" y="3082449"/>
            <a:ext cx="4043094" cy="2951858"/>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a:t>
            </a:r>
            <a:r>
              <a:rPr lang="es-ES" dirty="0"/>
              <a:t>.</a:t>
            </a:r>
          </a:p>
          <a:p>
            <a:pPr lvl="0"/>
            <a:r>
              <a:rPr lang="es-ES" dirty="0"/>
              <a:t> </a:t>
            </a:r>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a:t>
            </a:r>
          </a:p>
        </p:txBody>
      </p:sp>
      <p:sp>
        <p:nvSpPr>
          <p:cNvPr id="19" name="Marcador de medios 18">
            <a:extLst>
              <a:ext uri="{FF2B5EF4-FFF2-40B4-BE49-F238E27FC236}">
                <a16:creationId xmlns:a16="http://schemas.microsoft.com/office/drawing/2014/main" id="{169C610A-8CEB-49BD-A02C-33C7C6C6EFDD}"/>
              </a:ext>
            </a:extLst>
          </p:cNvPr>
          <p:cNvSpPr>
            <a:spLocks noGrp="1"/>
          </p:cNvSpPr>
          <p:nvPr>
            <p:ph type="media" sz="quarter" idx="17"/>
          </p:nvPr>
        </p:nvSpPr>
        <p:spPr>
          <a:xfrm>
            <a:off x="5708651" y="1709737"/>
            <a:ext cx="8001000" cy="4800600"/>
          </a:xfrm>
          <a:solidFill>
            <a:schemeClr val="bg1">
              <a:lumMod val="95000"/>
            </a:schemeClr>
          </a:solidFill>
          <a:ln w="12700">
            <a:solidFill>
              <a:srgbClr val="FF3228"/>
            </a:solidFill>
          </a:ln>
        </p:spPr>
        <p:txBody>
          <a:bodyPr vert="horz" lIns="91440" tIns="45720" rIns="91440" bIns="45720" rtlCol="0">
            <a:normAutofit/>
          </a:bodyPr>
          <a:lstStyle>
            <a:lvl1pPr>
              <a:defRPr lang="es-ES" dirty="0"/>
            </a:lvl1pPr>
          </a:lstStyle>
          <a:p>
            <a:pPr lvl="0"/>
            <a:endParaRPr lang="es-ES" dirty="0"/>
          </a:p>
        </p:txBody>
      </p:sp>
      <p:sp>
        <p:nvSpPr>
          <p:cNvPr id="4" name="Marcador de número de diapositiva 3">
            <a:extLst>
              <a:ext uri="{FF2B5EF4-FFF2-40B4-BE49-F238E27FC236}">
                <a16:creationId xmlns:a16="http://schemas.microsoft.com/office/drawing/2014/main" id="{D430ADB0-29E8-4183-AE20-D83159E4C07D}"/>
              </a:ext>
            </a:extLst>
          </p:cNvPr>
          <p:cNvSpPr>
            <a:spLocks noGrp="1"/>
          </p:cNvSpPr>
          <p:nvPr>
            <p:ph type="sldNum" sz="quarter" idx="18"/>
          </p:nvPr>
        </p:nvSpPr>
        <p:spPr/>
        <p:txBody>
          <a:bodyPr/>
          <a:lstStyle/>
          <a:p>
            <a:fld id="{B005B2D1-880E-4846-A216-7D6770BA1332}" type="slidenum">
              <a:rPr lang="es-ES" smtClean="0"/>
              <a:pPr/>
              <a:t>‹Nº›</a:t>
            </a:fld>
            <a:endParaRPr lang="es-ES" dirty="0"/>
          </a:p>
        </p:txBody>
      </p:sp>
      <p:sp>
        <p:nvSpPr>
          <p:cNvPr id="16" name="Rectángulo 15">
            <a:extLst>
              <a:ext uri="{FF2B5EF4-FFF2-40B4-BE49-F238E27FC236}">
                <a16:creationId xmlns:a16="http://schemas.microsoft.com/office/drawing/2014/main" id="{96E7B0EF-E60B-4C99-93CC-1F4F6D612EB6}"/>
              </a:ext>
            </a:extLst>
          </p:cNvPr>
          <p:cNvSpPr/>
          <p:nvPr userDrawn="1"/>
        </p:nvSpPr>
        <p:spPr>
          <a:xfrm>
            <a:off x="13723938"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Gráfico 9">
            <a:extLst>
              <a:ext uri="{FF2B5EF4-FFF2-40B4-BE49-F238E27FC236}">
                <a16:creationId xmlns:a16="http://schemas.microsoft.com/office/drawing/2014/main" id="{02E95C61-5472-48C9-8E90-F334A42CE12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Tree>
    <p:extLst>
      <p:ext uri="{BB962C8B-B14F-4D97-AF65-F5344CB8AC3E}">
        <p14:creationId xmlns:p14="http://schemas.microsoft.com/office/powerpoint/2010/main" val="29051135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Video 02">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976856B-1B10-45A4-B212-5F51115827D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2" name="CuadroTexto 11">
            <a:extLst>
              <a:ext uri="{FF2B5EF4-FFF2-40B4-BE49-F238E27FC236}">
                <a16:creationId xmlns:a16="http://schemas.microsoft.com/office/drawing/2014/main" id="{EFB1D499-716A-4201-8286-436D35BCDF83}"/>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3" name="Marcador de texto 17">
            <a:extLst>
              <a:ext uri="{FF2B5EF4-FFF2-40B4-BE49-F238E27FC236}">
                <a16:creationId xmlns:a16="http://schemas.microsoft.com/office/drawing/2014/main" id="{A78FCA1D-CCE6-4157-8F93-C7B67280B1C3}"/>
              </a:ext>
            </a:extLst>
          </p:cNvPr>
          <p:cNvSpPr>
            <a:spLocks noGrp="1"/>
          </p:cNvSpPr>
          <p:nvPr>
            <p:ph type="body" sz="quarter" idx="15" hasCustomPrompt="1"/>
          </p:nvPr>
        </p:nvSpPr>
        <p:spPr>
          <a:xfrm>
            <a:off x="11312845" y="2441186"/>
            <a:ext cx="2411093" cy="1216413"/>
          </a:xfrm>
        </p:spPr>
        <p:txBody>
          <a:bodyPr lIns="0">
            <a:normAutofit/>
          </a:bodyPr>
          <a:lstStyle>
            <a:lvl1pPr marL="0" indent="0">
              <a:lnSpc>
                <a:spcPts val="2800"/>
              </a:lnSpc>
              <a:buNone/>
              <a:defRPr sz="2400" b="1"/>
            </a:lvl1pPr>
          </a:lstStyle>
          <a:p>
            <a:pPr lvl="0"/>
            <a:r>
              <a:rPr lang="es-ES" dirty="0" err="1"/>
              <a:t>Aximinct</a:t>
            </a:r>
            <a:r>
              <a:rPr lang="es-ES" dirty="0"/>
              <a:t> </a:t>
            </a:r>
            <a:r>
              <a:rPr lang="es-ES" dirty="0" err="1"/>
              <a:t>emquibus</a:t>
            </a:r>
            <a:br>
              <a:rPr lang="es-ES" dirty="0"/>
            </a:br>
            <a:r>
              <a:rPr lang="es-ES" dirty="0"/>
              <a:t>et </a:t>
            </a:r>
            <a:r>
              <a:rPr lang="es-ES" dirty="0" err="1"/>
              <a:t>facium</a:t>
            </a:r>
            <a:r>
              <a:rPr lang="es-ES" dirty="0"/>
              <a:t> </a:t>
            </a:r>
            <a:r>
              <a:rPr lang="es-ES" dirty="0" err="1"/>
              <a:t>natur</a:t>
            </a:r>
            <a:endParaRPr lang="es-ES" dirty="0"/>
          </a:p>
        </p:txBody>
      </p:sp>
      <p:sp>
        <p:nvSpPr>
          <p:cNvPr id="14" name="Marcador de texto 17">
            <a:extLst>
              <a:ext uri="{FF2B5EF4-FFF2-40B4-BE49-F238E27FC236}">
                <a16:creationId xmlns:a16="http://schemas.microsoft.com/office/drawing/2014/main" id="{C9B153C2-A5A2-4A37-B4C4-93BE5322D946}"/>
              </a:ext>
            </a:extLst>
          </p:cNvPr>
          <p:cNvSpPr>
            <a:spLocks noGrp="1"/>
          </p:cNvSpPr>
          <p:nvPr>
            <p:ph type="body" sz="quarter" idx="16" hasCustomPrompt="1"/>
          </p:nvPr>
        </p:nvSpPr>
        <p:spPr>
          <a:xfrm>
            <a:off x="11312845" y="3745440"/>
            <a:ext cx="2377226" cy="2742319"/>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ex, </a:t>
            </a:r>
            <a:r>
              <a:rPr lang="es-ES" dirty="0" err="1"/>
              <a:t>ullabore</a:t>
            </a:r>
            <a:r>
              <a:rPr lang="es-ES" dirty="0"/>
              <a:t>..</a:t>
            </a:r>
          </a:p>
        </p:txBody>
      </p:sp>
      <p:sp>
        <p:nvSpPr>
          <p:cNvPr id="19" name="Marcador de medios 18">
            <a:extLst>
              <a:ext uri="{FF2B5EF4-FFF2-40B4-BE49-F238E27FC236}">
                <a16:creationId xmlns:a16="http://schemas.microsoft.com/office/drawing/2014/main" id="{169C610A-8CEB-49BD-A02C-33C7C6C6EFDD}"/>
              </a:ext>
            </a:extLst>
          </p:cNvPr>
          <p:cNvSpPr>
            <a:spLocks noGrp="1"/>
          </p:cNvSpPr>
          <p:nvPr>
            <p:ph type="media" sz="quarter" idx="17"/>
          </p:nvPr>
        </p:nvSpPr>
        <p:spPr>
          <a:xfrm>
            <a:off x="911226" y="1712912"/>
            <a:ext cx="9601200" cy="5600700"/>
          </a:xfrm>
          <a:solidFill>
            <a:schemeClr val="bg1">
              <a:lumMod val="95000"/>
            </a:schemeClr>
          </a:solidFill>
          <a:ln w="12700">
            <a:solidFill>
              <a:srgbClr val="FF3228"/>
            </a:solidFill>
          </a:ln>
        </p:spPr>
        <p:txBody>
          <a:bodyPr vert="horz" lIns="91440" tIns="45720" rIns="91440" bIns="45720" rtlCol="0">
            <a:normAutofit/>
          </a:bodyPr>
          <a:lstStyle>
            <a:lvl1pPr>
              <a:defRPr lang="es-ES" dirty="0"/>
            </a:lvl1pPr>
          </a:lstStyle>
          <a:p>
            <a:pPr lvl="0"/>
            <a:endParaRPr lang="es-ES" dirty="0"/>
          </a:p>
        </p:txBody>
      </p:sp>
      <p:sp>
        <p:nvSpPr>
          <p:cNvPr id="4" name="Marcador de número de diapositiva 3">
            <a:extLst>
              <a:ext uri="{FF2B5EF4-FFF2-40B4-BE49-F238E27FC236}">
                <a16:creationId xmlns:a16="http://schemas.microsoft.com/office/drawing/2014/main" id="{D430ADB0-29E8-4183-AE20-D83159E4C07D}"/>
              </a:ext>
            </a:extLst>
          </p:cNvPr>
          <p:cNvSpPr>
            <a:spLocks noGrp="1"/>
          </p:cNvSpPr>
          <p:nvPr>
            <p:ph type="sldNum" sz="quarter" idx="18"/>
          </p:nvPr>
        </p:nvSpPr>
        <p:spPr/>
        <p:txBody>
          <a:bodyPr/>
          <a:lstStyle/>
          <a:p>
            <a:fld id="{B005B2D1-880E-4846-A216-7D6770BA1332}" type="slidenum">
              <a:rPr lang="es-ES" smtClean="0"/>
              <a:pPr/>
              <a:t>‹Nº›</a:t>
            </a:fld>
            <a:endParaRPr lang="es-ES" dirty="0"/>
          </a:p>
        </p:txBody>
      </p:sp>
      <p:sp>
        <p:nvSpPr>
          <p:cNvPr id="16" name="Rectángulo 15">
            <a:extLst>
              <a:ext uri="{FF2B5EF4-FFF2-40B4-BE49-F238E27FC236}">
                <a16:creationId xmlns:a16="http://schemas.microsoft.com/office/drawing/2014/main" id="{96E7B0EF-E60B-4C99-93CC-1F4F6D612EB6}"/>
              </a:ext>
            </a:extLst>
          </p:cNvPr>
          <p:cNvSpPr/>
          <p:nvPr userDrawn="1"/>
        </p:nvSpPr>
        <p:spPr>
          <a:xfrm>
            <a:off x="13723938"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Gráfico 9">
            <a:extLst>
              <a:ext uri="{FF2B5EF4-FFF2-40B4-BE49-F238E27FC236}">
                <a16:creationId xmlns:a16="http://schemas.microsoft.com/office/drawing/2014/main" id="{31E16921-0A8F-4550-9360-FF9B9DC96C2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06463" y="332974"/>
            <a:ext cx="1400054" cy="385200"/>
          </a:xfrm>
          <a:prstGeom prst="rect">
            <a:avLst/>
          </a:prstGeom>
        </p:spPr>
      </p:pic>
    </p:spTree>
    <p:extLst>
      <p:ext uri="{BB962C8B-B14F-4D97-AF65-F5344CB8AC3E}">
        <p14:creationId xmlns:p14="http://schemas.microsoft.com/office/powerpoint/2010/main" val="25087362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stacado rojo 01">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6813DD7-5AAB-469F-A55F-E0B0879C14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4630399" cy="8229600"/>
          </a:xfrm>
          <a:prstGeom prst="rect">
            <a:avLst/>
          </a:prstGeom>
        </p:spPr>
      </p:pic>
      <p:sp>
        <p:nvSpPr>
          <p:cNvPr id="4" name="Rectángulo 3">
            <a:extLst>
              <a:ext uri="{FF2B5EF4-FFF2-40B4-BE49-F238E27FC236}">
                <a16:creationId xmlns:a16="http://schemas.microsoft.com/office/drawing/2014/main" id="{30F9259F-958B-42DA-8086-83650D25877B}"/>
              </a:ext>
            </a:extLst>
          </p:cNvPr>
          <p:cNvSpPr/>
          <p:nvPr userDrawn="1"/>
        </p:nvSpPr>
        <p:spPr>
          <a:xfrm>
            <a:off x="9708797" y="3308350"/>
            <a:ext cx="800100" cy="8001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Rectángulo 19">
            <a:extLst>
              <a:ext uri="{FF2B5EF4-FFF2-40B4-BE49-F238E27FC236}">
                <a16:creationId xmlns:a16="http://schemas.microsoft.com/office/drawing/2014/main" id="{A12ED80D-9979-4A2A-A7AF-1A927F9FF1EE}"/>
              </a:ext>
            </a:extLst>
          </p:cNvPr>
          <p:cNvSpPr/>
          <p:nvPr userDrawn="1"/>
        </p:nvSpPr>
        <p:spPr>
          <a:xfrm>
            <a:off x="5717823" y="3308350"/>
            <a:ext cx="800100" cy="8001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20">
            <a:extLst>
              <a:ext uri="{FF2B5EF4-FFF2-40B4-BE49-F238E27FC236}">
                <a16:creationId xmlns:a16="http://schemas.microsoft.com/office/drawing/2014/main" id="{84B03785-BFD2-44C5-BB4E-3B16BD97B804}"/>
              </a:ext>
            </a:extLst>
          </p:cNvPr>
          <p:cNvSpPr/>
          <p:nvPr userDrawn="1"/>
        </p:nvSpPr>
        <p:spPr>
          <a:xfrm>
            <a:off x="1712244" y="3308350"/>
            <a:ext cx="800100" cy="800100"/>
          </a:xfrm>
          <a:prstGeom prst="rect">
            <a:avLst/>
          </a:prstGeom>
          <a:solidFill>
            <a:schemeClr val="bg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Título 11">
            <a:extLst>
              <a:ext uri="{FF2B5EF4-FFF2-40B4-BE49-F238E27FC236}">
                <a16:creationId xmlns:a16="http://schemas.microsoft.com/office/drawing/2014/main" id="{E45EE8D0-3795-421B-8794-6F214183AE2D}"/>
              </a:ext>
            </a:extLst>
          </p:cNvPr>
          <p:cNvSpPr>
            <a:spLocks noGrp="1"/>
          </p:cNvSpPr>
          <p:nvPr>
            <p:ph type="title" hasCustomPrompt="1"/>
          </p:nvPr>
        </p:nvSpPr>
        <p:spPr>
          <a:xfrm>
            <a:off x="906463" y="1220611"/>
            <a:ext cx="7390870" cy="625828"/>
          </a:xfrm>
        </p:spPr>
        <p:txBody>
          <a:bodyPr lIns="0">
            <a:noAutofit/>
          </a:bodyPr>
          <a:lstStyle>
            <a:lvl1pPr>
              <a:defRPr sz="4300"/>
            </a:lvl1pPr>
          </a:lstStyle>
          <a:p>
            <a:r>
              <a:rPr lang="es-ES" dirty="0" err="1"/>
              <a:t>Lorem</a:t>
            </a:r>
            <a:r>
              <a:rPr lang="es-ES" dirty="0"/>
              <a:t> </a:t>
            </a:r>
            <a:r>
              <a:rPr lang="es-ES" dirty="0" err="1"/>
              <a:t>ipsum</a:t>
            </a:r>
            <a:r>
              <a:rPr lang="es-ES" dirty="0"/>
              <a:t> dolor </a:t>
            </a:r>
            <a:r>
              <a:rPr lang="es-ES" dirty="0" err="1"/>
              <a:t>sit</a:t>
            </a:r>
            <a:r>
              <a:rPr lang="es-ES" dirty="0"/>
              <a:t> </a:t>
            </a:r>
            <a:r>
              <a:rPr lang="es-ES" dirty="0" err="1"/>
              <a:t>ipsum</a:t>
            </a:r>
            <a:endParaRPr lang="es-ES" dirty="0"/>
          </a:p>
        </p:txBody>
      </p:sp>
      <p:sp>
        <p:nvSpPr>
          <p:cNvPr id="13" name="Marcador de texto 17">
            <a:extLst>
              <a:ext uri="{FF2B5EF4-FFF2-40B4-BE49-F238E27FC236}">
                <a16:creationId xmlns:a16="http://schemas.microsoft.com/office/drawing/2014/main" id="{7D66B800-7A66-4A48-A91A-7D0987C03448}"/>
              </a:ext>
            </a:extLst>
          </p:cNvPr>
          <p:cNvSpPr>
            <a:spLocks noGrp="1"/>
          </p:cNvSpPr>
          <p:nvPr>
            <p:ph type="body" sz="quarter" idx="22" hasCustomPrompt="1"/>
          </p:nvPr>
        </p:nvSpPr>
        <p:spPr>
          <a:xfrm>
            <a:off x="1704624" y="5100648"/>
            <a:ext cx="3262487" cy="1819441"/>
          </a:xfrm>
        </p:spPr>
        <p:txBody>
          <a:bodyPr lIns="0">
            <a:noAutofit/>
          </a:bodyPr>
          <a:lstStyle>
            <a:lvl1pPr marL="0" indent="0">
              <a:lnSpc>
                <a:spcPts val="1700"/>
              </a:lnSpc>
              <a:spcBef>
                <a:spcPts val="900"/>
              </a:spcBef>
              <a:buNone/>
              <a:defRPr sz="1440" b="0">
                <a:solidFill>
                  <a:schemeClr val="bg1"/>
                </a:solidFill>
              </a:defRPr>
            </a:lvl1pPr>
          </a:lstStyle>
          <a:p>
            <a:pPr lvl="0"/>
            <a:r>
              <a:rPr lang="es-ES" dirty="0"/>
              <a:t>Ma </a:t>
            </a:r>
            <a:r>
              <a:rPr lang="es-ES" dirty="0" err="1"/>
              <a:t>vendest</a:t>
            </a:r>
            <a:r>
              <a:rPr lang="es-ES" dirty="0"/>
              <a:t> as qui </a:t>
            </a:r>
            <a:r>
              <a:rPr lang="es-ES" dirty="0" err="1"/>
              <a:t>beaPoribus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quid </a:t>
            </a:r>
            <a:r>
              <a:rPr lang="es-ES" dirty="0" err="1"/>
              <a:t>ullestrum</a:t>
            </a:r>
            <a:r>
              <a:rPr lang="es-ES" dirty="0"/>
              <a:t> quia </a:t>
            </a:r>
            <a:r>
              <a:rPr lang="es-ES" dirty="0" err="1"/>
              <a:t>estemqu</a:t>
            </a:r>
            <a:r>
              <a:rPr lang="es-ES" dirty="0"/>
              <a:t>.</a:t>
            </a:r>
          </a:p>
          <a:p>
            <a:pPr lvl="0"/>
            <a:r>
              <a:rPr lang="es-ES" dirty="0" err="1"/>
              <a:t>Estemque</a:t>
            </a:r>
            <a:r>
              <a:rPr lang="es-ES" dirty="0"/>
              <a:t> </a:t>
            </a:r>
            <a:r>
              <a:rPr lang="es-ES" dirty="0" err="1"/>
              <a:t>Lorem</a:t>
            </a:r>
            <a:r>
              <a:rPr lang="es-ES" dirty="0"/>
              <a:t> </a:t>
            </a:r>
            <a:r>
              <a:rPr lang="es-ES" dirty="0" err="1"/>
              <a:t>ipsum</a:t>
            </a:r>
            <a:r>
              <a:rPr lang="es-ES" dirty="0"/>
              <a:t> </a:t>
            </a:r>
            <a:r>
              <a:rPr lang="es-ES" dirty="0" err="1"/>
              <a:t>milupta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quiadit</a:t>
            </a:r>
            <a:r>
              <a:rPr lang="es-ES" dirty="0"/>
              <a:t> </a:t>
            </a:r>
            <a:r>
              <a:rPr lang="es-ES" dirty="0" err="1"/>
              <a:t>samus</a:t>
            </a:r>
            <a:r>
              <a:rPr lang="es-ES" dirty="0"/>
              <a:t> </a:t>
            </a:r>
            <a:r>
              <a:rPr lang="es-ES" dirty="0" err="1"/>
              <a:t>amsa</a:t>
            </a:r>
            <a:r>
              <a:rPr lang="es-ES" dirty="0"/>
              <a:t> </a:t>
            </a:r>
            <a:r>
              <a:rPr lang="es-ES" dirty="0" err="1"/>
              <a:t>conse</a:t>
            </a:r>
            <a:r>
              <a:rPr lang="es-ES" dirty="0"/>
              <a:t> </a:t>
            </a:r>
            <a:r>
              <a:rPr lang="es-ES" dirty="0" err="1"/>
              <a:t>conet</a:t>
            </a:r>
            <a:r>
              <a:rPr lang="es-ES" dirty="0"/>
              <a:t> </a:t>
            </a:r>
            <a:r>
              <a:rPr lang="es-ES" dirty="0" err="1"/>
              <a:t>ullabor</a:t>
            </a:r>
            <a:r>
              <a:rPr lang="es-ES" dirty="0"/>
              <a:t>.</a:t>
            </a:r>
          </a:p>
        </p:txBody>
      </p:sp>
      <p:sp>
        <p:nvSpPr>
          <p:cNvPr id="14" name="Marcador de texto 17">
            <a:extLst>
              <a:ext uri="{FF2B5EF4-FFF2-40B4-BE49-F238E27FC236}">
                <a16:creationId xmlns:a16="http://schemas.microsoft.com/office/drawing/2014/main" id="{17103512-22F3-4B94-A25D-048AE848AB37}"/>
              </a:ext>
            </a:extLst>
          </p:cNvPr>
          <p:cNvSpPr>
            <a:spLocks noGrp="1"/>
          </p:cNvSpPr>
          <p:nvPr>
            <p:ph type="body" sz="quarter" idx="15" hasCustomPrompt="1"/>
          </p:nvPr>
        </p:nvSpPr>
        <p:spPr>
          <a:xfrm>
            <a:off x="1704624" y="4295110"/>
            <a:ext cx="2833509" cy="805538"/>
          </a:xfrm>
        </p:spPr>
        <p:txBody>
          <a:bodyPr lIns="0">
            <a:noAutofit/>
          </a:bodyPr>
          <a:lstStyle>
            <a:lvl1pPr marL="0" indent="0">
              <a:lnSpc>
                <a:spcPts val="2800"/>
              </a:lnSpc>
              <a:buNone/>
              <a:defRPr sz="2200" b="1">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15" name="Marcador de texto 17">
            <a:extLst>
              <a:ext uri="{FF2B5EF4-FFF2-40B4-BE49-F238E27FC236}">
                <a16:creationId xmlns:a16="http://schemas.microsoft.com/office/drawing/2014/main" id="{D38D5DB7-327A-41B5-90F2-CBC66EE13DBD}"/>
              </a:ext>
            </a:extLst>
          </p:cNvPr>
          <p:cNvSpPr>
            <a:spLocks noGrp="1"/>
          </p:cNvSpPr>
          <p:nvPr>
            <p:ph type="body" sz="quarter" idx="23" hasCustomPrompt="1"/>
          </p:nvPr>
        </p:nvSpPr>
        <p:spPr>
          <a:xfrm>
            <a:off x="5717823" y="5100648"/>
            <a:ext cx="3262487" cy="1819441"/>
          </a:xfrm>
        </p:spPr>
        <p:txBody>
          <a:bodyPr lIns="0">
            <a:noAutofit/>
          </a:bodyPr>
          <a:lstStyle>
            <a:lvl1pPr marL="0" indent="0">
              <a:lnSpc>
                <a:spcPts val="1700"/>
              </a:lnSpc>
              <a:spcBef>
                <a:spcPts val="900"/>
              </a:spcBef>
              <a:buNone/>
              <a:defRPr sz="1440" b="0">
                <a:solidFill>
                  <a:schemeClr val="bg1"/>
                </a:solidFill>
              </a:defRPr>
            </a:lvl1pPr>
          </a:lstStyle>
          <a:p>
            <a:pPr lvl="0"/>
            <a:r>
              <a:rPr lang="es-ES" dirty="0"/>
              <a:t>Ma </a:t>
            </a:r>
            <a:r>
              <a:rPr lang="es-ES" dirty="0" err="1"/>
              <a:t>vendest</a:t>
            </a:r>
            <a:r>
              <a:rPr lang="es-ES" dirty="0"/>
              <a:t> as qui </a:t>
            </a:r>
            <a:r>
              <a:rPr lang="es-ES" dirty="0" err="1"/>
              <a:t>beaPoribus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quid </a:t>
            </a:r>
            <a:r>
              <a:rPr lang="es-ES" dirty="0" err="1"/>
              <a:t>ullestrum</a:t>
            </a:r>
            <a:r>
              <a:rPr lang="es-ES" dirty="0"/>
              <a:t> quia </a:t>
            </a:r>
            <a:r>
              <a:rPr lang="es-ES" dirty="0" err="1"/>
              <a:t>estemqu</a:t>
            </a:r>
            <a:r>
              <a:rPr lang="es-ES" dirty="0"/>
              <a:t>.</a:t>
            </a:r>
          </a:p>
          <a:p>
            <a:pPr lvl="0"/>
            <a:r>
              <a:rPr lang="es-ES" dirty="0" err="1"/>
              <a:t>Estemque</a:t>
            </a:r>
            <a:r>
              <a:rPr lang="es-ES" dirty="0"/>
              <a:t> </a:t>
            </a:r>
            <a:r>
              <a:rPr lang="es-ES" dirty="0" err="1"/>
              <a:t>Lorem</a:t>
            </a:r>
            <a:r>
              <a:rPr lang="es-ES" dirty="0"/>
              <a:t> </a:t>
            </a:r>
            <a:r>
              <a:rPr lang="es-ES" dirty="0" err="1"/>
              <a:t>ipsum</a:t>
            </a:r>
            <a:r>
              <a:rPr lang="es-ES" dirty="0"/>
              <a:t> </a:t>
            </a:r>
            <a:r>
              <a:rPr lang="es-ES" dirty="0" err="1"/>
              <a:t>milupta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quiadit</a:t>
            </a:r>
            <a:r>
              <a:rPr lang="es-ES" dirty="0"/>
              <a:t> </a:t>
            </a:r>
            <a:r>
              <a:rPr lang="es-ES" dirty="0" err="1"/>
              <a:t>samus</a:t>
            </a:r>
            <a:r>
              <a:rPr lang="es-ES" dirty="0"/>
              <a:t> </a:t>
            </a:r>
            <a:r>
              <a:rPr lang="es-ES" dirty="0" err="1"/>
              <a:t>amsa</a:t>
            </a:r>
            <a:r>
              <a:rPr lang="es-ES" dirty="0"/>
              <a:t> </a:t>
            </a:r>
            <a:r>
              <a:rPr lang="es-ES" dirty="0" err="1"/>
              <a:t>conse</a:t>
            </a:r>
            <a:r>
              <a:rPr lang="es-ES" dirty="0"/>
              <a:t> </a:t>
            </a:r>
            <a:r>
              <a:rPr lang="es-ES" dirty="0" err="1"/>
              <a:t>conet</a:t>
            </a:r>
            <a:r>
              <a:rPr lang="es-ES" dirty="0"/>
              <a:t> </a:t>
            </a:r>
            <a:r>
              <a:rPr lang="es-ES" dirty="0" err="1"/>
              <a:t>ullabor</a:t>
            </a:r>
            <a:r>
              <a:rPr lang="es-ES" dirty="0"/>
              <a:t>.</a:t>
            </a:r>
          </a:p>
        </p:txBody>
      </p:sp>
      <p:sp>
        <p:nvSpPr>
          <p:cNvPr id="16" name="Marcador de texto 17">
            <a:extLst>
              <a:ext uri="{FF2B5EF4-FFF2-40B4-BE49-F238E27FC236}">
                <a16:creationId xmlns:a16="http://schemas.microsoft.com/office/drawing/2014/main" id="{135959A0-73A1-4A20-8540-8FF5678BCD75}"/>
              </a:ext>
            </a:extLst>
          </p:cNvPr>
          <p:cNvSpPr>
            <a:spLocks noGrp="1"/>
          </p:cNvSpPr>
          <p:nvPr>
            <p:ph type="body" sz="quarter" idx="24" hasCustomPrompt="1"/>
          </p:nvPr>
        </p:nvSpPr>
        <p:spPr>
          <a:xfrm>
            <a:off x="5717823" y="4295110"/>
            <a:ext cx="2833509" cy="805538"/>
          </a:xfrm>
        </p:spPr>
        <p:txBody>
          <a:bodyPr lIns="0">
            <a:noAutofit/>
          </a:bodyPr>
          <a:lstStyle>
            <a:lvl1pPr marL="0" indent="0">
              <a:lnSpc>
                <a:spcPts val="2800"/>
              </a:lnSpc>
              <a:buNone/>
              <a:defRPr sz="2200" b="1">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17" name="Marcador de texto 17">
            <a:extLst>
              <a:ext uri="{FF2B5EF4-FFF2-40B4-BE49-F238E27FC236}">
                <a16:creationId xmlns:a16="http://schemas.microsoft.com/office/drawing/2014/main" id="{0255EA5E-DA24-4DFD-B54F-784F7AF35D5B}"/>
              </a:ext>
            </a:extLst>
          </p:cNvPr>
          <p:cNvSpPr>
            <a:spLocks noGrp="1"/>
          </p:cNvSpPr>
          <p:nvPr>
            <p:ph type="body" sz="quarter" idx="25" hasCustomPrompt="1"/>
          </p:nvPr>
        </p:nvSpPr>
        <p:spPr>
          <a:xfrm>
            <a:off x="9731022" y="5100648"/>
            <a:ext cx="3262487" cy="1819441"/>
          </a:xfrm>
        </p:spPr>
        <p:txBody>
          <a:bodyPr lIns="0">
            <a:noAutofit/>
          </a:bodyPr>
          <a:lstStyle>
            <a:lvl1pPr marL="0" indent="0">
              <a:lnSpc>
                <a:spcPts val="1700"/>
              </a:lnSpc>
              <a:spcBef>
                <a:spcPts val="900"/>
              </a:spcBef>
              <a:buNone/>
              <a:defRPr sz="1440" b="0">
                <a:solidFill>
                  <a:schemeClr val="bg1"/>
                </a:solidFill>
              </a:defRPr>
            </a:lvl1pPr>
          </a:lstStyle>
          <a:p>
            <a:pPr lvl="0"/>
            <a:r>
              <a:rPr lang="es-ES" dirty="0"/>
              <a:t>Ma </a:t>
            </a:r>
            <a:r>
              <a:rPr lang="es-ES" dirty="0" err="1"/>
              <a:t>vendest</a:t>
            </a:r>
            <a:r>
              <a:rPr lang="es-ES" dirty="0"/>
              <a:t> as qui </a:t>
            </a:r>
            <a:r>
              <a:rPr lang="es-ES" dirty="0" err="1"/>
              <a:t>beaPoribus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quid </a:t>
            </a:r>
            <a:r>
              <a:rPr lang="es-ES" dirty="0" err="1"/>
              <a:t>ullestrum</a:t>
            </a:r>
            <a:r>
              <a:rPr lang="es-ES" dirty="0"/>
              <a:t> quia </a:t>
            </a:r>
            <a:r>
              <a:rPr lang="es-ES" dirty="0" err="1"/>
              <a:t>estemqu</a:t>
            </a:r>
            <a:r>
              <a:rPr lang="es-ES" dirty="0"/>
              <a:t>.</a:t>
            </a:r>
          </a:p>
          <a:p>
            <a:pPr lvl="0"/>
            <a:r>
              <a:rPr lang="es-ES" dirty="0" err="1"/>
              <a:t>Estemque</a:t>
            </a:r>
            <a:r>
              <a:rPr lang="es-ES" dirty="0"/>
              <a:t> </a:t>
            </a:r>
            <a:r>
              <a:rPr lang="es-ES" dirty="0" err="1"/>
              <a:t>Lorem</a:t>
            </a:r>
            <a:r>
              <a:rPr lang="es-ES" dirty="0"/>
              <a:t> </a:t>
            </a:r>
            <a:r>
              <a:rPr lang="es-ES" dirty="0" err="1"/>
              <a:t>ipsum</a:t>
            </a:r>
            <a:r>
              <a:rPr lang="es-ES" dirty="0"/>
              <a:t> </a:t>
            </a:r>
            <a:r>
              <a:rPr lang="es-ES" dirty="0" err="1"/>
              <a:t>milupta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quiadit</a:t>
            </a:r>
            <a:r>
              <a:rPr lang="es-ES" dirty="0"/>
              <a:t> </a:t>
            </a:r>
            <a:r>
              <a:rPr lang="es-ES" dirty="0" err="1"/>
              <a:t>samus</a:t>
            </a:r>
            <a:r>
              <a:rPr lang="es-ES" dirty="0"/>
              <a:t> </a:t>
            </a:r>
            <a:r>
              <a:rPr lang="es-ES" dirty="0" err="1"/>
              <a:t>amsa</a:t>
            </a:r>
            <a:r>
              <a:rPr lang="es-ES" dirty="0"/>
              <a:t> </a:t>
            </a:r>
            <a:r>
              <a:rPr lang="es-ES" dirty="0" err="1"/>
              <a:t>conse</a:t>
            </a:r>
            <a:r>
              <a:rPr lang="es-ES" dirty="0"/>
              <a:t> </a:t>
            </a:r>
            <a:r>
              <a:rPr lang="es-ES" dirty="0" err="1"/>
              <a:t>conet</a:t>
            </a:r>
            <a:r>
              <a:rPr lang="es-ES" dirty="0"/>
              <a:t> </a:t>
            </a:r>
            <a:r>
              <a:rPr lang="es-ES" dirty="0" err="1"/>
              <a:t>ullabor</a:t>
            </a:r>
            <a:r>
              <a:rPr lang="es-ES" dirty="0"/>
              <a:t>.</a:t>
            </a:r>
          </a:p>
        </p:txBody>
      </p:sp>
      <p:sp>
        <p:nvSpPr>
          <p:cNvPr id="18" name="Marcador de texto 17">
            <a:extLst>
              <a:ext uri="{FF2B5EF4-FFF2-40B4-BE49-F238E27FC236}">
                <a16:creationId xmlns:a16="http://schemas.microsoft.com/office/drawing/2014/main" id="{6E9F5C62-B4A7-41AD-B76A-EE9A620CFDBA}"/>
              </a:ext>
            </a:extLst>
          </p:cNvPr>
          <p:cNvSpPr>
            <a:spLocks noGrp="1"/>
          </p:cNvSpPr>
          <p:nvPr>
            <p:ph type="body" sz="quarter" idx="26" hasCustomPrompt="1"/>
          </p:nvPr>
        </p:nvSpPr>
        <p:spPr>
          <a:xfrm>
            <a:off x="9731022" y="4295110"/>
            <a:ext cx="2833509" cy="805538"/>
          </a:xfrm>
        </p:spPr>
        <p:txBody>
          <a:bodyPr lIns="0">
            <a:noAutofit/>
          </a:bodyPr>
          <a:lstStyle>
            <a:lvl1pPr marL="0" indent="0">
              <a:lnSpc>
                <a:spcPts val="2800"/>
              </a:lnSpc>
              <a:buNone/>
              <a:defRPr sz="2200" b="1">
                <a:solidFill>
                  <a:schemeClr val="bg1"/>
                </a:solidFill>
              </a:defRPr>
            </a:lvl1pPr>
          </a:lstStyle>
          <a:p>
            <a:pPr lvl="0"/>
            <a:r>
              <a:rPr lang="es-ES" dirty="0" err="1"/>
              <a:t>Poribus</a:t>
            </a:r>
            <a:r>
              <a:rPr lang="es-ES" dirty="0"/>
              <a:t> </a:t>
            </a:r>
            <a:r>
              <a:rPr lang="es-ES" dirty="0" err="1"/>
              <a:t>reiciis</a:t>
            </a:r>
            <a:r>
              <a:rPr lang="es-ES" dirty="0"/>
              <a:t> </a:t>
            </a:r>
            <a:r>
              <a:rPr lang="es-ES" dirty="0" err="1"/>
              <a:t>conseque</a:t>
            </a:r>
            <a:endParaRPr lang="es-ES" dirty="0"/>
          </a:p>
        </p:txBody>
      </p:sp>
      <p:sp>
        <p:nvSpPr>
          <p:cNvPr id="24" name="CuadroTexto 23">
            <a:extLst>
              <a:ext uri="{FF2B5EF4-FFF2-40B4-BE49-F238E27FC236}">
                <a16:creationId xmlns:a16="http://schemas.microsoft.com/office/drawing/2014/main" id="{FA4665B7-FA7B-481D-B03C-01821A72BCB7}"/>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28" name="Marcador de número de diapositiva 1">
            <a:extLst>
              <a:ext uri="{FF2B5EF4-FFF2-40B4-BE49-F238E27FC236}">
                <a16:creationId xmlns:a16="http://schemas.microsoft.com/office/drawing/2014/main" id="{8D50867C-CB97-40D7-9852-5217F1B68BFA}"/>
              </a:ext>
            </a:extLst>
          </p:cNvPr>
          <p:cNvSpPr>
            <a:spLocks noGrp="1"/>
          </p:cNvSpPr>
          <p:nvPr>
            <p:ph type="sldNum" sz="quarter" idx="30"/>
          </p:nvPr>
        </p:nvSpPr>
        <p:spPr>
          <a:xfrm>
            <a:off x="7000489" y="7763089"/>
            <a:ext cx="629422" cy="395242"/>
          </a:xfrm>
        </p:spPr>
        <p:txBody>
          <a:bodyPr/>
          <a:lstStyle/>
          <a:p>
            <a:fld id="{B005B2D1-880E-4846-A216-7D6770BA1332}" type="slidenum">
              <a:rPr lang="es-ES" smtClean="0"/>
              <a:pPr/>
              <a:t>‹Nº›</a:t>
            </a:fld>
            <a:endParaRPr lang="es-ES" dirty="0"/>
          </a:p>
        </p:txBody>
      </p:sp>
      <p:sp>
        <p:nvSpPr>
          <p:cNvPr id="29" name="Rectángulo 28">
            <a:extLst>
              <a:ext uri="{FF2B5EF4-FFF2-40B4-BE49-F238E27FC236}">
                <a16:creationId xmlns:a16="http://schemas.microsoft.com/office/drawing/2014/main" id="{639C77E3-4418-4CF8-8DB6-6EAEF652764C}"/>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9" name="Gráfico 18">
            <a:extLst>
              <a:ext uri="{FF2B5EF4-FFF2-40B4-BE49-F238E27FC236}">
                <a16:creationId xmlns:a16="http://schemas.microsoft.com/office/drawing/2014/main" id="{35B930F3-1326-4124-9326-5D4EF0AF7D5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8528539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estacado rojo  02">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E0E9459-B8E5-4C8D-B2B6-4F0E78FC7B0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2" name="Título 11">
            <a:extLst>
              <a:ext uri="{FF2B5EF4-FFF2-40B4-BE49-F238E27FC236}">
                <a16:creationId xmlns:a16="http://schemas.microsoft.com/office/drawing/2014/main" id="{E45EE8D0-3795-421B-8794-6F214183AE2D}"/>
              </a:ext>
            </a:extLst>
          </p:cNvPr>
          <p:cNvSpPr>
            <a:spLocks noGrp="1"/>
          </p:cNvSpPr>
          <p:nvPr>
            <p:ph type="title" hasCustomPrompt="1"/>
          </p:nvPr>
        </p:nvSpPr>
        <p:spPr>
          <a:xfrm>
            <a:off x="906463" y="2321558"/>
            <a:ext cx="4811360" cy="1017545"/>
          </a:xfrm>
        </p:spPr>
        <p:txBody>
          <a:bodyPr lIns="0">
            <a:noAutofit/>
          </a:bodyPr>
          <a:lstStyle>
            <a:lvl1pPr>
              <a:defRPr sz="4300"/>
            </a:lvl1pPr>
          </a:lstStyle>
          <a:p>
            <a:r>
              <a:rPr lang="es-ES" dirty="0" err="1"/>
              <a:t>Lorem</a:t>
            </a:r>
            <a:r>
              <a:rPr lang="es-ES" dirty="0"/>
              <a:t> </a:t>
            </a:r>
            <a:r>
              <a:rPr lang="es-ES" dirty="0" err="1"/>
              <a:t>ipsum</a:t>
            </a:r>
            <a:r>
              <a:rPr lang="es-ES" dirty="0"/>
              <a:t> dolor </a:t>
            </a:r>
            <a:r>
              <a:rPr lang="es-ES" dirty="0" err="1"/>
              <a:t>sit</a:t>
            </a:r>
            <a:r>
              <a:rPr lang="es-ES" dirty="0"/>
              <a:t> </a:t>
            </a:r>
            <a:r>
              <a:rPr lang="es-ES" dirty="0" err="1"/>
              <a:t>ipsum</a:t>
            </a:r>
            <a:endParaRPr lang="es-ES" dirty="0"/>
          </a:p>
        </p:txBody>
      </p:sp>
      <p:sp>
        <p:nvSpPr>
          <p:cNvPr id="19" name="Marcador de texto 17">
            <a:extLst>
              <a:ext uri="{FF2B5EF4-FFF2-40B4-BE49-F238E27FC236}">
                <a16:creationId xmlns:a16="http://schemas.microsoft.com/office/drawing/2014/main" id="{35A5DA2D-4E6F-40F0-8594-B41F695D394D}"/>
              </a:ext>
            </a:extLst>
          </p:cNvPr>
          <p:cNvSpPr>
            <a:spLocks noGrp="1"/>
          </p:cNvSpPr>
          <p:nvPr>
            <p:ph type="body" sz="quarter" idx="28" hasCustomPrompt="1"/>
          </p:nvPr>
        </p:nvSpPr>
        <p:spPr>
          <a:xfrm>
            <a:off x="7746685" y="2734672"/>
            <a:ext cx="2322846" cy="1098511"/>
          </a:xfrm>
        </p:spPr>
        <p:txBody>
          <a:bodyPr lIns="0">
            <a:noAutofit/>
          </a:bodyPr>
          <a:lstStyle>
            <a:lvl1pPr marL="0" indent="0" algn="ctr">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20" name="Marcador de texto 17">
            <a:extLst>
              <a:ext uri="{FF2B5EF4-FFF2-40B4-BE49-F238E27FC236}">
                <a16:creationId xmlns:a16="http://schemas.microsoft.com/office/drawing/2014/main" id="{6F9A1F28-DDBB-46FB-AD57-A8D447F0945F}"/>
              </a:ext>
            </a:extLst>
          </p:cNvPr>
          <p:cNvSpPr>
            <a:spLocks noGrp="1"/>
          </p:cNvSpPr>
          <p:nvPr>
            <p:ph type="body" sz="quarter" idx="29" hasCustomPrompt="1"/>
          </p:nvPr>
        </p:nvSpPr>
        <p:spPr>
          <a:xfrm>
            <a:off x="7746686" y="2251915"/>
            <a:ext cx="2322845" cy="462209"/>
          </a:xfrm>
        </p:spPr>
        <p:txBody>
          <a:bodyPr lIns="0">
            <a:normAutofit/>
          </a:bodyPr>
          <a:lstStyle>
            <a:lvl1pPr marL="0" indent="0" algn="ctr">
              <a:lnSpc>
                <a:spcPts val="2800"/>
              </a:lnSpc>
              <a:buNone/>
              <a:defRPr sz="2800" b="1">
                <a:solidFill>
                  <a:schemeClr val="bg1"/>
                </a:solidFill>
              </a:defRPr>
            </a:lvl1pPr>
          </a:lstStyle>
          <a:p>
            <a:pPr lvl="0"/>
            <a:r>
              <a:rPr lang="es-ES" dirty="0" err="1"/>
              <a:t>Lorem</a:t>
            </a:r>
            <a:r>
              <a:rPr lang="es-ES" dirty="0"/>
              <a:t> </a:t>
            </a:r>
            <a:r>
              <a:rPr lang="es-ES" dirty="0" err="1"/>
              <a:t>ipsum</a:t>
            </a:r>
            <a:endParaRPr lang="es-ES" dirty="0"/>
          </a:p>
        </p:txBody>
      </p:sp>
      <p:sp>
        <p:nvSpPr>
          <p:cNvPr id="21" name="Marcador de texto 17">
            <a:extLst>
              <a:ext uri="{FF2B5EF4-FFF2-40B4-BE49-F238E27FC236}">
                <a16:creationId xmlns:a16="http://schemas.microsoft.com/office/drawing/2014/main" id="{B3CCE7E5-483B-4D05-A9C8-5D66C5A57396}"/>
              </a:ext>
            </a:extLst>
          </p:cNvPr>
          <p:cNvSpPr>
            <a:spLocks noGrp="1"/>
          </p:cNvSpPr>
          <p:nvPr>
            <p:ph type="body" sz="quarter" idx="16" hasCustomPrompt="1"/>
          </p:nvPr>
        </p:nvSpPr>
        <p:spPr>
          <a:xfrm>
            <a:off x="906463" y="3616193"/>
            <a:ext cx="5699820" cy="341133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a:t>
            </a:r>
          </a:p>
          <a:p>
            <a:pPr lvl="0"/>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a:t>
            </a:r>
            <a:r>
              <a:rPr lang="es-ES" dirty="0"/>
              <a:t>.</a:t>
            </a:r>
          </a:p>
          <a:p>
            <a:pPr marL="0" marR="0" lvl="0" indent="0" algn="l" defTabSz="1097280" rtl="0" eaLnBrk="1" fontAlgn="auto" latinLnBrk="0" hangingPunct="1">
              <a:lnSpc>
                <a:spcPts val="1700"/>
              </a:lnSpc>
              <a:spcBef>
                <a:spcPts val="900"/>
              </a:spcBef>
              <a:spcAft>
                <a:spcPts val="0"/>
              </a:spcAft>
              <a:buClr>
                <a:srgbClr val="FF3228"/>
              </a:buClr>
              <a:buSzTx/>
              <a:buFont typeface="Wingdings" panose="05000000000000000000" pitchFamily="2" charset="2"/>
              <a:buNone/>
              <a:tabLst/>
              <a:defRPr/>
            </a:pPr>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a:t>
            </a:r>
            <a:r>
              <a:rPr lang="es-ES" dirty="0"/>
              <a:t> </a:t>
            </a:r>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a:t>
            </a:r>
          </a:p>
        </p:txBody>
      </p:sp>
      <p:sp>
        <p:nvSpPr>
          <p:cNvPr id="23" name="Marcador de texto 17">
            <a:extLst>
              <a:ext uri="{FF2B5EF4-FFF2-40B4-BE49-F238E27FC236}">
                <a16:creationId xmlns:a16="http://schemas.microsoft.com/office/drawing/2014/main" id="{640C55DC-E61D-45D3-A700-DB5918588A99}"/>
              </a:ext>
            </a:extLst>
          </p:cNvPr>
          <p:cNvSpPr>
            <a:spLocks noGrp="1"/>
          </p:cNvSpPr>
          <p:nvPr>
            <p:ph type="body" sz="quarter" idx="30" hasCustomPrompt="1"/>
          </p:nvPr>
        </p:nvSpPr>
        <p:spPr>
          <a:xfrm>
            <a:off x="10947549" y="2734672"/>
            <a:ext cx="2322846" cy="1098511"/>
          </a:xfrm>
        </p:spPr>
        <p:txBody>
          <a:bodyPr lIns="0">
            <a:noAutofit/>
          </a:bodyPr>
          <a:lstStyle>
            <a:lvl1pPr marL="0" indent="0" algn="ctr">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24" name="Marcador de texto 17">
            <a:extLst>
              <a:ext uri="{FF2B5EF4-FFF2-40B4-BE49-F238E27FC236}">
                <a16:creationId xmlns:a16="http://schemas.microsoft.com/office/drawing/2014/main" id="{24A76FCA-CB34-4B58-8F61-D8981ED6F85C}"/>
              </a:ext>
            </a:extLst>
          </p:cNvPr>
          <p:cNvSpPr>
            <a:spLocks noGrp="1"/>
          </p:cNvSpPr>
          <p:nvPr>
            <p:ph type="body" sz="quarter" idx="31" hasCustomPrompt="1"/>
          </p:nvPr>
        </p:nvSpPr>
        <p:spPr>
          <a:xfrm>
            <a:off x="10947550" y="2251915"/>
            <a:ext cx="2322845" cy="462209"/>
          </a:xfrm>
        </p:spPr>
        <p:txBody>
          <a:bodyPr lIns="0">
            <a:normAutofit/>
          </a:bodyPr>
          <a:lstStyle>
            <a:lvl1pPr marL="0" indent="0" algn="ctr">
              <a:lnSpc>
                <a:spcPts val="2800"/>
              </a:lnSpc>
              <a:buNone/>
              <a:defRPr sz="2800" b="1">
                <a:solidFill>
                  <a:schemeClr val="bg1"/>
                </a:solidFill>
              </a:defRPr>
            </a:lvl1pPr>
          </a:lstStyle>
          <a:p>
            <a:pPr lvl="0"/>
            <a:r>
              <a:rPr lang="es-ES" dirty="0" err="1"/>
              <a:t>Lorem</a:t>
            </a:r>
            <a:r>
              <a:rPr lang="es-ES" dirty="0"/>
              <a:t> </a:t>
            </a:r>
            <a:r>
              <a:rPr lang="es-ES" dirty="0" err="1"/>
              <a:t>ipsum</a:t>
            </a:r>
            <a:endParaRPr lang="es-ES" dirty="0"/>
          </a:p>
        </p:txBody>
      </p:sp>
      <p:sp>
        <p:nvSpPr>
          <p:cNvPr id="28" name="Marcador de texto 17">
            <a:extLst>
              <a:ext uri="{FF2B5EF4-FFF2-40B4-BE49-F238E27FC236}">
                <a16:creationId xmlns:a16="http://schemas.microsoft.com/office/drawing/2014/main" id="{952B7A81-FFDE-4C63-97B3-995F4AC8BA8A}"/>
              </a:ext>
            </a:extLst>
          </p:cNvPr>
          <p:cNvSpPr>
            <a:spLocks noGrp="1"/>
          </p:cNvSpPr>
          <p:nvPr>
            <p:ph type="body" sz="quarter" idx="32" hasCustomPrompt="1"/>
          </p:nvPr>
        </p:nvSpPr>
        <p:spPr>
          <a:xfrm>
            <a:off x="7746685" y="6039330"/>
            <a:ext cx="2322846" cy="1098511"/>
          </a:xfrm>
        </p:spPr>
        <p:txBody>
          <a:bodyPr lIns="0">
            <a:noAutofit/>
          </a:bodyPr>
          <a:lstStyle>
            <a:lvl1pPr marL="0" indent="0" algn="ctr">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29" name="Marcador de texto 17">
            <a:extLst>
              <a:ext uri="{FF2B5EF4-FFF2-40B4-BE49-F238E27FC236}">
                <a16:creationId xmlns:a16="http://schemas.microsoft.com/office/drawing/2014/main" id="{65652406-D231-444A-977F-5CA411D79B74}"/>
              </a:ext>
            </a:extLst>
          </p:cNvPr>
          <p:cNvSpPr>
            <a:spLocks noGrp="1"/>
          </p:cNvSpPr>
          <p:nvPr>
            <p:ph type="body" sz="quarter" idx="33" hasCustomPrompt="1"/>
          </p:nvPr>
        </p:nvSpPr>
        <p:spPr>
          <a:xfrm>
            <a:off x="7746686" y="5556573"/>
            <a:ext cx="2322845" cy="462209"/>
          </a:xfrm>
        </p:spPr>
        <p:txBody>
          <a:bodyPr lIns="0">
            <a:normAutofit/>
          </a:bodyPr>
          <a:lstStyle>
            <a:lvl1pPr marL="0" indent="0" algn="ctr">
              <a:lnSpc>
                <a:spcPts val="2800"/>
              </a:lnSpc>
              <a:buNone/>
              <a:defRPr sz="2800" b="1">
                <a:solidFill>
                  <a:schemeClr val="bg1"/>
                </a:solidFill>
              </a:defRPr>
            </a:lvl1pPr>
          </a:lstStyle>
          <a:p>
            <a:pPr lvl="0"/>
            <a:r>
              <a:rPr lang="es-ES" dirty="0" err="1"/>
              <a:t>Lorem</a:t>
            </a:r>
            <a:r>
              <a:rPr lang="es-ES" dirty="0"/>
              <a:t> </a:t>
            </a:r>
            <a:r>
              <a:rPr lang="es-ES" dirty="0" err="1"/>
              <a:t>ipsum</a:t>
            </a:r>
            <a:endParaRPr lang="es-ES" dirty="0"/>
          </a:p>
        </p:txBody>
      </p:sp>
      <p:sp>
        <p:nvSpPr>
          <p:cNvPr id="30" name="Marcador de texto 17">
            <a:extLst>
              <a:ext uri="{FF2B5EF4-FFF2-40B4-BE49-F238E27FC236}">
                <a16:creationId xmlns:a16="http://schemas.microsoft.com/office/drawing/2014/main" id="{E4D2A615-C2E7-4A9B-A1AA-BB9CE7C687CB}"/>
              </a:ext>
            </a:extLst>
          </p:cNvPr>
          <p:cNvSpPr>
            <a:spLocks noGrp="1"/>
          </p:cNvSpPr>
          <p:nvPr>
            <p:ph type="body" sz="quarter" idx="34" hasCustomPrompt="1"/>
          </p:nvPr>
        </p:nvSpPr>
        <p:spPr>
          <a:xfrm>
            <a:off x="10947549" y="6039330"/>
            <a:ext cx="2322846" cy="1098511"/>
          </a:xfrm>
        </p:spPr>
        <p:txBody>
          <a:bodyPr lIns="0">
            <a:noAutofit/>
          </a:bodyPr>
          <a:lstStyle>
            <a:lvl1pPr marL="0" indent="0" algn="ctr">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31" name="Marcador de texto 17">
            <a:extLst>
              <a:ext uri="{FF2B5EF4-FFF2-40B4-BE49-F238E27FC236}">
                <a16:creationId xmlns:a16="http://schemas.microsoft.com/office/drawing/2014/main" id="{672FC0A1-441D-4DF9-82A5-463E836C04E9}"/>
              </a:ext>
            </a:extLst>
          </p:cNvPr>
          <p:cNvSpPr>
            <a:spLocks noGrp="1"/>
          </p:cNvSpPr>
          <p:nvPr>
            <p:ph type="body" sz="quarter" idx="35" hasCustomPrompt="1"/>
          </p:nvPr>
        </p:nvSpPr>
        <p:spPr>
          <a:xfrm>
            <a:off x="10947550" y="5556573"/>
            <a:ext cx="2322845" cy="462209"/>
          </a:xfrm>
        </p:spPr>
        <p:txBody>
          <a:bodyPr lIns="0">
            <a:normAutofit/>
          </a:bodyPr>
          <a:lstStyle>
            <a:lvl1pPr marL="0" indent="0" algn="ctr">
              <a:lnSpc>
                <a:spcPts val="2800"/>
              </a:lnSpc>
              <a:buNone/>
              <a:defRPr sz="2800" b="1">
                <a:solidFill>
                  <a:schemeClr val="bg1"/>
                </a:solidFill>
              </a:defRPr>
            </a:lvl1pPr>
          </a:lstStyle>
          <a:p>
            <a:pPr lvl="0"/>
            <a:r>
              <a:rPr lang="es-ES" dirty="0" err="1"/>
              <a:t>Lorem</a:t>
            </a:r>
            <a:r>
              <a:rPr lang="es-ES" dirty="0"/>
              <a:t> </a:t>
            </a:r>
            <a:r>
              <a:rPr lang="es-ES" dirty="0" err="1"/>
              <a:t>ipsum</a:t>
            </a:r>
            <a:endParaRPr lang="es-ES" dirty="0"/>
          </a:p>
        </p:txBody>
      </p:sp>
      <p:sp>
        <p:nvSpPr>
          <p:cNvPr id="22" name="CuadroTexto 21">
            <a:extLst>
              <a:ext uri="{FF2B5EF4-FFF2-40B4-BE49-F238E27FC236}">
                <a16:creationId xmlns:a16="http://schemas.microsoft.com/office/drawing/2014/main" id="{644EF380-0C7D-45AD-A55E-F881B7F6A929}"/>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26" name="Marcador de número de diapositiva 1">
            <a:extLst>
              <a:ext uri="{FF2B5EF4-FFF2-40B4-BE49-F238E27FC236}">
                <a16:creationId xmlns:a16="http://schemas.microsoft.com/office/drawing/2014/main" id="{557DF84F-68CD-4ED4-AF98-9ED42A626691}"/>
              </a:ext>
            </a:extLst>
          </p:cNvPr>
          <p:cNvSpPr>
            <a:spLocks noGrp="1"/>
          </p:cNvSpPr>
          <p:nvPr>
            <p:ph type="sldNum" sz="quarter" idx="39"/>
          </p:nvPr>
        </p:nvSpPr>
        <p:spPr>
          <a:xfrm>
            <a:off x="7000489" y="7763089"/>
            <a:ext cx="629422" cy="395242"/>
          </a:xfrm>
        </p:spPr>
        <p:txBody>
          <a:bodyPr/>
          <a:lstStyle/>
          <a:p>
            <a:fld id="{B005B2D1-880E-4846-A216-7D6770BA1332}" type="slidenum">
              <a:rPr lang="es-ES" smtClean="0"/>
              <a:pPr/>
              <a:t>‹Nº›</a:t>
            </a:fld>
            <a:endParaRPr lang="es-ES" dirty="0"/>
          </a:p>
        </p:txBody>
      </p:sp>
      <p:sp>
        <p:nvSpPr>
          <p:cNvPr id="27" name="Rectángulo 26">
            <a:extLst>
              <a:ext uri="{FF2B5EF4-FFF2-40B4-BE49-F238E27FC236}">
                <a16:creationId xmlns:a16="http://schemas.microsoft.com/office/drawing/2014/main" id="{54620D0E-5FB3-4449-B3FB-098759747B01}"/>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Rectángulo 1">
            <a:extLst>
              <a:ext uri="{FF2B5EF4-FFF2-40B4-BE49-F238E27FC236}">
                <a16:creationId xmlns:a16="http://schemas.microsoft.com/office/drawing/2014/main" id="{8AD7ECDB-3C05-4359-9990-A2DC139303D4}"/>
              </a:ext>
            </a:extLst>
          </p:cNvPr>
          <p:cNvSpPr/>
          <p:nvPr userDrawn="1"/>
        </p:nvSpPr>
        <p:spPr>
          <a:xfrm>
            <a:off x="762000" y="704851"/>
            <a:ext cx="1917700" cy="11004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8" name="Gráfico 17">
            <a:extLst>
              <a:ext uri="{FF2B5EF4-FFF2-40B4-BE49-F238E27FC236}">
                <a16:creationId xmlns:a16="http://schemas.microsoft.com/office/drawing/2014/main" id="{13820B1A-6554-4612-97C5-B3400B6E69B8}"/>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210687469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estacado colores">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26986D22-5C54-45CD-801F-AFB0BE29005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4630399" cy="8229599"/>
          </a:xfrm>
          <a:prstGeom prst="rect">
            <a:avLst/>
          </a:prstGeom>
        </p:spPr>
      </p:pic>
      <p:sp>
        <p:nvSpPr>
          <p:cNvPr id="19" name="Marcador de texto 17">
            <a:extLst>
              <a:ext uri="{FF2B5EF4-FFF2-40B4-BE49-F238E27FC236}">
                <a16:creationId xmlns:a16="http://schemas.microsoft.com/office/drawing/2014/main" id="{35A5DA2D-4E6F-40F0-8594-B41F695D394D}"/>
              </a:ext>
            </a:extLst>
          </p:cNvPr>
          <p:cNvSpPr>
            <a:spLocks noGrp="1"/>
          </p:cNvSpPr>
          <p:nvPr>
            <p:ph type="body" sz="quarter" idx="28" hasCustomPrompt="1"/>
          </p:nvPr>
        </p:nvSpPr>
        <p:spPr>
          <a:xfrm>
            <a:off x="7787781" y="2259914"/>
            <a:ext cx="2322846" cy="1511625"/>
          </a:xfrm>
        </p:spPr>
        <p:txBody>
          <a:bodyPr lIns="0">
            <a:noAutofit/>
          </a:bodyPr>
          <a:lstStyle>
            <a:lvl1pPr marL="0" indent="0" algn="l">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21" name="Marcador de texto 17">
            <a:extLst>
              <a:ext uri="{FF2B5EF4-FFF2-40B4-BE49-F238E27FC236}">
                <a16:creationId xmlns:a16="http://schemas.microsoft.com/office/drawing/2014/main" id="{B3CCE7E5-483B-4D05-A9C8-5D66C5A57396}"/>
              </a:ext>
            </a:extLst>
          </p:cNvPr>
          <p:cNvSpPr>
            <a:spLocks noGrp="1"/>
          </p:cNvSpPr>
          <p:nvPr>
            <p:ph type="body" sz="quarter" idx="16" hasCustomPrompt="1"/>
          </p:nvPr>
        </p:nvSpPr>
        <p:spPr>
          <a:xfrm>
            <a:off x="906463" y="3616193"/>
            <a:ext cx="5699820" cy="341133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a:t>
            </a:r>
          </a:p>
          <a:p>
            <a:pPr lvl="0"/>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a:t>
            </a:r>
            <a:r>
              <a:rPr lang="es-ES" dirty="0"/>
              <a:t>.</a:t>
            </a:r>
          </a:p>
          <a:p>
            <a:pPr marL="0" marR="0" lvl="0" indent="0" algn="l" defTabSz="1097280" rtl="0" eaLnBrk="1" fontAlgn="auto" latinLnBrk="0" hangingPunct="1">
              <a:lnSpc>
                <a:spcPts val="1700"/>
              </a:lnSpc>
              <a:spcBef>
                <a:spcPts val="900"/>
              </a:spcBef>
              <a:spcAft>
                <a:spcPts val="0"/>
              </a:spcAft>
              <a:buClr>
                <a:srgbClr val="FF3228"/>
              </a:buClr>
              <a:buSzTx/>
              <a:buFont typeface="Wingdings" panose="05000000000000000000" pitchFamily="2" charset="2"/>
              <a:buNone/>
              <a:tabLst/>
              <a:defRPr/>
            </a:pPr>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a:t>
            </a:r>
            <a:r>
              <a:rPr lang="es-ES" dirty="0"/>
              <a:t> </a:t>
            </a:r>
            <a:r>
              <a:rPr lang="es-ES" dirty="0" err="1"/>
              <a:t>Poribus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a:t>
            </a:r>
          </a:p>
        </p:txBody>
      </p:sp>
      <p:sp>
        <p:nvSpPr>
          <p:cNvPr id="22" name="Marcador de texto 17">
            <a:extLst>
              <a:ext uri="{FF2B5EF4-FFF2-40B4-BE49-F238E27FC236}">
                <a16:creationId xmlns:a16="http://schemas.microsoft.com/office/drawing/2014/main" id="{114F4AE1-74F7-4029-901C-5429DFBF3F8C}"/>
              </a:ext>
            </a:extLst>
          </p:cNvPr>
          <p:cNvSpPr>
            <a:spLocks noGrp="1"/>
          </p:cNvSpPr>
          <p:nvPr>
            <p:ph type="body" sz="quarter" idx="35" hasCustomPrompt="1"/>
          </p:nvPr>
        </p:nvSpPr>
        <p:spPr>
          <a:xfrm>
            <a:off x="7787781" y="1948037"/>
            <a:ext cx="2322846" cy="311877"/>
          </a:xfrm>
        </p:spPr>
        <p:txBody>
          <a:bodyPr lIns="0">
            <a:noAutofit/>
          </a:bodyPr>
          <a:lstStyle>
            <a:lvl1pPr marL="0" indent="0" algn="l">
              <a:lnSpc>
                <a:spcPts val="1700"/>
              </a:lnSpc>
              <a:spcBef>
                <a:spcPts val="900"/>
              </a:spcBef>
              <a:buNone/>
              <a:defRPr sz="1440" b="1">
                <a:solidFill>
                  <a:schemeClr val="bg1"/>
                </a:solidFill>
              </a:defRPr>
            </a:lvl1pPr>
          </a:lstStyle>
          <a:p>
            <a:pPr lvl="0"/>
            <a:r>
              <a:rPr lang="es-ES" dirty="0" err="1"/>
              <a:t>Lorem</a:t>
            </a:r>
            <a:r>
              <a:rPr lang="es-ES" dirty="0"/>
              <a:t> </a:t>
            </a:r>
            <a:r>
              <a:rPr lang="es-ES" dirty="0" err="1"/>
              <a:t>ipsum</a:t>
            </a:r>
            <a:endParaRPr lang="es-ES" dirty="0"/>
          </a:p>
        </p:txBody>
      </p:sp>
      <p:sp>
        <p:nvSpPr>
          <p:cNvPr id="26" name="Marcador de texto 17">
            <a:extLst>
              <a:ext uri="{FF2B5EF4-FFF2-40B4-BE49-F238E27FC236}">
                <a16:creationId xmlns:a16="http://schemas.microsoft.com/office/drawing/2014/main" id="{2BD66F45-9FAC-43B8-83DB-5241323618B8}"/>
              </a:ext>
            </a:extLst>
          </p:cNvPr>
          <p:cNvSpPr>
            <a:spLocks noGrp="1"/>
          </p:cNvSpPr>
          <p:nvPr>
            <p:ph type="body" sz="quarter" idx="36" hasCustomPrompt="1"/>
          </p:nvPr>
        </p:nvSpPr>
        <p:spPr>
          <a:xfrm>
            <a:off x="10991071" y="2259914"/>
            <a:ext cx="2322846" cy="1511625"/>
          </a:xfrm>
        </p:spPr>
        <p:txBody>
          <a:bodyPr lIns="0">
            <a:noAutofit/>
          </a:bodyPr>
          <a:lstStyle>
            <a:lvl1pPr marL="0" indent="0" algn="l">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35" name="Marcador de texto 17">
            <a:extLst>
              <a:ext uri="{FF2B5EF4-FFF2-40B4-BE49-F238E27FC236}">
                <a16:creationId xmlns:a16="http://schemas.microsoft.com/office/drawing/2014/main" id="{1713EFFF-367D-483D-B0D0-22B12F478437}"/>
              </a:ext>
            </a:extLst>
          </p:cNvPr>
          <p:cNvSpPr>
            <a:spLocks noGrp="1"/>
          </p:cNvSpPr>
          <p:nvPr>
            <p:ph type="body" sz="quarter" idx="38" hasCustomPrompt="1"/>
          </p:nvPr>
        </p:nvSpPr>
        <p:spPr>
          <a:xfrm>
            <a:off x="10991071" y="1948037"/>
            <a:ext cx="2322846" cy="311877"/>
          </a:xfrm>
        </p:spPr>
        <p:txBody>
          <a:bodyPr lIns="0">
            <a:noAutofit/>
          </a:bodyPr>
          <a:lstStyle>
            <a:lvl1pPr marL="0" indent="0" algn="l">
              <a:lnSpc>
                <a:spcPts val="1700"/>
              </a:lnSpc>
              <a:spcBef>
                <a:spcPts val="900"/>
              </a:spcBef>
              <a:buNone/>
              <a:defRPr sz="1440" b="1">
                <a:solidFill>
                  <a:schemeClr val="bg1"/>
                </a:solidFill>
              </a:defRPr>
            </a:lvl1pPr>
          </a:lstStyle>
          <a:p>
            <a:pPr lvl="0"/>
            <a:r>
              <a:rPr lang="es-ES" dirty="0" err="1"/>
              <a:t>Lorem</a:t>
            </a:r>
            <a:r>
              <a:rPr lang="es-ES" dirty="0"/>
              <a:t> </a:t>
            </a:r>
            <a:r>
              <a:rPr lang="es-ES" dirty="0" err="1"/>
              <a:t>ipsum</a:t>
            </a:r>
            <a:endParaRPr lang="es-ES" dirty="0"/>
          </a:p>
        </p:txBody>
      </p:sp>
      <p:sp>
        <p:nvSpPr>
          <p:cNvPr id="36" name="Marcador de texto 17">
            <a:extLst>
              <a:ext uri="{FF2B5EF4-FFF2-40B4-BE49-F238E27FC236}">
                <a16:creationId xmlns:a16="http://schemas.microsoft.com/office/drawing/2014/main" id="{F071EB78-1826-4A44-AEF0-39004E6D4A0B}"/>
              </a:ext>
            </a:extLst>
          </p:cNvPr>
          <p:cNvSpPr>
            <a:spLocks noGrp="1"/>
          </p:cNvSpPr>
          <p:nvPr>
            <p:ph type="body" sz="quarter" idx="39" hasCustomPrompt="1"/>
          </p:nvPr>
        </p:nvSpPr>
        <p:spPr>
          <a:xfrm>
            <a:off x="7787781" y="5475053"/>
            <a:ext cx="2322846" cy="1511625"/>
          </a:xfrm>
        </p:spPr>
        <p:txBody>
          <a:bodyPr lIns="0">
            <a:noAutofit/>
          </a:bodyPr>
          <a:lstStyle>
            <a:lvl1pPr marL="0" indent="0" algn="l">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38" name="Marcador de texto 17">
            <a:extLst>
              <a:ext uri="{FF2B5EF4-FFF2-40B4-BE49-F238E27FC236}">
                <a16:creationId xmlns:a16="http://schemas.microsoft.com/office/drawing/2014/main" id="{3DE0E9A8-85D2-4F48-8695-20F26F121594}"/>
              </a:ext>
            </a:extLst>
          </p:cNvPr>
          <p:cNvSpPr>
            <a:spLocks noGrp="1"/>
          </p:cNvSpPr>
          <p:nvPr>
            <p:ph type="body" sz="quarter" idx="41" hasCustomPrompt="1"/>
          </p:nvPr>
        </p:nvSpPr>
        <p:spPr>
          <a:xfrm>
            <a:off x="7787781" y="5163176"/>
            <a:ext cx="2322846" cy="311877"/>
          </a:xfrm>
        </p:spPr>
        <p:txBody>
          <a:bodyPr lIns="0">
            <a:noAutofit/>
          </a:bodyPr>
          <a:lstStyle>
            <a:lvl1pPr marL="0" indent="0" algn="l">
              <a:lnSpc>
                <a:spcPts val="1700"/>
              </a:lnSpc>
              <a:spcBef>
                <a:spcPts val="900"/>
              </a:spcBef>
              <a:buNone/>
              <a:defRPr sz="1440" b="1">
                <a:solidFill>
                  <a:schemeClr val="bg1"/>
                </a:solidFill>
              </a:defRPr>
            </a:lvl1pPr>
          </a:lstStyle>
          <a:p>
            <a:pPr lvl="0"/>
            <a:r>
              <a:rPr lang="es-ES" dirty="0" err="1"/>
              <a:t>Lorem</a:t>
            </a:r>
            <a:r>
              <a:rPr lang="es-ES" dirty="0"/>
              <a:t> </a:t>
            </a:r>
            <a:r>
              <a:rPr lang="es-ES" dirty="0" err="1"/>
              <a:t>ipsum</a:t>
            </a:r>
            <a:endParaRPr lang="es-ES" dirty="0"/>
          </a:p>
        </p:txBody>
      </p:sp>
      <p:sp>
        <p:nvSpPr>
          <p:cNvPr id="39" name="Marcador de texto 17">
            <a:extLst>
              <a:ext uri="{FF2B5EF4-FFF2-40B4-BE49-F238E27FC236}">
                <a16:creationId xmlns:a16="http://schemas.microsoft.com/office/drawing/2014/main" id="{C83C1353-E0DC-4E36-A5D1-984917E34AEA}"/>
              </a:ext>
            </a:extLst>
          </p:cNvPr>
          <p:cNvSpPr>
            <a:spLocks noGrp="1"/>
          </p:cNvSpPr>
          <p:nvPr>
            <p:ph type="body" sz="quarter" idx="42" hasCustomPrompt="1"/>
          </p:nvPr>
        </p:nvSpPr>
        <p:spPr>
          <a:xfrm>
            <a:off x="10991071" y="5475053"/>
            <a:ext cx="2322846" cy="1511625"/>
          </a:xfrm>
        </p:spPr>
        <p:txBody>
          <a:bodyPr lIns="0">
            <a:noAutofit/>
          </a:bodyPr>
          <a:lstStyle>
            <a:lvl1pPr marL="0" indent="0" algn="l">
              <a:lnSpc>
                <a:spcPts val="1700"/>
              </a:lnSpc>
              <a:spcBef>
                <a:spcPts val="900"/>
              </a:spcBef>
              <a:buNone/>
              <a:defRPr sz="1440" b="0">
                <a:solidFill>
                  <a:schemeClr val="bg1"/>
                </a:solidFill>
              </a:defRPr>
            </a:lvl1pPr>
          </a:lstStyle>
          <a:p>
            <a:pPr lvl="0"/>
            <a:r>
              <a:rPr lang="es-ES" dirty="0" err="1"/>
              <a:t>Conempo</a:t>
            </a:r>
            <a:r>
              <a:rPr lang="es-ES" dirty="0"/>
              <a:t> </a:t>
            </a:r>
            <a:r>
              <a:rPr lang="es-ES" dirty="0" err="1"/>
              <a:t>ribusameni-incil</a:t>
            </a:r>
            <a:r>
              <a:rPr lang="es-ES" dirty="0"/>
              <a:t> m </a:t>
            </a:r>
            <a:r>
              <a:rPr lang="es-ES" dirty="0" err="1"/>
              <a:t>Ortefec</a:t>
            </a:r>
            <a:r>
              <a:rPr lang="es-ES" dirty="0"/>
              <a:t> </a:t>
            </a:r>
            <a:r>
              <a:rPr lang="es-ES" dirty="0" err="1"/>
              <a:t>otemfacebem</a:t>
            </a:r>
            <a:r>
              <a:rPr lang="es-ES" dirty="0"/>
              <a:t> qui la </a:t>
            </a:r>
            <a:r>
              <a:rPr lang="es-ES" dirty="0" err="1"/>
              <a:t>vaste</a:t>
            </a:r>
            <a:r>
              <a:rPr lang="es-ES" dirty="0"/>
              <a:t> </a:t>
            </a:r>
            <a:r>
              <a:rPr lang="es-ES" dirty="0" err="1"/>
              <a:t>factabeme</a:t>
            </a:r>
            <a:r>
              <a:rPr lang="es-ES" dirty="0"/>
              <a:t> qui.</a:t>
            </a:r>
          </a:p>
        </p:txBody>
      </p:sp>
      <p:sp>
        <p:nvSpPr>
          <p:cNvPr id="41" name="Marcador de texto 17">
            <a:extLst>
              <a:ext uri="{FF2B5EF4-FFF2-40B4-BE49-F238E27FC236}">
                <a16:creationId xmlns:a16="http://schemas.microsoft.com/office/drawing/2014/main" id="{DEEB8856-EE5D-4CF9-8422-8DF5732787B4}"/>
              </a:ext>
            </a:extLst>
          </p:cNvPr>
          <p:cNvSpPr>
            <a:spLocks noGrp="1"/>
          </p:cNvSpPr>
          <p:nvPr>
            <p:ph type="body" sz="quarter" idx="44" hasCustomPrompt="1"/>
          </p:nvPr>
        </p:nvSpPr>
        <p:spPr>
          <a:xfrm>
            <a:off x="10991071" y="5163176"/>
            <a:ext cx="2322846" cy="311877"/>
          </a:xfrm>
        </p:spPr>
        <p:txBody>
          <a:bodyPr lIns="0">
            <a:noAutofit/>
          </a:bodyPr>
          <a:lstStyle>
            <a:lvl1pPr marL="0" indent="0" algn="l">
              <a:lnSpc>
                <a:spcPts val="1700"/>
              </a:lnSpc>
              <a:spcBef>
                <a:spcPts val="900"/>
              </a:spcBef>
              <a:buNone/>
              <a:defRPr sz="1440" b="1">
                <a:solidFill>
                  <a:schemeClr val="bg1"/>
                </a:solidFill>
              </a:defRPr>
            </a:lvl1pPr>
          </a:lstStyle>
          <a:p>
            <a:pPr lvl="0"/>
            <a:r>
              <a:rPr lang="es-ES" dirty="0" err="1"/>
              <a:t>Lorem</a:t>
            </a:r>
            <a:r>
              <a:rPr lang="es-ES" dirty="0"/>
              <a:t> </a:t>
            </a:r>
            <a:r>
              <a:rPr lang="es-ES" dirty="0" err="1"/>
              <a:t>ipsum</a:t>
            </a:r>
            <a:endParaRPr lang="es-ES" dirty="0"/>
          </a:p>
        </p:txBody>
      </p:sp>
      <p:sp>
        <p:nvSpPr>
          <p:cNvPr id="42" name="Marcador de texto 13">
            <a:extLst>
              <a:ext uri="{FF2B5EF4-FFF2-40B4-BE49-F238E27FC236}">
                <a16:creationId xmlns:a16="http://schemas.microsoft.com/office/drawing/2014/main" id="{05A97F12-6419-488E-A7B5-B28ED4F83029}"/>
              </a:ext>
            </a:extLst>
          </p:cNvPr>
          <p:cNvSpPr>
            <a:spLocks noGrp="1"/>
          </p:cNvSpPr>
          <p:nvPr>
            <p:ph type="body" sz="quarter" idx="45" hasCustomPrompt="1"/>
          </p:nvPr>
        </p:nvSpPr>
        <p:spPr>
          <a:xfrm>
            <a:off x="7789209" y="1548956"/>
            <a:ext cx="2321418" cy="238748"/>
          </a:xfrm>
        </p:spPr>
        <p:txBody>
          <a:bodyPr lIns="0">
            <a:noAutofit/>
          </a:bodyPr>
          <a:lstStyle>
            <a:lvl1pPr marL="0" indent="0">
              <a:buNone/>
              <a:defRPr lang="es-ES" sz="4900" b="1" kern="1200" dirty="0" smtClean="0">
                <a:solidFill>
                  <a:schemeClr val="bg1"/>
                </a:solidFill>
                <a:latin typeface="Century Gothic" panose="020B0502020202020204" pitchFamily="34" charset="0"/>
                <a:ea typeface="+mn-ea"/>
                <a:cs typeface="+mn-cs"/>
              </a:defRPr>
            </a:lvl1pPr>
          </a:lstStyle>
          <a:p>
            <a:pPr lvl="0"/>
            <a:r>
              <a:rPr lang="es-ES" dirty="0"/>
              <a:t>480</a:t>
            </a:r>
          </a:p>
        </p:txBody>
      </p:sp>
      <p:sp>
        <p:nvSpPr>
          <p:cNvPr id="44" name="Marcador de texto 13">
            <a:extLst>
              <a:ext uri="{FF2B5EF4-FFF2-40B4-BE49-F238E27FC236}">
                <a16:creationId xmlns:a16="http://schemas.microsoft.com/office/drawing/2014/main" id="{E7B7397E-2949-4E2A-A0F9-0545C37ED0C9}"/>
              </a:ext>
            </a:extLst>
          </p:cNvPr>
          <p:cNvSpPr>
            <a:spLocks noGrp="1"/>
          </p:cNvSpPr>
          <p:nvPr>
            <p:ph type="body" sz="quarter" idx="46" hasCustomPrompt="1"/>
          </p:nvPr>
        </p:nvSpPr>
        <p:spPr>
          <a:xfrm>
            <a:off x="10992499" y="1548956"/>
            <a:ext cx="2321418" cy="238748"/>
          </a:xfrm>
        </p:spPr>
        <p:txBody>
          <a:bodyPr lIns="0">
            <a:noAutofit/>
          </a:bodyPr>
          <a:lstStyle>
            <a:lvl1pPr marL="0" indent="0">
              <a:buNone/>
              <a:defRPr lang="es-ES" sz="4900" b="1" kern="1200" dirty="0" smtClean="0">
                <a:solidFill>
                  <a:schemeClr val="bg1"/>
                </a:solidFill>
                <a:latin typeface="Century Gothic" panose="020B0502020202020204" pitchFamily="34" charset="0"/>
                <a:ea typeface="+mn-ea"/>
                <a:cs typeface="+mn-cs"/>
              </a:defRPr>
            </a:lvl1pPr>
          </a:lstStyle>
          <a:p>
            <a:pPr lvl="0"/>
            <a:r>
              <a:rPr lang="es-ES" dirty="0"/>
              <a:t>480</a:t>
            </a:r>
          </a:p>
        </p:txBody>
      </p:sp>
      <p:sp>
        <p:nvSpPr>
          <p:cNvPr id="50" name="Marcador de texto 13">
            <a:extLst>
              <a:ext uri="{FF2B5EF4-FFF2-40B4-BE49-F238E27FC236}">
                <a16:creationId xmlns:a16="http://schemas.microsoft.com/office/drawing/2014/main" id="{ED5C1BF5-6AEE-4349-A55B-2C4F2ADD31AE}"/>
              </a:ext>
            </a:extLst>
          </p:cNvPr>
          <p:cNvSpPr>
            <a:spLocks noGrp="1"/>
          </p:cNvSpPr>
          <p:nvPr>
            <p:ph type="body" sz="quarter" idx="47" hasCustomPrompt="1"/>
          </p:nvPr>
        </p:nvSpPr>
        <p:spPr>
          <a:xfrm>
            <a:off x="7789209" y="4765716"/>
            <a:ext cx="2321418" cy="238748"/>
          </a:xfrm>
        </p:spPr>
        <p:txBody>
          <a:bodyPr lIns="0">
            <a:noAutofit/>
          </a:bodyPr>
          <a:lstStyle>
            <a:lvl1pPr marL="0" indent="0">
              <a:buNone/>
              <a:defRPr lang="es-ES" sz="4900" b="1" kern="1200" dirty="0" smtClean="0">
                <a:solidFill>
                  <a:schemeClr val="bg1"/>
                </a:solidFill>
                <a:latin typeface="Century Gothic" panose="020B0502020202020204" pitchFamily="34" charset="0"/>
                <a:ea typeface="+mn-ea"/>
                <a:cs typeface="+mn-cs"/>
              </a:defRPr>
            </a:lvl1pPr>
          </a:lstStyle>
          <a:p>
            <a:pPr lvl="0"/>
            <a:r>
              <a:rPr lang="es-ES" dirty="0"/>
              <a:t>480</a:t>
            </a:r>
          </a:p>
        </p:txBody>
      </p:sp>
      <p:sp>
        <p:nvSpPr>
          <p:cNvPr id="51" name="Marcador de texto 13">
            <a:extLst>
              <a:ext uri="{FF2B5EF4-FFF2-40B4-BE49-F238E27FC236}">
                <a16:creationId xmlns:a16="http://schemas.microsoft.com/office/drawing/2014/main" id="{50C8F75C-7C29-46CF-B324-1C8F560B86DC}"/>
              </a:ext>
            </a:extLst>
          </p:cNvPr>
          <p:cNvSpPr>
            <a:spLocks noGrp="1"/>
          </p:cNvSpPr>
          <p:nvPr>
            <p:ph type="body" sz="quarter" idx="48" hasCustomPrompt="1"/>
          </p:nvPr>
        </p:nvSpPr>
        <p:spPr>
          <a:xfrm>
            <a:off x="10992499" y="4765716"/>
            <a:ext cx="2321418" cy="238748"/>
          </a:xfrm>
        </p:spPr>
        <p:txBody>
          <a:bodyPr lIns="0">
            <a:noAutofit/>
          </a:bodyPr>
          <a:lstStyle>
            <a:lvl1pPr marL="0" indent="0">
              <a:buNone/>
              <a:defRPr lang="es-ES" sz="4900" b="1" kern="1200" dirty="0" smtClean="0">
                <a:solidFill>
                  <a:schemeClr val="bg1"/>
                </a:solidFill>
                <a:latin typeface="Century Gothic" panose="020B0502020202020204" pitchFamily="34" charset="0"/>
                <a:ea typeface="+mn-ea"/>
                <a:cs typeface="+mn-cs"/>
              </a:defRPr>
            </a:lvl1pPr>
          </a:lstStyle>
          <a:p>
            <a:pPr lvl="0"/>
            <a:r>
              <a:rPr lang="es-ES" dirty="0"/>
              <a:t>480</a:t>
            </a:r>
          </a:p>
        </p:txBody>
      </p:sp>
      <p:sp>
        <p:nvSpPr>
          <p:cNvPr id="25" name="CuadroTexto 24">
            <a:extLst>
              <a:ext uri="{FF2B5EF4-FFF2-40B4-BE49-F238E27FC236}">
                <a16:creationId xmlns:a16="http://schemas.microsoft.com/office/drawing/2014/main" id="{E30C8D45-466F-4F40-8328-D150D1EB24BA}"/>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27" name="Marcador de número de diapositiva 1">
            <a:extLst>
              <a:ext uri="{FF2B5EF4-FFF2-40B4-BE49-F238E27FC236}">
                <a16:creationId xmlns:a16="http://schemas.microsoft.com/office/drawing/2014/main" id="{04281931-3718-4A7D-AA8E-F88E5AEB9ADC}"/>
              </a:ext>
            </a:extLst>
          </p:cNvPr>
          <p:cNvSpPr>
            <a:spLocks noGrp="1"/>
          </p:cNvSpPr>
          <p:nvPr>
            <p:ph type="sldNum" sz="quarter" idx="30"/>
          </p:nvPr>
        </p:nvSpPr>
        <p:spPr>
          <a:xfrm>
            <a:off x="7000489" y="7763089"/>
            <a:ext cx="629422" cy="395242"/>
          </a:xfrm>
        </p:spPr>
        <p:txBody>
          <a:bodyPr/>
          <a:lstStyle/>
          <a:p>
            <a:fld id="{B005B2D1-880E-4846-A216-7D6770BA1332}" type="slidenum">
              <a:rPr lang="es-ES" smtClean="0"/>
              <a:pPr/>
              <a:t>‹Nº›</a:t>
            </a:fld>
            <a:endParaRPr lang="es-ES" dirty="0"/>
          </a:p>
        </p:txBody>
      </p:sp>
      <p:sp>
        <p:nvSpPr>
          <p:cNvPr id="28" name="Rectángulo 27">
            <a:extLst>
              <a:ext uri="{FF2B5EF4-FFF2-40B4-BE49-F238E27FC236}">
                <a16:creationId xmlns:a16="http://schemas.microsoft.com/office/drawing/2014/main" id="{4D5137D5-442A-403F-81C7-7686AFB9547E}"/>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Rectángulo 22">
            <a:extLst>
              <a:ext uri="{FF2B5EF4-FFF2-40B4-BE49-F238E27FC236}">
                <a16:creationId xmlns:a16="http://schemas.microsoft.com/office/drawing/2014/main" id="{0BE59D96-9295-4622-A2F5-BC31E553C212}"/>
              </a:ext>
            </a:extLst>
          </p:cNvPr>
          <p:cNvSpPr/>
          <p:nvPr userDrawn="1"/>
        </p:nvSpPr>
        <p:spPr>
          <a:xfrm>
            <a:off x="762000" y="704851"/>
            <a:ext cx="1917700" cy="11004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Título 11">
            <a:extLst>
              <a:ext uri="{FF2B5EF4-FFF2-40B4-BE49-F238E27FC236}">
                <a16:creationId xmlns:a16="http://schemas.microsoft.com/office/drawing/2014/main" id="{723D5B36-331C-4482-AD00-C5437D3DE751}"/>
              </a:ext>
            </a:extLst>
          </p:cNvPr>
          <p:cNvSpPr>
            <a:spLocks noGrp="1"/>
          </p:cNvSpPr>
          <p:nvPr>
            <p:ph type="title" hasCustomPrompt="1"/>
          </p:nvPr>
        </p:nvSpPr>
        <p:spPr>
          <a:xfrm>
            <a:off x="906463" y="2321558"/>
            <a:ext cx="4811360" cy="1017545"/>
          </a:xfrm>
        </p:spPr>
        <p:txBody>
          <a:bodyPr lIns="0">
            <a:noAutofit/>
          </a:bodyPr>
          <a:lstStyle>
            <a:lvl1pPr>
              <a:defRPr sz="4300"/>
            </a:lvl1pPr>
          </a:lstStyle>
          <a:p>
            <a:r>
              <a:rPr lang="es-ES" dirty="0" err="1"/>
              <a:t>Lorem</a:t>
            </a:r>
            <a:r>
              <a:rPr lang="es-ES" dirty="0"/>
              <a:t> </a:t>
            </a:r>
            <a:r>
              <a:rPr lang="es-ES" dirty="0" err="1"/>
              <a:t>ipsum</a:t>
            </a:r>
            <a:r>
              <a:rPr lang="es-ES" dirty="0"/>
              <a:t> dolor </a:t>
            </a:r>
            <a:r>
              <a:rPr lang="es-ES" dirty="0" err="1"/>
              <a:t>sit</a:t>
            </a:r>
            <a:r>
              <a:rPr lang="es-ES" dirty="0"/>
              <a:t> </a:t>
            </a:r>
            <a:r>
              <a:rPr lang="es-ES" dirty="0" err="1"/>
              <a:t>ipsum</a:t>
            </a:r>
            <a:endParaRPr lang="es-ES" dirty="0"/>
          </a:p>
        </p:txBody>
      </p:sp>
      <p:pic>
        <p:nvPicPr>
          <p:cNvPr id="29" name="Gráfico 28">
            <a:extLst>
              <a:ext uri="{FF2B5EF4-FFF2-40B4-BE49-F238E27FC236}">
                <a16:creationId xmlns:a16="http://schemas.microsoft.com/office/drawing/2014/main" id="{9719C574-7BFB-4E22-84A0-31F8CC084D6E}"/>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36180614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ativa 01">
    <p:spTree>
      <p:nvGrpSpPr>
        <p:cNvPr id="1" name=""/>
        <p:cNvGrpSpPr/>
        <p:nvPr/>
      </p:nvGrpSpPr>
      <p:grpSpPr>
        <a:xfrm>
          <a:off x="0" y="0"/>
          <a:ext cx="0" cy="0"/>
          <a:chOff x="0" y="0"/>
          <a:chExt cx="0" cy="0"/>
        </a:xfrm>
      </p:grpSpPr>
      <p:sp>
        <p:nvSpPr>
          <p:cNvPr id="33" name="Rectángulo 32">
            <a:extLst>
              <a:ext uri="{FF2B5EF4-FFF2-40B4-BE49-F238E27FC236}">
                <a16:creationId xmlns:a16="http://schemas.microsoft.com/office/drawing/2014/main" id="{3824DF03-CD42-4A06-902D-2CFAE7AC68F7}"/>
              </a:ext>
            </a:extLst>
          </p:cNvPr>
          <p:cNvSpPr/>
          <p:nvPr userDrawn="1"/>
        </p:nvSpPr>
        <p:spPr>
          <a:xfrm>
            <a:off x="906463" y="911225"/>
            <a:ext cx="6400800" cy="6400800"/>
          </a:xfrm>
          <a:prstGeom prst="rect">
            <a:avLst/>
          </a:prstGeom>
          <a:solidFill>
            <a:srgbClr val="FF3228"/>
          </a:solid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Rectángulo 28">
            <a:extLst>
              <a:ext uri="{FF2B5EF4-FFF2-40B4-BE49-F238E27FC236}">
                <a16:creationId xmlns:a16="http://schemas.microsoft.com/office/drawing/2014/main" id="{25C482E9-DB7E-4E5B-BA87-D9F67A4F4A1E}"/>
              </a:ext>
            </a:extLst>
          </p:cNvPr>
          <p:cNvSpPr/>
          <p:nvPr userDrawn="1"/>
        </p:nvSpPr>
        <p:spPr>
          <a:xfrm>
            <a:off x="1714625" y="2513628"/>
            <a:ext cx="800100" cy="800100"/>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30">
            <a:extLst>
              <a:ext uri="{FF2B5EF4-FFF2-40B4-BE49-F238E27FC236}">
                <a16:creationId xmlns:a16="http://schemas.microsoft.com/office/drawing/2014/main" id="{C4FC17E0-72CD-481B-9A93-9E53EF563B11}"/>
              </a:ext>
            </a:extLst>
          </p:cNvPr>
          <p:cNvSpPr/>
          <p:nvPr userDrawn="1"/>
        </p:nvSpPr>
        <p:spPr>
          <a:xfrm>
            <a:off x="1714625" y="4115773"/>
            <a:ext cx="800100" cy="800100"/>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Rectángulo 31">
            <a:extLst>
              <a:ext uri="{FF2B5EF4-FFF2-40B4-BE49-F238E27FC236}">
                <a16:creationId xmlns:a16="http://schemas.microsoft.com/office/drawing/2014/main" id="{F4BF7557-8BC4-49E3-A1E8-E0AD0AF9C072}"/>
              </a:ext>
            </a:extLst>
          </p:cNvPr>
          <p:cNvSpPr/>
          <p:nvPr userDrawn="1"/>
        </p:nvSpPr>
        <p:spPr>
          <a:xfrm>
            <a:off x="1714625" y="5717918"/>
            <a:ext cx="800100" cy="800100"/>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Marcador de texto 17">
            <a:extLst>
              <a:ext uri="{FF2B5EF4-FFF2-40B4-BE49-F238E27FC236}">
                <a16:creationId xmlns:a16="http://schemas.microsoft.com/office/drawing/2014/main" id="{44FEA7C6-9E21-48A4-8632-8CE1CE41E2EA}"/>
              </a:ext>
            </a:extLst>
          </p:cNvPr>
          <p:cNvSpPr>
            <a:spLocks noGrp="1"/>
          </p:cNvSpPr>
          <p:nvPr>
            <p:ph type="body" sz="quarter" idx="22" hasCustomPrompt="1"/>
          </p:nvPr>
        </p:nvSpPr>
        <p:spPr>
          <a:xfrm>
            <a:off x="2701574" y="2836874"/>
            <a:ext cx="3851626" cy="540000"/>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13" name="Marcador de posición de imagen 24">
            <a:extLst>
              <a:ext uri="{FF2B5EF4-FFF2-40B4-BE49-F238E27FC236}">
                <a16:creationId xmlns:a16="http://schemas.microsoft.com/office/drawing/2014/main" id="{2F8E84F3-47FC-4077-886B-0B0747590637}"/>
              </a:ext>
            </a:extLst>
          </p:cNvPr>
          <p:cNvSpPr>
            <a:spLocks noGrp="1"/>
          </p:cNvSpPr>
          <p:nvPr>
            <p:ph type="pic" sz="quarter" idx="30" hasCustomPrompt="1"/>
          </p:nvPr>
        </p:nvSpPr>
        <p:spPr>
          <a:xfrm>
            <a:off x="8266291" y="2697163"/>
            <a:ext cx="540000" cy="540000"/>
          </a:xfrm>
        </p:spPr>
        <p:txBody>
          <a:bodyPr>
            <a:normAutofit/>
          </a:bodyPr>
          <a:lstStyle>
            <a:lvl1pPr marL="0" indent="0" algn="ctr">
              <a:buNone/>
              <a:defRPr sz="700"/>
            </a:lvl1pPr>
          </a:lstStyle>
          <a:p>
            <a:r>
              <a:rPr lang="es-ES" dirty="0"/>
              <a:t>Icono</a:t>
            </a:r>
          </a:p>
        </p:txBody>
      </p:sp>
      <p:sp>
        <p:nvSpPr>
          <p:cNvPr id="14" name="Marcador de posición de imagen 24">
            <a:extLst>
              <a:ext uri="{FF2B5EF4-FFF2-40B4-BE49-F238E27FC236}">
                <a16:creationId xmlns:a16="http://schemas.microsoft.com/office/drawing/2014/main" id="{5EF62040-F1E4-4BE2-AFB5-9DF139E3A54D}"/>
              </a:ext>
            </a:extLst>
          </p:cNvPr>
          <p:cNvSpPr>
            <a:spLocks noGrp="1"/>
          </p:cNvSpPr>
          <p:nvPr>
            <p:ph type="pic" sz="quarter" idx="31" hasCustomPrompt="1"/>
          </p:nvPr>
        </p:nvSpPr>
        <p:spPr>
          <a:xfrm>
            <a:off x="8266291" y="4277644"/>
            <a:ext cx="540000" cy="540000"/>
          </a:xfrm>
        </p:spPr>
        <p:txBody>
          <a:bodyPr>
            <a:normAutofit/>
          </a:bodyPr>
          <a:lstStyle>
            <a:lvl1pPr marL="0" indent="0" algn="ctr">
              <a:buNone/>
              <a:defRPr sz="700"/>
            </a:lvl1pPr>
          </a:lstStyle>
          <a:p>
            <a:r>
              <a:rPr lang="es-ES" dirty="0"/>
              <a:t>Icono</a:t>
            </a:r>
          </a:p>
        </p:txBody>
      </p:sp>
      <p:sp>
        <p:nvSpPr>
          <p:cNvPr id="15" name="Marcador de posición de imagen 24">
            <a:extLst>
              <a:ext uri="{FF2B5EF4-FFF2-40B4-BE49-F238E27FC236}">
                <a16:creationId xmlns:a16="http://schemas.microsoft.com/office/drawing/2014/main" id="{4298C36A-2619-48EC-986C-B14C84BC169C}"/>
              </a:ext>
            </a:extLst>
          </p:cNvPr>
          <p:cNvSpPr>
            <a:spLocks noGrp="1"/>
          </p:cNvSpPr>
          <p:nvPr>
            <p:ph type="pic" sz="quarter" idx="32" hasCustomPrompt="1"/>
          </p:nvPr>
        </p:nvSpPr>
        <p:spPr>
          <a:xfrm>
            <a:off x="8266291" y="5858126"/>
            <a:ext cx="540000" cy="540000"/>
          </a:xfrm>
        </p:spPr>
        <p:txBody>
          <a:bodyPr>
            <a:normAutofit/>
          </a:bodyPr>
          <a:lstStyle>
            <a:lvl1pPr marL="0" indent="0" algn="ctr">
              <a:buNone/>
              <a:defRPr sz="700"/>
            </a:lvl1pPr>
          </a:lstStyle>
          <a:p>
            <a:r>
              <a:rPr lang="es-ES" dirty="0"/>
              <a:t>Icono</a:t>
            </a:r>
          </a:p>
        </p:txBody>
      </p:sp>
      <p:sp>
        <p:nvSpPr>
          <p:cNvPr id="16" name="Marcador de texto 17">
            <a:extLst>
              <a:ext uri="{FF2B5EF4-FFF2-40B4-BE49-F238E27FC236}">
                <a16:creationId xmlns:a16="http://schemas.microsoft.com/office/drawing/2014/main" id="{F45D8212-2D59-45F8-B871-FAAAE828E275}"/>
              </a:ext>
            </a:extLst>
          </p:cNvPr>
          <p:cNvSpPr>
            <a:spLocks noGrp="1"/>
          </p:cNvSpPr>
          <p:nvPr>
            <p:ph type="body" sz="quarter" idx="33" hasCustomPrompt="1"/>
          </p:nvPr>
        </p:nvSpPr>
        <p:spPr>
          <a:xfrm>
            <a:off x="1718419" y="1414287"/>
            <a:ext cx="4524337" cy="462209"/>
          </a:xfrm>
        </p:spPr>
        <p:txBody>
          <a:bodyPr lIns="0">
            <a:normAutofit/>
          </a:bodyPr>
          <a:lstStyle>
            <a:lvl1pPr marL="0" indent="0" algn="l">
              <a:lnSpc>
                <a:spcPts val="2800"/>
              </a:lnSpc>
              <a:buNone/>
              <a:defRPr sz="2900" b="1">
                <a:solidFill>
                  <a:schemeClr val="bg1"/>
                </a:solidFill>
              </a:defRPr>
            </a:lvl1pPr>
          </a:lstStyle>
          <a:p>
            <a:pPr lvl="0"/>
            <a:r>
              <a:rPr lang="es-ES" dirty="0" err="1"/>
              <a:t>Lorem</a:t>
            </a:r>
            <a:r>
              <a:rPr lang="es-ES" dirty="0"/>
              <a:t> </a:t>
            </a:r>
            <a:r>
              <a:rPr lang="es-ES" dirty="0" err="1"/>
              <a:t>ipsum</a:t>
            </a:r>
            <a:r>
              <a:rPr lang="es-ES" dirty="0"/>
              <a:t> dolor </a:t>
            </a:r>
            <a:r>
              <a:rPr lang="es-ES" dirty="0" err="1"/>
              <a:t>sit</a:t>
            </a:r>
            <a:endParaRPr lang="es-ES" dirty="0"/>
          </a:p>
        </p:txBody>
      </p:sp>
      <p:sp>
        <p:nvSpPr>
          <p:cNvPr id="17" name="Marcador de texto 17">
            <a:extLst>
              <a:ext uri="{FF2B5EF4-FFF2-40B4-BE49-F238E27FC236}">
                <a16:creationId xmlns:a16="http://schemas.microsoft.com/office/drawing/2014/main" id="{2AFD9B32-D2CF-4B3F-A275-6E2599A28015}"/>
              </a:ext>
            </a:extLst>
          </p:cNvPr>
          <p:cNvSpPr>
            <a:spLocks noGrp="1"/>
          </p:cNvSpPr>
          <p:nvPr>
            <p:ph type="body" sz="quarter" idx="34" hasCustomPrompt="1"/>
          </p:nvPr>
        </p:nvSpPr>
        <p:spPr>
          <a:xfrm>
            <a:off x="2701574" y="2400605"/>
            <a:ext cx="3851626" cy="462209"/>
          </a:xfrm>
        </p:spPr>
        <p:txBody>
          <a:bodyPr lIns="0" anchor="b">
            <a:noAutofit/>
          </a:bodyPr>
          <a:lstStyle>
            <a:lvl1pPr marL="0" indent="0">
              <a:lnSpc>
                <a:spcPts val="1700"/>
              </a:lnSpc>
              <a:spcBef>
                <a:spcPts val="900"/>
              </a:spcBef>
              <a:buNone/>
              <a:defRPr lang="es-ES" sz="1670" b="1" kern="1200" dirty="0">
                <a:solidFill>
                  <a:schemeClr val="bg1"/>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18" name="Marcador de texto 17">
            <a:extLst>
              <a:ext uri="{FF2B5EF4-FFF2-40B4-BE49-F238E27FC236}">
                <a16:creationId xmlns:a16="http://schemas.microsoft.com/office/drawing/2014/main" id="{819E5421-DA47-48D8-95D5-1C2FE4C8716D}"/>
              </a:ext>
            </a:extLst>
          </p:cNvPr>
          <p:cNvSpPr>
            <a:spLocks noGrp="1"/>
          </p:cNvSpPr>
          <p:nvPr>
            <p:ph type="body" sz="quarter" idx="35" hasCustomPrompt="1"/>
          </p:nvPr>
        </p:nvSpPr>
        <p:spPr>
          <a:xfrm>
            <a:off x="2701574" y="4425820"/>
            <a:ext cx="3851626" cy="540000"/>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19" name="Marcador de texto 17">
            <a:extLst>
              <a:ext uri="{FF2B5EF4-FFF2-40B4-BE49-F238E27FC236}">
                <a16:creationId xmlns:a16="http://schemas.microsoft.com/office/drawing/2014/main" id="{8EEAAABC-7AC3-4E3E-9159-899BA54C1F3C}"/>
              </a:ext>
            </a:extLst>
          </p:cNvPr>
          <p:cNvSpPr>
            <a:spLocks noGrp="1"/>
          </p:cNvSpPr>
          <p:nvPr>
            <p:ph type="body" sz="quarter" idx="36" hasCustomPrompt="1"/>
          </p:nvPr>
        </p:nvSpPr>
        <p:spPr>
          <a:xfrm>
            <a:off x="2701574" y="3989551"/>
            <a:ext cx="3851626" cy="462209"/>
          </a:xfrm>
        </p:spPr>
        <p:txBody>
          <a:bodyPr lIns="0" anchor="b">
            <a:noAutofit/>
          </a:bodyPr>
          <a:lstStyle>
            <a:lvl1pPr marL="0" indent="0">
              <a:lnSpc>
                <a:spcPts val="1700"/>
              </a:lnSpc>
              <a:spcBef>
                <a:spcPts val="900"/>
              </a:spcBef>
              <a:buNone/>
              <a:defRPr lang="es-ES" sz="1670" b="1" kern="1200" dirty="0">
                <a:solidFill>
                  <a:schemeClr val="bg1"/>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0" name="Marcador de texto 17">
            <a:extLst>
              <a:ext uri="{FF2B5EF4-FFF2-40B4-BE49-F238E27FC236}">
                <a16:creationId xmlns:a16="http://schemas.microsoft.com/office/drawing/2014/main" id="{50A7003E-2CA9-4736-92E2-0A334553D23D}"/>
              </a:ext>
            </a:extLst>
          </p:cNvPr>
          <p:cNvSpPr>
            <a:spLocks noGrp="1"/>
          </p:cNvSpPr>
          <p:nvPr>
            <p:ph type="body" sz="quarter" idx="37" hasCustomPrompt="1"/>
          </p:nvPr>
        </p:nvSpPr>
        <p:spPr>
          <a:xfrm>
            <a:off x="2701574" y="6015901"/>
            <a:ext cx="3851626" cy="540000"/>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1" name="Marcador de texto 17">
            <a:extLst>
              <a:ext uri="{FF2B5EF4-FFF2-40B4-BE49-F238E27FC236}">
                <a16:creationId xmlns:a16="http://schemas.microsoft.com/office/drawing/2014/main" id="{92D9D4B3-1E28-4271-8722-5B476076907E}"/>
              </a:ext>
            </a:extLst>
          </p:cNvPr>
          <p:cNvSpPr>
            <a:spLocks noGrp="1"/>
          </p:cNvSpPr>
          <p:nvPr>
            <p:ph type="body" sz="quarter" idx="38" hasCustomPrompt="1"/>
          </p:nvPr>
        </p:nvSpPr>
        <p:spPr>
          <a:xfrm>
            <a:off x="2701574" y="5579632"/>
            <a:ext cx="3851626" cy="462209"/>
          </a:xfrm>
        </p:spPr>
        <p:txBody>
          <a:bodyPr lIns="0" anchor="b">
            <a:noAutofit/>
          </a:bodyPr>
          <a:lstStyle>
            <a:lvl1pPr marL="0" indent="0">
              <a:lnSpc>
                <a:spcPts val="1700"/>
              </a:lnSpc>
              <a:spcBef>
                <a:spcPts val="900"/>
              </a:spcBef>
              <a:buNone/>
              <a:defRPr lang="es-ES" sz="1670" b="1" kern="1200" dirty="0">
                <a:solidFill>
                  <a:schemeClr val="bg1"/>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2" name="Marcador de texto 17">
            <a:extLst>
              <a:ext uri="{FF2B5EF4-FFF2-40B4-BE49-F238E27FC236}">
                <a16:creationId xmlns:a16="http://schemas.microsoft.com/office/drawing/2014/main" id="{5C4F3919-61CE-4A8B-85D6-C871DE91FD2F}"/>
              </a:ext>
            </a:extLst>
          </p:cNvPr>
          <p:cNvSpPr>
            <a:spLocks noGrp="1"/>
          </p:cNvSpPr>
          <p:nvPr>
            <p:ph type="body" sz="quarter" idx="39" hasCustomPrompt="1"/>
          </p:nvPr>
        </p:nvSpPr>
        <p:spPr>
          <a:xfrm>
            <a:off x="9147529" y="2836874"/>
            <a:ext cx="3851626" cy="54000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3" name="Marcador de texto 17">
            <a:extLst>
              <a:ext uri="{FF2B5EF4-FFF2-40B4-BE49-F238E27FC236}">
                <a16:creationId xmlns:a16="http://schemas.microsoft.com/office/drawing/2014/main" id="{096FDC23-32F9-4A15-8C0F-2FA62606F725}"/>
              </a:ext>
            </a:extLst>
          </p:cNvPr>
          <p:cNvSpPr>
            <a:spLocks noGrp="1"/>
          </p:cNvSpPr>
          <p:nvPr>
            <p:ph type="body" sz="quarter" idx="40" hasCustomPrompt="1"/>
          </p:nvPr>
        </p:nvSpPr>
        <p:spPr>
          <a:xfrm>
            <a:off x="9147529" y="2400605"/>
            <a:ext cx="3851626" cy="462209"/>
          </a:xfrm>
        </p:spPr>
        <p:txBody>
          <a:bodyPr lIns="0" anchor="b">
            <a:noAutofit/>
          </a:bodyPr>
          <a:lstStyle>
            <a:lvl1pPr marL="0" indent="0">
              <a:lnSpc>
                <a:spcPts val="1700"/>
              </a:lnSpc>
              <a:spcBef>
                <a:spcPts val="900"/>
              </a:spcBef>
              <a:buNone/>
              <a:defRPr lang="es-ES" sz="1670" b="1" kern="1200" dirty="0">
                <a:solidFill>
                  <a:srgbClr val="1E1E1E"/>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4" name="Marcador de texto 17">
            <a:extLst>
              <a:ext uri="{FF2B5EF4-FFF2-40B4-BE49-F238E27FC236}">
                <a16:creationId xmlns:a16="http://schemas.microsoft.com/office/drawing/2014/main" id="{544B68AA-A664-4CDB-9244-7439A1BBEB37}"/>
              </a:ext>
            </a:extLst>
          </p:cNvPr>
          <p:cNvSpPr>
            <a:spLocks noGrp="1"/>
          </p:cNvSpPr>
          <p:nvPr>
            <p:ph type="body" sz="quarter" idx="41" hasCustomPrompt="1"/>
          </p:nvPr>
        </p:nvSpPr>
        <p:spPr>
          <a:xfrm>
            <a:off x="9147529" y="4425820"/>
            <a:ext cx="3851626" cy="54000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5" name="Marcador de texto 17">
            <a:extLst>
              <a:ext uri="{FF2B5EF4-FFF2-40B4-BE49-F238E27FC236}">
                <a16:creationId xmlns:a16="http://schemas.microsoft.com/office/drawing/2014/main" id="{E8F7D17C-956D-401B-B279-2A0E1A7FDAE4}"/>
              </a:ext>
            </a:extLst>
          </p:cNvPr>
          <p:cNvSpPr>
            <a:spLocks noGrp="1"/>
          </p:cNvSpPr>
          <p:nvPr>
            <p:ph type="body" sz="quarter" idx="42" hasCustomPrompt="1"/>
          </p:nvPr>
        </p:nvSpPr>
        <p:spPr>
          <a:xfrm>
            <a:off x="9147529" y="3989551"/>
            <a:ext cx="3851626" cy="462209"/>
          </a:xfrm>
        </p:spPr>
        <p:txBody>
          <a:bodyPr lIns="0" anchor="b">
            <a:noAutofit/>
          </a:bodyPr>
          <a:lstStyle>
            <a:lvl1pPr marL="0" indent="0">
              <a:lnSpc>
                <a:spcPts val="1700"/>
              </a:lnSpc>
              <a:spcBef>
                <a:spcPts val="900"/>
              </a:spcBef>
              <a:buNone/>
              <a:defRPr lang="es-ES" sz="1670" b="1" kern="1200" dirty="0">
                <a:solidFill>
                  <a:srgbClr val="1E1E1E"/>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6" name="Marcador de texto 17">
            <a:extLst>
              <a:ext uri="{FF2B5EF4-FFF2-40B4-BE49-F238E27FC236}">
                <a16:creationId xmlns:a16="http://schemas.microsoft.com/office/drawing/2014/main" id="{042A179C-1060-4856-8F5D-63184A6E3BA6}"/>
              </a:ext>
            </a:extLst>
          </p:cNvPr>
          <p:cNvSpPr>
            <a:spLocks noGrp="1"/>
          </p:cNvSpPr>
          <p:nvPr>
            <p:ph type="body" sz="quarter" idx="43" hasCustomPrompt="1"/>
          </p:nvPr>
        </p:nvSpPr>
        <p:spPr>
          <a:xfrm>
            <a:off x="9147529" y="6015901"/>
            <a:ext cx="3851626" cy="54000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7" name="Marcador de texto 17">
            <a:extLst>
              <a:ext uri="{FF2B5EF4-FFF2-40B4-BE49-F238E27FC236}">
                <a16:creationId xmlns:a16="http://schemas.microsoft.com/office/drawing/2014/main" id="{56D8F0E5-A6E8-4BB3-BE7E-067D7C752DC3}"/>
              </a:ext>
            </a:extLst>
          </p:cNvPr>
          <p:cNvSpPr>
            <a:spLocks noGrp="1"/>
          </p:cNvSpPr>
          <p:nvPr>
            <p:ph type="body" sz="quarter" idx="44" hasCustomPrompt="1"/>
          </p:nvPr>
        </p:nvSpPr>
        <p:spPr>
          <a:xfrm>
            <a:off x="9147529" y="5579632"/>
            <a:ext cx="3851626" cy="462209"/>
          </a:xfrm>
        </p:spPr>
        <p:txBody>
          <a:bodyPr lIns="0" anchor="b">
            <a:noAutofit/>
          </a:bodyPr>
          <a:lstStyle>
            <a:lvl1pPr marL="0" indent="0">
              <a:lnSpc>
                <a:spcPts val="1700"/>
              </a:lnSpc>
              <a:spcBef>
                <a:spcPts val="900"/>
              </a:spcBef>
              <a:buNone/>
              <a:defRPr lang="es-ES" sz="1670" b="1" kern="1200" dirty="0">
                <a:solidFill>
                  <a:srgbClr val="1E1E1E"/>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8" name="Marcador de texto 17">
            <a:extLst>
              <a:ext uri="{FF2B5EF4-FFF2-40B4-BE49-F238E27FC236}">
                <a16:creationId xmlns:a16="http://schemas.microsoft.com/office/drawing/2014/main" id="{EFD3DBCB-37D1-496C-A04E-BA7E970F4A25}"/>
              </a:ext>
            </a:extLst>
          </p:cNvPr>
          <p:cNvSpPr>
            <a:spLocks noGrp="1"/>
          </p:cNvSpPr>
          <p:nvPr>
            <p:ph type="body" sz="quarter" idx="45" hasCustomPrompt="1"/>
          </p:nvPr>
        </p:nvSpPr>
        <p:spPr>
          <a:xfrm>
            <a:off x="8129253" y="1414287"/>
            <a:ext cx="4524337" cy="462209"/>
          </a:xfrm>
        </p:spPr>
        <p:txBody>
          <a:bodyPr lIns="0">
            <a:normAutofit/>
          </a:bodyPr>
          <a:lstStyle>
            <a:lvl1pPr marL="0" indent="0" algn="l">
              <a:lnSpc>
                <a:spcPts val="2800"/>
              </a:lnSpc>
              <a:buNone/>
              <a:defRPr sz="2900" b="1">
                <a:solidFill>
                  <a:srgbClr val="1E1E1E"/>
                </a:solidFill>
              </a:defRPr>
            </a:lvl1pPr>
          </a:lstStyle>
          <a:p>
            <a:pPr lvl="0"/>
            <a:r>
              <a:rPr lang="es-ES" dirty="0" err="1"/>
              <a:t>Lorem</a:t>
            </a:r>
            <a:r>
              <a:rPr lang="es-ES" dirty="0"/>
              <a:t> </a:t>
            </a:r>
            <a:r>
              <a:rPr lang="es-ES" dirty="0" err="1"/>
              <a:t>ipsum</a:t>
            </a:r>
            <a:r>
              <a:rPr lang="es-ES" dirty="0"/>
              <a:t> dolor </a:t>
            </a:r>
            <a:r>
              <a:rPr lang="es-ES" dirty="0" err="1"/>
              <a:t>sit</a:t>
            </a:r>
            <a:endParaRPr lang="es-ES" dirty="0"/>
          </a:p>
        </p:txBody>
      </p:sp>
      <p:sp>
        <p:nvSpPr>
          <p:cNvPr id="34" name="Rectángulo 33">
            <a:extLst>
              <a:ext uri="{FF2B5EF4-FFF2-40B4-BE49-F238E27FC236}">
                <a16:creationId xmlns:a16="http://schemas.microsoft.com/office/drawing/2014/main" id="{28985D4F-DA9A-4115-90BA-E38ACC75A041}"/>
              </a:ext>
            </a:extLst>
          </p:cNvPr>
          <p:cNvSpPr/>
          <p:nvPr userDrawn="1"/>
        </p:nvSpPr>
        <p:spPr>
          <a:xfrm>
            <a:off x="8114896" y="2513628"/>
            <a:ext cx="800100" cy="800100"/>
          </a:xfrm>
          <a:prstGeom prst="rect">
            <a:avLst/>
          </a:prstGeom>
          <a:solidFill>
            <a:srgbClr val="FF3228"/>
          </a:solid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34">
            <a:extLst>
              <a:ext uri="{FF2B5EF4-FFF2-40B4-BE49-F238E27FC236}">
                <a16:creationId xmlns:a16="http://schemas.microsoft.com/office/drawing/2014/main" id="{4F46DE56-E459-4EB6-9BA9-089C84D8957C}"/>
              </a:ext>
            </a:extLst>
          </p:cNvPr>
          <p:cNvSpPr/>
          <p:nvPr userDrawn="1"/>
        </p:nvSpPr>
        <p:spPr>
          <a:xfrm>
            <a:off x="8114896" y="4115773"/>
            <a:ext cx="800100" cy="800100"/>
          </a:xfrm>
          <a:prstGeom prst="rect">
            <a:avLst/>
          </a:prstGeom>
          <a:solidFill>
            <a:srgbClr val="FF3228"/>
          </a:solid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825B9C34-BEED-48EF-A8F3-98A25182117F}"/>
              </a:ext>
            </a:extLst>
          </p:cNvPr>
          <p:cNvSpPr/>
          <p:nvPr userDrawn="1"/>
        </p:nvSpPr>
        <p:spPr>
          <a:xfrm>
            <a:off x="8114896" y="5717918"/>
            <a:ext cx="800100" cy="800100"/>
          </a:xfrm>
          <a:prstGeom prst="rect">
            <a:avLst/>
          </a:prstGeom>
          <a:solidFill>
            <a:srgbClr val="FF3228"/>
          </a:solid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Marcador de número de diapositiva 1">
            <a:extLst>
              <a:ext uri="{FF2B5EF4-FFF2-40B4-BE49-F238E27FC236}">
                <a16:creationId xmlns:a16="http://schemas.microsoft.com/office/drawing/2014/main" id="{3F5AFE29-57E8-44B6-95C3-325867DAB7CB}"/>
              </a:ext>
            </a:extLst>
          </p:cNvPr>
          <p:cNvSpPr>
            <a:spLocks noGrp="1"/>
          </p:cNvSpPr>
          <p:nvPr>
            <p:ph type="sldNum" sz="quarter" idx="49"/>
          </p:nvPr>
        </p:nvSpPr>
        <p:spPr>
          <a:xfrm>
            <a:off x="7000489" y="7763089"/>
            <a:ext cx="629422" cy="395242"/>
          </a:xfrm>
        </p:spPr>
        <p:txBody>
          <a:bodyPr/>
          <a:lstStyle/>
          <a:p>
            <a:fld id="{B005B2D1-880E-4846-A216-7D6770BA1332}" type="slidenum">
              <a:rPr lang="es-ES" smtClean="0"/>
              <a:pPr/>
              <a:t>‹Nº›</a:t>
            </a:fld>
            <a:endParaRPr lang="es-ES" dirty="0"/>
          </a:p>
        </p:txBody>
      </p:sp>
      <p:sp>
        <p:nvSpPr>
          <p:cNvPr id="43" name="CuadroTexto 42">
            <a:extLst>
              <a:ext uri="{FF2B5EF4-FFF2-40B4-BE49-F238E27FC236}">
                <a16:creationId xmlns:a16="http://schemas.microsoft.com/office/drawing/2014/main" id="{11B49E63-FC43-4C91-8FAE-D96ABF4EAE1B}"/>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pic>
        <p:nvPicPr>
          <p:cNvPr id="30" name="Gráfico 29">
            <a:extLst>
              <a:ext uri="{FF2B5EF4-FFF2-40B4-BE49-F238E27FC236}">
                <a16:creationId xmlns:a16="http://schemas.microsoft.com/office/drawing/2014/main" id="{48AA2A31-78C4-4001-B6AF-8BA37522F1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323884" y="7585901"/>
            <a:ext cx="1400054" cy="385200"/>
          </a:xfrm>
          <a:prstGeom prst="rect">
            <a:avLst/>
          </a:prstGeom>
        </p:spPr>
      </p:pic>
      <p:sp>
        <p:nvSpPr>
          <p:cNvPr id="37" name="Rectángulo 36">
            <a:extLst>
              <a:ext uri="{FF2B5EF4-FFF2-40B4-BE49-F238E27FC236}">
                <a16:creationId xmlns:a16="http://schemas.microsoft.com/office/drawing/2014/main" id="{660537A4-C76C-4244-8BC8-83969F081D8D}"/>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8427426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mparativa 02">
    <p:spTree>
      <p:nvGrpSpPr>
        <p:cNvPr id="1" name=""/>
        <p:cNvGrpSpPr/>
        <p:nvPr/>
      </p:nvGrpSpPr>
      <p:grpSpPr>
        <a:xfrm>
          <a:off x="0" y="0"/>
          <a:ext cx="0" cy="0"/>
          <a:chOff x="0" y="0"/>
          <a:chExt cx="0" cy="0"/>
        </a:xfrm>
      </p:grpSpPr>
      <p:sp>
        <p:nvSpPr>
          <p:cNvPr id="33" name="Rectángulo 32">
            <a:extLst>
              <a:ext uri="{FF2B5EF4-FFF2-40B4-BE49-F238E27FC236}">
                <a16:creationId xmlns:a16="http://schemas.microsoft.com/office/drawing/2014/main" id="{3824DF03-CD42-4A06-902D-2CFAE7AC68F7}"/>
              </a:ext>
            </a:extLst>
          </p:cNvPr>
          <p:cNvSpPr/>
          <p:nvPr userDrawn="1"/>
        </p:nvSpPr>
        <p:spPr>
          <a:xfrm>
            <a:off x="906463" y="911225"/>
            <a:ext cx="6400800" cy="6400800"/>
          </a:xfrm>
          <a:prstGeom prst="rect">
            <a:avLst/>
          </a:prstGeom>
          <a:solidFill>
            <a:srgbClr val="FF3228"/>
          </a:solid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Rectángulo 28">
            <a:extLst>
              <a:ext uri="{FF2B5EF4-FFF2-40B4-BE49-F238E27FC236}">
                <a16:creationId xmlns:a16="http://schemas.microsoft.com/office/drawing/2014/main" id="{25C482E9-DB7E-4E5B-BA87-D9F67A4F4A1E}"/>
              </a:ext>
            </a:extLst>
          </p:cNvPr>
          <p:cNvSpPr/>
          <p:nvPr userDrawn="1"/>
        </p:nvSpPr>
        <p:spPr>
          <a:xfrm>
            <a:off x="1714625" y="2513628"/>
            <a:ext cx="800100" cy="800100"/>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30">
            <a:extLst>
              <a:ext uri="{FF2B5EF4-FFF2-40B4-BE49-F238E27FC236}">
                <a16:creationId xmlns:a16="http://schemas.microsoft.com/office/drawing/2014/main" id="{C4FC17E0-72CD-481B-9A93-9E53EF563B11}"/>
              </a:ext>
            </a:extLst>
          </p:cNvPr>
          <p:cNvSpPr/>
          <p:nvPr userDrawn="1"/>
        </p:nvSpPr>
        <p:spPr>
          <a:xfrm>
            <a:off x="1714625" y="4115773"/>
            <a:ext cx="800100" cy="800100"/>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Rectángulo 31">
            <a:extLst>
              <a:ext uri="{FF2B5EF4-FFF2-40B4-BE49-F238E27FC236}">
                <a16:creationId xmlns:a16="http://schemas.microsoft.com/office/drawing/2014/main" id="{F4BF7557-8BC4-49E3-A1E8-E0AD0AF9C072}"/>
              </a:ext>
            </a:extLst>
          </p:cNvPr>
          <p:cNvSpPr/>
          <p:nvPr userDrawn="1"/>
        </p:nvSpPr>
        <p:spPr>
          <a:xfrm>
            <a:off x="1714625" y="5717918"/>
            <a:ext cx="800100" cy="800100"/>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Marcador de texto 17">
            <a:extLst>
              <a:ext uri="{FF2B5EF4-FFF2-40B4-BE49-F238E27FC236}">
                <a16:creationId xmlns:a16="http://schemas.microsoft.com/office/drawing/2014/main" id="{44FEA7C6-9E21-48A4-8632-8CE1CE41E2EA}"/>
              </a:ext>
            </a:extLst>
          </p:cNvPr>
          <p:cNvSpPr>
            <a:spLocks noGrp="1"/>
          </p:cNvSpPr>
          <p:nvPr>
            <p:ph type="body" sz="quarter" idx="22" hasCustomPrompt="1"/>
          </p:nvPr>
        </p:nvSpPr>
        <p:spPr>
          <a:xfrm>
            <a:off x="2701574" y="2836874"/>
            <a:ext cx="3851626" cy="540000"/>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16" name="Marcador de texto 17">
            <a:extLst>
              <a:ext uri="{FF2B5EF4-FFF2-40B4-BE49-F238E27FC236}">
                <a16:creationId xmlns:a16="http://schemas.microsoft.com/office/drawing/2014/main" id="{F45D8212-2D59-45F8-B871-FAAAE828E275}"/>
              </a:ext>
            </a:extLst>
          </p:cNvPr>
          <p:cNvSpPr>
            <a:spLocks noGrp="1"/>
          </p:cNvSpPr>
          <p:nvPr>
            <p:ph type="body" sz="quarter" idx="33" hasCustomPrompt="1"/>
          </p:nvPr>
        </p:nvSpPr>
        <p:spPr>
          <a:xfrm>
            <a:off x="1718419" y="1414287"/>
            <a:ext cx="4524337" cy="462209"/>
          </a:xfrm>
        </p:spPr>
        <p:txBody>
          <a:bodyPr lIns="0">
            <a:normAutofit/>
          </a:bodyPr>
          <a:lstStyle>
            <a:lvl1pPr marL="0" indent="0" algn="l">
              <a:lnSpc>
                <a:spcPts val="2800"/>
              </a:lnSpc>
              <a:buNone/>
              <a:defRPr sz="2900" b="1">
                <a:solidFill>
                  <a:schemeClr val="bg1"/>
                </a:solidFill>
              </a:defRPr>
            </a:lvl1pPr>
          </a:lstStyle>
          <a:p>
            <a:pPr lvl="0"/>
            <a:r>
              <a:rPr lang="es-ES" dirty="0" err="1"/>
              <a:t>Lorem</a:t>
            </a:r>
            <a:r>
              <a:rPr lang="es-ES" dirty="0"/>
              <a:t> </a:t>
            </a:r>
            <a:r>
              <a:rPr lang="es-ES" dirty="0" err="1"/>
              <a:t>ipsum</a:t>
            </a:r>
            <a:r>
              <a:rPr lang="es-ES" dirty="0"/>
              <a:t> dolor </a:t>
            </a:r>
            <a:r>
              <a:rPr lang="es-ES" dirty="0" err="1"/>
              <a:t>sit</a:t>
            </a:r>
            <a:endParaRPr lang="es-ES" dirty="0"/>
          </a:p>
        </p:txBody>
      </p:sp>
      <p:sp>
        <p:nvSpPr>
          <p:cNvPr id="17" name="Marcador de texto 17">
            <a:extLst>
              <a:ext uri="{FF2B5EF4-FFF2-40B4-BE49-F238E27FC236}">
                <a16:creationId xmlns:a16="http://schemas.microsoft.com/office/drawing/2014/main" id="{2AFD9B32-D2CF-4B3F-A275-6E2599A28015}"/>
              </a:ext>
            </a:extLst>
          </p:cNvPr>
          <p:cNvSpPr>
            <a:spLocks noGrp="1"/>
          </p:cNvSpPr>
          <p:nvPr>
            <p:ph type="body" sz="quarter" idx="34" hasCustomPrompt="1"/>
          </p:nvPr>
        </p:nvSpPr>
        <p:spPr>
          <a:xfrm>
            <a:off x="2701574" y="2400605"/>
            <a:ext cx="3851626" cy="462209"/>
          </a:xfrm>
        </p:spPr>
        <p:txBody>
          <a:bodyPr lIns="0" anchor="b">
            <a:noAutofit/>
          </a:bodyPr>
          <a:lstStyle>
            <a:lvl1pPr marL="0" indent="0">
              <a:lnSpc>
                <a:spcPts val="1700"/>
              </a:lnSpc>
              <a:spcBef>
                <a:spcPts val="900"/>
              </a:spcBef>
              <a:buNone/>
              <a:defRPr lang="es-ES" sz="1670" b="1" kern="1200" dirty="0">
                <a:solidFill>
                  <a:schemeClr val="bg1"/>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18" name="Marcador de texto 17">
            <a:extLst>
              <a:ext uri="{FF2B5EF4-FFF2-40B4-BE49-F238E27FC236}">
                <a16:creationId xmlns:a16="http://schemas.microsoft.com/office/drawing/2014/main" id="{819E5421-DA47-48D8-95D5-1C2FE4C8716D}"/>
              </a:ext>
            </a:extLst>
          </p:cNvPr>
          <p:cNvSpPr>
            <a:spLocks noGrp="1"/>
          </p:cNvSpPr>
          <p:nvPr>
            <p:ph type="body" sz="quarter" idx="35" hasCustomPrompt="1"/>
          </p:nvPr>
        </p:nvSpPr>
        <p:spPr>
          <a:xfrm>
            <a:off x="2701574" y="4425820"/>
            <a:ext cx="3851626" cy="540000"/>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19" name="Marcador de texto 17">
            <a:extLst>
              <a:ext uri="{FF2B5EF4-FFF2-40B4-BE49-F238E27FC236}">
                <a16:creationId xmlns:a16="http://schemas.microsoft.com/office/drawing/2014/main" id="{8EEAAABC-7AC3-4E3E-9159-899BA54C1F3C}"/>
              </a:ext>
            </a:extLst>
          </p:cNvPr>
          <p:cNvSpPr>
            <a:spLocks noGrp="1"/>
          </p:cNvSpPr>
          <p:nvPr>
            <p:ph type="body" sz="quarter" idx="36" hasCustomPrompt="1"/>
          </p:nvPr>
        </p:nvSpPr>
        <p:spPr>
          <a:xfrm>
            <a:off x="2701574" y="3989551"/>
            <a:ext cx="3851626" cy="462209"/>
          </a:xfrm>
        </p:spPr>
        <p:txBody>
          <a:bodyPr lIns="0" anchor="b">
            <a:noAutofit/>
          </a:bodyPr>
          <a:lstStyle>
            <a:lvl1pPr marL="0" indent="0">
              <a:lnSpc>
                <a:spcPts val="1700"/>
              </a:lnSpc>
              <a:spcBef>
                <a:spcPts val="900"/>
              </a:spcBef>
              <a:buNone/>
              <a:defRPr lang="es-ES" sz="1670" b="1" kern="1200" dirty="0">
                <a:solidFill>
                  <a:schemeClr val="bg1"/>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0" name="Marcador de texto 17">
            <a:extLst>
              <a:ext uri="{FF2B5EF4-FFF2-40B4-BE49-F238E27FC236}">
                <a16:creationId xmlns:a16="http://schemas.microsoft.com/office/drawing/2014/main" id="{50A7003E-2CA9-4736-92E2-0A334553D23D}"/>
              </a:ext>
            </a:extLst>
          </p:cNvPr>
          <p:cNvSpPr>
            <a:spLocks noGrp="1"/>
          </p:cNvSpPr>
          <p:nvPr>
            <p:ph type="body" sz="quarter" idx="37" hasCustomPrompt="1"/>
          </p:nvPr>
        </p:nvSpPr>
        <p:spPr>
          <a:xfrm>
            <a:off x="2701574" y="6015901"/>
            <a:ext cx="3851626" cy="540000"/>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1" name="Marcador de texto 17">
            <a:extLst>
              <a:ext uri="{FF2B5EF4-FFF2-40B4-BE49-F238E27FC236}">
                <a16:creationId xmlns:a16="http://schemas.microsoft.com/office/drawing/2014/main" id="{92D9D4B3-1E28-4271-8722-5B476076907E}"/>
              </a:ext>
            </a:extLst>
          </p:cNvPr>
          <p:cNvSpPr>
            <a:spLocks noGrp="1"/>
          </p:cNvSpPr>
          <p:nvPr>
            <p:ph type="body" sz="quarter" idx="38" hasCustomPrompt="1"/>
          </p:nvPr>
        </p:nvSpPr>
        <p:spPr>
          <a:xfrm>
            <a:off x="2701574" y="5579632"/>
            <a:ext cx="3851626" cy="462209"/>
          </a:xfrm>
        </p:spPr>
        <p:txBody>
          <a:bodyPr lIns="0" anchor="b">
            <a:noAutofit/>
          </a:bodyPr>
          <a:lstStyle>
            <a:lvl1pPr marL="0" indent="0">
              <a:lnSpc>
                <a:spcPts val="1700"/>
              </a:lnSpc>
              <a:spcBef>
                <a:spcPts val="900"/>
              </a:spcBef>
              <a:buNone/>
              <a:defRPr lang="es-ES" sz="1670" b="1" kern="1200" dirty="0">
                <a:solidFill>
                  <a:schemeClr val="bg1"/>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2" name="Marcador de texto 17">
            <a:extLst>
              <a:ext uri="{FF2B5EF4-FFF2-40B4-BE49-F238E27FC236}">
                <a16:creationId xmlns:a16="http://schemas.microsoft.com/office/drawing/2014/main" id="{5C4F3919-61CE-4A8B-85D6-C871DE91FD2F}"/>
              </a:ext>
            </a:extLst>
          </p:cNvPr>
          <p:cNvSpPr>
            <a:spLocks noGrp="1"/>
          </p:cNvSpPr>
          <p:nvPr>
            <p:ph type="body" sz="quarter" idx="39" hasCustomPrompt="1"/>
          </p:nvPr>
        </p:nvSpPr>
        <p:spPr>
          <a:xfrm>
            <a:off x="9147529" y="2836874"/>
            <a:ext cx="3851626" cy="54000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3" name="Marcador de texto 17">
            <a:extLst>
              <a:ext uri="{FF2B5EF4-FFF2-40B4-BE49-F238E27FC236}">
                <a16:creationId xmlns:a16="http://schemas.microsoft.com/office/drawing/2014/main" id="{096FDC23-32F9-4A15-8C0F-2FA62606F725}"/>
              </a:ext>
            </a:extLst>
          </p:cNvPr>
          <p:cNvSpPr>
            <a:spLocks noGrp="1"/>
          </p:cNvSpPr>
          <p:nvPr>
            <p:ph type="body" sz="quarter" idx="40" hasCustomPrompt="1"/>
          </p:nvPr>
        </p:nvSpPr>
        <p:spPr>
          <a:xfrm>
            <a:off x="9147529" y="2400605"/>
            <a:ext cx="3851626" cy="462209"/>
          </a:xfrm>
        </p:spPr>
        <p:txBody>
          <a:bodyPr lIns="0" anchor="b">
            <a:noAutofit/>
          </a:bodyPr>
          <a:lstStyle>
            <a:lvl1pPr marL="0" indent="0">
              <a:lnSpc>
                <a:spcPts val="1700"/>
              </a:lnSpc>
              <a:spcBef>
                <a:spcPts val="900"/>
              </a:spcBef>
              <a:buNone/>
              <a:defRPr lang="es-ES" sz="1670" b="1" kern="1200" dirty="0">
                <a:solidFill>
                  <a:srgbClr val="1E1E1E"/>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4" name="Marcador de texto 17">
            <a:extLst>
              <a:ext uri="{FF2B5EF4-FFF2-40B4-BE49-F238E27FC236}">
                <a16:creationId xmlns:a16="http://schemas.microsoft.com/office/drawing/2014/main" id="{544B68AA-A664-4CDB-9244-7439A1BBEB37}"/>
              </a:ext>
            </a:extLst>
          </p:cNvPr>
          <p:cNvSpPr>
            <a:spLocks noGrp="1"/>
          </p:cNvSpPr>
          <p:nvPr>
            <p:ph type="body" sz="quarter" idx="41" hasCustomPrompt="1"/>
          </p:nvPr>
        </p:nvSpPr>
        <p:spPr>
          <a:xfrm>
            <a:off x="9147529" y="4425820"/>
            <a:ext cx="3851626" cy="54000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5" name="Marcador de texto 17">
            <a:extLst>
              <a:ext uri="{FF2B5EF4-FFF2-40B4-BE49-F238E27FC236}">
                <a16:creationId xmlns:a16="http://schemas.microsoft.com/office/drawing/2014/main" id="{E8F7D17C-956D-401B-B279-2A0E1A7FDAE4}"/>
              </a:ext>
            </a:extLst>
          </p:cNvPr>
          <p:cNvSpPr>
            <a:spLocks noGrp="1"/>
          </p:cNvSpPr>
          <p:nvPr>
            <p:ph type="body" sz="quarter" idx="42" hasCustomPrompt="1"/>
          </p:nvPr>
        </p:nvSpPr>
        <p:spPr>
          <a:xfrm>
            <a:off x="9147529" y="3989551"/>
            <a:ext cx="3851626" cy="462209"/>
          </a:xfrm>
        </p:spPr>
        <p:txBody>
          <a:bodyPr lIns="0" anchor="b">
            <a:noAutofit/>
          </a:bodyPr>
          <a:lstStyle>
            <a:lvl1pPr marL="0" indent="0">
              <a:lnSpc>
                <a:spcPts val="1700"/>
              </a:lnSpc>
              <a:spcBef>
                <a:spcPts val="900"/>
              </a:spcBef>
              <a:buNone/>
              <a:defRPr lang="es-ES" sz="1670" b="1" kern="1200" dirty="0">
                <a:solidFill>
                  <a:srgbClr val="1E1E1E"/>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6" name="Marcador de texto 17">
            <a:extLst>
              <a:ext uri="{FF2B5EF4-FFF2-40B4-BE49-F238E27FC236}">
                <a16:creationId xmlns:a16="http://schemas.microsoft.com/office/drawing/2014/main" id="{042A179C-1060-4856-8F5D-63184A6E3BA6}"/>
              </a:ext>
            </a:extLst>
          </p:cNvPr>
          <p:cNvSpPr>
            <a:spLocks noGrp="1"/>
          </p:cNvSpPr>
          <p:nvPr>
            <p:ph type="body" sz="quarter" idx="43" hasCustomPrompt="1"/>
          </p:nvPr>
        </p:nvSpPr>
        <p:spPr>
          <a:xfrm>
            <a:off x="9147529" y="6015901"/>
            <a:ext cx="3851626" cy="54000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quidutat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a:t>
            </a:r>
            <a:r>
              <a:rPr lang="es-ES" dirty="0"/>
              <a:t> </a:t>
            </a:r>
            <a:r>
              <a:rPr lang="es-ES" dirty="0" err="1"/>
              <a:t>mqu</a:t>
            </a:r>
            <a:r>
              <a:rPr lang="es-ES" dirty="0"/>
              <a:t> </a:t>
            </a:r>
            <a:r>
              <a:rPr lang="es-ES" dirty="0" err="1"/>
              <a:t>idundam</a:t>
            </a:r>
            <a:r>
              <a:rPr lang="es-ES" dirty="0"/>
              <a:t>.</a:t>
            </a:r>
          </a:p>
        </p:txBody>
      </p:sp>
      <p:sp>
        <p:nvSpPr>
          <p:cNvPr id="27" name="Marcador de texto 17">
            <a:extLst>
              <a:ext uri="{FF2B5EF4-FFF2-40B4-BE49-F238E27FC236}">
                <a16:creationId xmlns:a16="http://schemas.microsoft.com/office/drawing/2014/main" id="{56D8F0E5-A6E8-4BB3-BE7E-067D7C752DC3}"/>
              </a:ext>
            </a:extLst>
          </p:cNvPr>
          <p:cNvSpPr>
            <a:spLocks noGrp="1"/>
          </p:cNvSpPr>
          <p:nvPr>
            <p:ph type="body" sz="quarter" idx="44" hasCustomPrompt="1"/>
          </p:nvPr>
        </p:nvSpPr>
        <p:spPr>
          <a:xfrm>
            <a:off x="9147529" y="5579632"/>
            <a:ext cx="3851626" cy="462209"/>
          </a:xfrm>
        </p:spPr>
        <p:txBody>
          <a:bodyPr lIns="0" anchor="b">
            <a:noAutofit/>
          </a:bodyPr>
          <a:lstStyle>
            <a:lvl1pPr marL="0" indent="0">
              <a:lnSpc>
                <a:spcPts val="1700"/>
              </a:lnSpc>
              <a:spcBef>
                <a:spcPts val="900"/>
              </a:spcBef>
              <a:buNone/>
              <a:defRPr lang="es-ES" sz="1670" b="1" kern="1200" dirty="0">
                <a:solidFill>
                  <a:srgbClr val="1E1E1E"/>
                </a:solidFill>
                <a:latin typeface="Century Gothic" panose="020B0502020202020204" pitchFamily="34" charset="0"/>
                <a:ea typeface="+mn-ea"/>
                <a:cs typeface="+mn-cs"/>
              </a:defRPr>
            </a:lvl1pPr>
          </a:lstStyle>
          <a:p>
            <a:pPr lvl="0"/>
            <a:r>
              <a:rPr lang="es-ES" dirty="0" err="1"/>
              <a:t>Conempo</a:t>
            </a:r>
            <a:r>
              <a:rPr lang="es-ES" dirty="0"/>
              <a:t> </a:t>
            </a:r>
            <a:r>
              <a:rPr lang="es-ES" dirty="0" err="1"/>
              <a:t>ribusameniminci</a:t>
            </a:r>
            <a:endParaRPr lang="es-ES" dirty="0"/>
          </a:p>
        </p:txBody>
      </p:sp>
      <p:sp>
        <p:nvSpPr>
          <p:cNvPr id="28" name="Marcador de texto 17">
            <a:extLst>
              <a:ext uri="{FF2B5EF4-FFF2-40B4-BE49-F238E27FC236}">
                <a16:creationId xmlns:a16="http://schemas.microsoft.com/office/drawing/2014/main" id="{EFD3DBCB-37D1-496C-A04E-BA7E970F4A25}"/>
              </a:ext>
            </a:extLst>
          </p:cNvPr>
          <p:cNvSpPr>
            <a:spLocks noGrp="1"/>
          </p:cNvSpPr>
          <p:nvPr>
            <p:ph type="body" sz="quarter" idx="45" hasCustomPrompt="1"/>
          </p:nvPr>
        </p:nvSpPr>
        <p:spPr>
          <a:xfrm>
            <a:off x="8129253" y="1414287"/>
            <a:ext cx="4524337" cy="462209"/>
          </a:xfrm>
        </p:spPr>
        <p:txBody>
          <a:bodyPr lIns="0">
            <a:normAutofit/>
          </a:bodyPr>
          <a:lstStyle>
            <a:lvl1pPr marL="0" indent="0" algn="l">
              <a:lnSpc>
                <a:spcPts val="2800"/>
              </a:lnSpc>
              <a:buNone/>
              <a:defRPr sz="2900" b="1">
                <a:solidFill>
                  <a:srgbClr val="1E1E1E"/>
                </a:solidFill>
              </a:defRPr>
            </a:lvl1pPr>
          </a:lstStyle>
          <a:p>
            <a:pPr lvl="0"/>
            <a:r>
              <a:rPr lang="es-ES" dirty="0" err="1"/>
              <a:t>Lorem</a:t>
            </a:r>
            <a:r>
              <a:rPr lang="es-ES" dirty="0"/>
              <a:t> </a:t>
            </a:r>
            <a:r>
              <a:rPr lang="es-ES" dirty="0" err="1"/>
              <a:t>ipsum</a:t>
            </a:r>
            <a:r>
              <a:rPr lang="es-ES" dirty="0"/>
              <a:t> dolor </a:t>
            </a:r>
            <a:r>
              <a:rPr lang="es-ES" dirty="0" err="1"/>
              <a:t>sit</a:t>
            </a:r>
            <a:endParaRPr lang="es-ES" dirty="0"/>
          </a:p>
        </p:txBody>
      </p:sp>
      <p:sp>
        <p:nvSpPr>
          <p:cNvPr id="34" name="Rectángulo 33">
            <a:extLst>
              <a:ext uri="{FF2B5EF4-FFF2-40B4-BE49-F238E27FC236}">
                <a16:creationId xmlns:a16="http://schemas.microsoft.com/office/drawing/2014/main" id="{28985D4F-DA9A-4115-90BA-E38ACC75A041}"/>
              </a:ext>
            </a:extLst>
          </p:cNvPr>
          <p:cNvSpPr/>
          <p:nvPr userDrawn="1"/>
        </p:nvSpPr>
        <p:spPr>
          <a:xfrm>
            <a:off x="8114896" y="2513628"/>
            <a:ext cx="800100" cy="800100"/>
          </a:xfrm>
          <a:prstGeom prst="rect">
            <a:avLst/>
          </a:prstGeom>
          <a:no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34">
            <a:extLst>
              <a:ext uri="{FF2B5EF4-FFF2-40B4-BE49-F238E27FC236}">
                <a16:creationId xmlns:a16="http://schemas.microsoft.com/office/drawing/2014/main" id="{4F46DE56-E459-4EB6-9BA9-089C84D8957C}"/>
              </a:ext>
            </a:extLst>
          </p:cNvPr>
          <p:cNvSpPr/>
          <p:nvPr userDrawn="1"/>
        </p:nvSpPr>
        <p:spPr>
          <a:xfrm>
            <a:off x="8114896" y="4115773"/>
            <a:ext cx="800100" cy="800100"/>
          </a:xfrm>
          <a:prstGeom prst="rect">
            <a:avLst/>
          </a:prstGeom>
          <a:no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825B9C34-BEED-48EF-A8F3-98A25182117F}"/>
              </a:ext>
            </a:extLst>
          </p:cNvPr>
          <p:cNvSpPr/>
          <p:nvPr userDrawn="1"/>
        </p:nvSpPr>
        <p:spPr>
          <a:xfrm>
            <a:off x="8114896" y="5717918"/>
            <a:ext cx="800100" cy="800100"/>
          </a:xfrm>
          <a:prstGeom prst="rect">
            <a:avLst/>
          </a:prstGeom>
          <a:noFill/>
          <a:ln w="12700">
            <a:solidFill>
              <a:srgbClr val="FF32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Marcador de número de diapositiva 1">
            <a:extLst>
              <a:ext uri="{FF2B5EF4-FFF2-40B4-BE49-F238E27FC236}">
                <a16:creationId xmlns:a16="http://schemas.microsoft.com/office/drawing/2014/main" id="{3F5AFE29-57E8-44B6-95C3-325867DAB7CB}"/>
              </a:ext>
            </a:extLst>
          </p:cNvPr>
          <p:cNvSpPr>
            <a:spLocks noGrp="1"/>
          </p:cNvSpPr>
          <p:nvPr>
            <p:ph type="sldNum" sz="quarter" idx="49"/>
          </p:nvPr>
        </p:nvSpPr>
        <p:spPr>
          <a:xfrm>
            <a:off x="7000489" y="7763089"/>
            <a:ext cx="629422" cy="395242"/>
          </a:xfrm>
        </p:spPr>
        <p:txBody>
          <a:bodyPr/>
          <a:lstStyle/>
          <a:p>
            <a:fld id="{B005B2D1-880E-4846-A216-7D6770BA1332}" type="slidenum">
              <a:rPr lang="es-ES" smtClean="0"/>
              <a:pPr/>
              <a:t>‹Nº›</a:t>
            </a:fld>
            <a:endParaRPr lang="es-ES" dirty="0"/>
          </a:p>
        </p:txBody>
      </p:sp>
      <p:sp>
        <p:nvSpPr>
          <p:cNvPr id="43" name="CuadroTexto 42">
            <a:extLst>
              <a:ext uri="{FF2B5EF4-FFF2-40B4-BE49-F238E27FC236}">
                <a16:creationId xmlns:a16="http://schemas.microsoft.com/office/drawing/2014/main" id="{13DDD1BB-63FF-4264-945F-3B3141732107}"/>
              </a:ext>
            </a:extLst>
          </p:cNvPr>
          <p:cNvSpPr txBox="1"/>
          <p:nvPr userDrawn="1"/>
        </p:nvSpPr>
        <p:spPr>
          <a:xfrm>
            <a:off x="43292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1E1E1E"/>
                </a:solidFill>
                <a:latin typeface="Century Gothic" panose="020B0502020202020204" pitchFamily="34" charset="0"/>
              </a:rPr>
              <a:t>© Copyright Universidad Europea. Todos los derechos reservados</a:t>
            </a:r>
            <a:endParaRPr lang="es-ES" dirty="0">
              <a:solidFill>
                <a:srgbClr val="1E1E1E"/>
              </a:solidFill>
            </a:endParaRPr>
          </a:p>
        </p:txBody>
      </p:sp>
      <p:pic>
        <p:nvPicPr>
          <p:cNvPr id="30" name="Gráfico 29">
            <a:extLst>
              <a:ext uri="{FF2B5EF4-FFF2-40B4-BE49-F238E27FC236}">
                <a16:creationId xmlns:a16="http://schemas.microsoft.com/office/drawing/2014/main" id="{826DE4F1-0500-456A-9AEE-766BEA0D27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323884" y="7585901"/>
            <a:ext cx="1400054" cy="385200"/>
          </a:xfrm>
          <a:prstGeom prst="rect">
            <a:avLst/>
          </a:prstGeom>
        </p:spPr>
      </p:pic>
      <p:sp>
        <p:nvSpPr>
          <p:cNvPr id="37" name="Rectángulo 36">
            <a:extLst>
              <a:ext uri="{FF2B5EF4-FFF2-40B4-BE49-F238E27FC236}">
                <a16:creationId xmlns:a16="http://schemas.microsoft.com/office/drawing/2014/main" id="{047CC7ED-54B8-4D1D-B00C-D69B01F0733A}"/>
              </a:ext>
            </a:extLst>
          </p:cNvPr>
          <p:cNvSpPr/>
          <p:nvPr userDrawn="1"/>
        </p:nvSpPr>
        <p:spPr>
          <a:xfrm>
            <a:off x="524442" y="332974"/>
            <a:ext cx="384969" cy="38496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8655034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Graficos">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E45EE8D0-3795-421B-8794-6F214183AE2D}"/>
              </a:ext>
            </a:extLst>
          </p:cNvPr>
          <p:cNvSpPr>
            <a:spLocks noGrp="1"/>
          </p:cNvSpPr>
          <p:nvPr>
            <p:ph type="title" hasCustomPrompt="1"/>
          </p:nvPr>
        </p:nvSpPr>
        <p:spPr>
          <a:xfrm>
            <a:off x="906463" y="1180601"/>
            <a:ext cx="3309937" cy="1803899"/>
          </a:xfrm>
        </p:spPr>
        <p:txBody>
          <a:bodyPr lIns="0" anchor="t">
            <a:noAutofit/>
          </a:bodyPr>
          <a:lstStyle>
            <a:lvl1pPr>
              <a:defRPr sz="4300"/>
            </a:lvl1pPr>
          </a:lstStyle>
          <a:p>
            <a:r>
              <a:rPr lang="es-ES" dirty="0"/>
              <a:t>Estilo</a:t>
            </a:r>
            <a:br>
              <a:rPr lang="es-ES" dirty="0"/>
            </a:br>
            <a:r>
              <a:rPr lang="es-ES" dirty="0"/>
              <a:t>de gráfico de barras I</a:t>
            </a:r>
          </a:p>
        </p:txBody>
      </p:sp>
      <p:sp>
        <p:nvSpPr>
          <p:cNvPr id="21" name="Marcador de texto 17">
            <a:extLst>
              <a:ext uri="{FF2B5EF4-FFF2-40B4-BE49-F238E27FC236}">
                <a16:creationId xmlns:a16="http://schemas.microsoft.com/office/drawing/2014/main" id="{B3CCE7E5-483B-4D05-A9C8-5D66C5A57396}"/>
              </a:ext>
            </a:extLst>
          </p:cNvPr>
          <p:cNvSpPr>
            <a:spLocks noGrp="1"/>
          </p:cNvSpPr>
          <p:nvPr>
            <p:ph type="body" sz="quarter" idx="16" hasCustomPrompt="1"/>
          </p:nvPr>
        </p:nvSpPr>
        <p:spPr>
          <a:xfrm>
            <a:off x="906463" y="3263021"/>
            <a:ext cx="4745037" cy="3411330"/>
          </a:xfrm>
        </p:spPr>
        <p:txBody>
          <a:bodyPr lIns="0">
            <a:noAutofit/>
          </a:bodyPr>
          <a:lstStyle>
            <a:lvl1pPr marL="0" indent="0">
              <a:lnSpc>
                <a:spcPts val="1700"/>
              </a:lnSpc>
              <a:spcBef>
                <a:spcPts val="900"/>
              </a:spcBef>
              <a:buNone/>
              <a:defRPr sz="1440" b="0">
                <a:solidFill>
                  <a:srgbClr val="1E1E1E"/>
                </a:solidFill>
              </a:defRPr>
            </a:lvl1pPr>
          </a:lstStyle>
          <a:p>
            <a:pPr lvl="0"/>
            <a:r>
              <a:rPr lang="es-ES" dirty="0" err="1"/>
              <a:t>Conepos</a:t>
            </a:r>
            <a:r>
              <a:rPr lang="es-ES" dirty="0"/>
              <a:t> </a:t>
            </a:r>
            <a:r>
              <a:rPr lang="es-ES" dirty="0" err="1"/>
              <a:t>reiciis</a:t>
            </a:r>
            <a:r>
              <a:rPr lang="es-ES" dirty="0"/>
              <a:t> </a:t>
            </a:r>
            <a:r>
              <a:rPr lang="es-ES" dirty="0" err="1"/>
              <a:t>conseque</a:t>
            </a:r>
            <a:r>
              <a:rPr lang="es-ES" dirty="0"/>
              <a:t> </a:t>
            </a:r>
            <a:r>
              <a:rPr lang="es-ES" dirty="0" err="1"/>
              <a:t>conempo</a:t>
            </a:r>
            <a:r>
              <a:rPr lang="es-ES" dirty="0"/>
              <a:t> </a:t>
            </a:r>
            <a:r>
              <a:rPr lang="es-ES" dirty="0" err="1"/>
              <a:t>ribusam</a:t>
            </a:r>
            <a:r>
              <a:rPr lang="es-ES" dirty="0"/>
              <a:t> </a:t>
            </a:r>
            <a:r>
              <a:rPr lang="es-ES" dirty="0" err="1"/>
              <a:t>enimincil</a:t>
            </a:r>
            <a:r>
              <a:rPr lang="es-ES" dirty="0"/>
              <a:t> </a:t>
            </a:r>
            <a:r>
              <a:rPr lang="es-ES" dirty="0" err="1"/>
              <a:t>molupta</a:t>
            </a:r>
            <a:r>
              <a:rPr lang="es-ES" dirty="0"/>
              <a:t> </a:t>
            </a:r>
            <a:r>
              <a:rPr lang="es-ES" dirty="0" err="1"/>
              <a:t>tiatesed</a:t>
            </a:r>
            <a:r>
              <a:rPr lang="es-ES" dirty="0"/>
              <a:t> qui </a:t>
            </a:r>
            <a:r>
              <a:rPr lang="es-ES" dirty="0" err="1"/>
              <a:t>sit</a:t>
            </a:r>
            <a:r>
              <a:rPr lang="es-ES" dirty="0"/>
              <a:t> </a:t>
            </a:r>
            <a:r>
              <a:rPr lang="es-ES" dirty="0" err="1"/>
              <a:t>aut</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a:t>
            </a:r>
          </a:p>
          <a:p>
            <a:pPr lvl="0"/>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alitis</a:t>
            </a:r>
            <a:r>
              <a:rPr lang="es-ES" dirty="0"/>
              <a:t> </a:t>
            </a:r>
            <a:r>
              <a:rPr lang="es-ES" dirty="0" err="1"/>
              <a:t>harit</a:t>
            </a:r>
            <a:r>
              <a:rPr lang="es-ES" dirty="0"/>
              <a:t>, </a:t>
            </a:r>
            <a:r>
              <a:rPr lang="es-ES" dirty="0" err="1"/>
              <a:t>quoditat</a:t>
            </a:r>
            <a:r>
              <a:rPr lang="es-ES" dirty="0"/>
              <a:t> mi, </a:t>
            </a: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a:t>
            </a:r>
            <a:r>
              <a:rPr lang="es-ES" dirty="0"/>
              <a:t>.</a:t>
            </a:r>
          </a:p>
          <a:p>
            <a:pPr marL="0" marR="0" lvl="0" indent="0" algn="l" defTabSz="1097280" rtl="0" eaLnBrk="1" fontAlgn="auto" latinLnBrk="0" hangingPunct="1">
              <a:lnSpc>
                <a:spcPts val="1700"/>
              </a:lnSpc>
              <a:spcBef>
                <a:spcPts val="900"/>
              </a:spcBef>
              <a:spcAft>
                <a:spcPts val="0"/>
              </a:spcAft>
              <a:buClr>
                <a:srgbClr val="FF3228"/>
              </a:buClr>
              <a:buSzTx/>
              <a:buFont typeface="Wingdings" panose="05000000000000000000" pitchFamily="2" charset="2"/>
              <a:buNone/>
              <a:tabLst/>
              <a:defRPr/>
            </a:pPr>
            <a:r>
              <a:rPr lang="es-ES" dirty="0" err="1"/>
              <a:t>Arupiet</a:t>
            </a:r>
            <a:r>
              <a:rPr lang="es-ES" dirty="0"/>
              <a:t> </a:t>
            </a:r>
            <a:r>
              <a:rPr lang="es-ES" dirty="0" err="1"/>
              <a:t>autest</a:t>
            </a:r>
            <a:r>
              <a:rPr lang="es-ES" dirty="0"/>
              <a:t> </a:t>
            </a:r>
            <a:r>
              <a:rPr lang="es-ES" dirty="0" err="1"/>
              <a:t>ent</a:t>
            </a:r>
            <a:r>
              <a:rPr lang="es-ES" dirty="0"/>
              <a:t> </a:t>
            </a:r>
            <a:r>
              <a:rPr lang="es-ES" dirty="0" err="1"/>
              <a:t>laudant</a:t>
            </a:r>
            <a:r>
              <a:rPr lang="es-ES" dirty="0"/>
              <a:t> ut </a:t>
            </a:r>
            <a:r>
              <a:rPr lang="es-ES" dirty="0" err="1"/>
              <a:t>eatur</a:t>
            </a:r>
            <a:r>
              <a:rPr lang="es-ES" dirty="0"/>
              <a:t>?</a:t>
            </a:r>
            <a:br>
              <a:rPr lang="es-ES" dirty="0"/>
            </a:br>
            <a:r>
              <a:rPr lang="es-ES" dirty="0" err="1"/>
              <a:t>experum</a:t>
            </a:r>
            <a:r>
              <a:rPr lang="es-ES" dirty="0"/>
              <a:t> a </a:t>
            </a:r>
            <a:r>
              <a:rPr lang="es-ES" dirty="0" err="1"/>
              <a:t>conse</a:t>
            </a:r>
            <a:r>
              <a:rPr lang="es-ES" dirty="0"/>
              <a:t> </a:t>
            </a:r>
            <a:r>
              <a:rPr lang="es-ES" dirty="0" err="1"/>
              <a:t>sequamet</a:t>
            </a:r>
            <a:r>
              <a:rPr lang="es-ES" dirty="0"/>
              <a:t>, quid </a:t>
            </a:r>
            <a:r>
              <a:rPr lang="es-ES" dirty="0" err="1"/>
              <a:t>ullestrum</a:t>
            </a:r>
            <a:r>
              <a:rPr lang="es-ES" dirty="0"/>
              <a:t> quia </a:t>
            </a:r>
            <a:r>
              <a:rPr lang="es-ES" dirty="0" err="1"/>
              <a:t>estemqu</a:t>
            </a:r>
            <a:r>
              <a:rPr lang="es-ES" dirty="0"/>
              <a:t> </a:t>
            </a:r>
            <a:r>
              <a:rPr lang="es-ES" dirty="0" err="1"/>
              <a:t>idun</a:t>
            </a:r>
            <a:r>
              <a:rPr lang="es-ES" dirty="0"/>
              <a:t> qui </a:t>
            </a:r>
            <a:r>
              <a:rPr lang="es-ES" dirty="0" err="1"/>
              <a:t>aliti</a:t>
            </a:r>
            <a:r>
              <a:rPr lang="es-ES" dirty="0"/>
              <a:t> </a:t>
            </a:r>
            <a:r>
              <a:rPr lang="es-ES" dirty="0" err="1"/>
              <a:t>Poribus</a:t>
            </a:r>
            <a:r>
              <a:rPr lang="es-ES" dirty="0"/>
              <a:t> </a:t>
            </a:r>
            <a:r>
              <a:rPr lang="es-ES" dirty="0" err="1"/>
              <a:t>reiciis</a:t>
            </a:r>
            <a:r>
              <a:rPr lang="es-ES" dirty="0"/>
              <a:t>.</a:t>
            </a:r>
          </a:p>
        </p:txBody>
      </p:sp>
      <p:sp>
        <p:nvSpPr>
          <p:cNvPr id="25" name="CuadroTexto 24">
            <a:extLst>
              <a:ext uri="{FF2B5EF4-FFF2-40B4-BE49-F238E27FC236}">
                <a16:creationId xmlns:a16="http://schemas.microsoft.com/office/drawing/2014/main" id="{E30C8D45-466F-4F40-8328-D150D1EB24BA}"/>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27" name="Marcador de número de diapositiva 1">
            <a:extLst>
              <a:ext uri="{FF2B5EF4-FFF2-40B4-BE49-F238E27FC236}">
                <a16:creationId xmlns:a16="http://schemas.microsoft.com/office/drawing/2014/main" id="{04281931-3718-4A7D-AA8E-F88E5AEB9ADC}"/>
              </a:ext>
            </a:extLst>
          </p:cNvPr>
          <p:cNvSpPr>
            <a:spLocks noGrp="1"/>
          </p:cNvSpPr>
          <p:nvPr>
            <p:ph type="sldNum" sz="quarter" idx="30"/>
          </p:nvPr>
        </p:nvSpPr>
        <p:spPr>
          <a:xfrm>
            <a:off x="7000489" y="7763089"/>
            <a:ext cx="629422" cy="395242"/>
          </a:xfrm>
        </p:spPr>
        <p:txBody>
          <a:bodyPr/>
          <a:lstStyle/>
          <a:p>
            <a:fld id="{B005B2D1-880E-4846-A216-7D6770BA1332}" type="slidenum">
              <a:rPr lang="es-ES" smtClean="0"/>
              <a:pPr/>
              <a:t>‹Nº›</a:t>
            </a:fld>
            <a:endParaRPr lang="es-ES" dirty="0"/>
          </a:p>
        </p:txBody>
      </p:sp>
      <p:sp>
        <p:nvSpPr>
          <p:cNvPr id="28" name="Rectángulo 27">
            <a:extLst>
              <a:ext uri="{FF2B5EF4-FFF2-40B4-BE49-F238E27FC236}">
                <a16:creationId xmlns:a16="http://schemas.microsoft.com/office/drawing/2014/main" id="{4D5137D5-442A-403F-81C7-7686AFB9547E}"/>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Marcador de gráfico 6">
            <a:extLst>
              <a:ext uri="{FF2B5EF4-FFF2-40B4-BE49-F238E27FC236}">
                <a16:creationId xmlns:a16="http://schemas.microsoft.com/office/drawing/2014/main" id="{7201564A-7529-4B1F-B62A-73FAF73E875E}"/>
              </a:ext>
            </a:extLst>
          </p:cNvPr>
          <p:cNvSpPr>
            <a:spLocks noGrp="1"/>
          </p:cNvSpPr>
          <p:nvPr>
            <p:ph type="chart" sz="quarter" idx="31"/>
          </p:nvPr>
        </p:nvSpPr>
        <p:spPr>
          <a:xfrm>
            <a:off x="6140450" y="1719155"/>
            <a:ext cx="7583488" cy="5599220"/>
          </a:xfrm>
        </p:spPr>
        <p:txBody>
          <a:bodyPr/>
          <a:lstStyle/>
          <a:p>
            <a:endParaRPr lang="es-ES" dirty="0"/>
          </a:p>
        </p:txBody>
      </p:sp>
      <p:pic>
        <p:nvPicPr>
          <p:cNvPr id="9" name="Gráfico 8">
            <a:extLst>
              <a:ext uri="{FF2B5EF4-FFF2-40B4-BE49-F238E27FC236}">
                <a16:creationId xmlns:a16="http://schemas.microsoft.com/office/drawing/2014/main" id="{06E2181E-8ABD-4C68-97CA-BF860F11CA1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176980089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ablas">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E45EE8D0-3795-421B-8794-6F214183AE2D}"/>
              </a:ext>
            </a:extLst>
          </p:cNvPr>
          <p:cNvSpPr>
            <a:spLocks noGrp="1"/>
          </p:cNvSpPr>
          <p:nvPr>
            <p:ph type="title" hasCustomPrompt="1"/>
          </p:nvPr>
        </p:nvSpPr>
        <p:spPr>
          <a:xfrm>
            <a:off x="906463" y="1180601"/>
            <a:ext cx="5278437" cy="879431"/>
          </a:xfrm>
        </p:spPr>
        <p:txBody>
          <a:bodyPr lIns="0" anchor="t">
            <a:noAutofit/>
          </a:bodyPr>
          <a:lstStyle>
            <a:lvl1pPr>
              <a:defRPr sz="4300"/>
            </a:lvl1pPr>
          </a:lstStyle>
          <a:p>
            <a:r>
              <a:rPr lang="es-ES" dirty="0"/>
              <a:t>Estilo tabla I</a:t>
            </a:r>
          </a:p>
        </p:txBody>
      </p:sp>
      <p:sp>
        <p:nvSpPr>
          <p:cNvPr id="25" name="CuadroTexto 24">
            <a:extLst>
              <a:ext uri="{FF2B5EF4-FFF2-40B4-BE49-F238E27FC236}">
                <a16:creationId xmlns:a16="http://schemas.microsoft.com/office/drawing/2014/main" id="{E30C8D45-466F-4F40-8328-D150D1EB24BA}"/>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27" name="Marcador de número de diapositiva 1">
            <a:extLst>
              <a:ext uri="{FF2B5EF4-FFF2-40B4-BE49-F238E27FC236}">
                <a16:creationId xmlns:a16="http://schemas.microsoft.com/office/drawing/2014/main" id="{04281931-3718-4A7D-AA8E-F88E5AEB9ADC}"/>
              </a:ext>
            </a:extLst>
          </p:cNvPr>
          <p:cNvSpPr>
            <a:spLocks noGrp="1"/>
          </p:cNvSpPr>
          <p:nvPr>
            <p:ph type="sldNum" sz="quarter" idx="30"/>
          </p:nvPr>
        </p:nvSpPr>
        <p:spPr>
          <a:xfrm>
            <a:off x="7000489" y="7763089"/>
            <a:ext cx="629422" cy="395242"/>
          </a:xfrm>
        </p:spPr>
        <p:txBody>
          <a:bodyPr/>
          <a:lstStyle/>
          <a:p>
            <a:fld id="{B005B2D1-880E-4846-A216-7D6770BA1332}" type="slidenum">
              <a:rPr lang="es-ES" smtClean="0"/>
              <a:pPr/>
              <a:t>‹Nº›</a:t>
            </a:fld>
            <a:endParaRPr lang="es-ES" dirty="0"/>
          </a:p>
        </p:txBody>
      </p:sp>
      <p:sp>
        <p:nvSpPr>
          <p:cNvPr id="28" name="Rectángulo 27">
            <a:extLst>
              <a:ext uri="{FF2B5EF4-FFF2-40B4-BE49-F238E27FC236}">
                <a16:creationId xmlns:a16="http://schemas.microsoft.com/office/drawing/2014/main" id="{4D5137D5-442A-403F-81C7-7686AFB9547E}"/>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Marcador de tabla 2">
            <a:extLst>
              <a:ext uri="{FF2B5EF4-FFF2-40B4-BE49-F238E27FC236}">
                <a16:creationId xmlns:a16="http://schemas.microsoft.com/office/drawing/2014/main" id="{06B5FEDA-2675-4177-AA01-B26A0E6450C6}"/>
              </a:ext>
            </a:extLst>
          </p:cNvPr>
          <p:cNvSpPr>
            <a:spLocks noGrp="1"/>
          </p:cNvSpPr>
          <p:nvPr>
            <p:ph type="tbl" sz="quarter" idx="31"/>
          </p:nvPr>
        </p:nvSpPr>
        <p:spPr>
          <a:xfrm>
            <a:off x="906463" y="2514600"/>
            <a:ext cx="12817474" cy="4803775"/>
          </a:xfrm>
        </p:spPr>
        <p:txBody>
          <a:bodyPr/>
          <a:lstStyle/>
          <a:p>
            <a:endParaRPr lang="es-ES"/>
          </a:p>
        </p:txBody>
      </p:sp>
      <p:pic>
        <p:nvPicPr>
          <p:cNvPr id="8" name="Gráfico 7">
            <a:extLst>
              <a:ext uri="{FF2B5EF4-FFF2-40B4-BE49-F238E27FC236}">
                <a16:creationId xmlns:a16="http://schemas.microsoft.com/office/drawing/2014/main" id="{B63D23CB-FADD-4E51-B607-9F895E3383D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30725009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conos">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1FA62221-C641-42BD-85C5-560FB62FCE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3" name="Marcador de número de diapositiva 2">
            <a:extLst>
              <a:ext uri="{FF2B5EF4-FFF2-40B4-BE49-F238E27FC236}">
                <a16:creationId xmlns:a16="http://schemas.microsoft.com/office/drawing/2014/main" id="{7450A57E-6C25-44CF-9946-8E51E495D6DA}"/>
              </a:ext>
            </a:extLst>
          </p:cNvPr>
          <p:cNvSpPr>
            <a:spLocks noGrp="1"/>
          </p:cNvSpPr>
          <p:nvPr>
            <p:ph type="sldNum" sz="quarter" idx="10"/>
          </p:nvPr>
        </p:nvSpPr>
        <p:spPr/>
        <p:txBody>
          <a:bodyPr/>
          <a:lstStyle/>
          <a:p>
            <a:fld id="{B005B2D1-880E-4846-A216-7D6770BA1332}" type="slidenum">
              <a:rPr lang="es-ES" smtClean="0"/>
              <a:pPr/>
              <a:t>‹Nº›</a:t>
            </a:fld>
            <a:endParaRPr lang="es-ES" dirty="0"/>
          </a:p>
        </p:txBody>
      </p:sp>
      <p:sp>
        <p:nvSpPr>
          <p:cNvPr id="9" name="CuadroTexto 8">
            <a:extLst>
              <a:ext uri="{FF2B5EF4-FFF2-40B4-BE49-F238E27FC236}">
                <a16:creationId xmlns:a16="http://schemas.microsoft.com/office/drawing/2014/main" id="{AEACB8DF-60BA-4C55-8790-127B9DB59323}"/>
              </a:ext>
            </a:extLst>
          </p:cNvPr>
          <p:cNvSpPr txBox="1"/>
          <p:nvPr userDrawn="1"/>
        </p:nvSpPr>
        <p:spPr>
          <a:xfrm>
            <a:off x="10257964"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rgbClr val="333333"/>
                </a:solidFill>
                <a:latin typeface="Century Gothic" panose="020B0502020202020204" pitchFamily="34" charset="0"/>
              </a:rPr>
              <a:t>© Copyright Universidad Europea. Todos los derechos reservados</a:t>
            </a:r>
            <a:endParaRPr lang="es-ES" dirty="0"/>
          </a:p>
        </p:txBody>
      </p:sp>
      <p:sp>
        <p:nvSpPr>
          <p:cNvPr id="10" name="Rectángulo 9">
            <a:extLst>
              <a:ext uri="{FF2B5EF4-FFF2-40B4-BE49-F238E27FC236}">
                <a16:creationId xmlns:a16="http://schemas.microsoft.com/office/drawing/2014/main" id="{8C8DE8CD-D0F4-421F-8259-A29997BBF572}"/>
              </a:ext>
            </a:extLst>
          </p:cNvPr>
          <p:cNvSpPr/>
          <p:nvPr userDrawn="1"/>
        </p:nvSpPr>
        <p:spPr>
          <a:xfrm>
            <a:off x="521494" y="7543800"/>
            <a:ext cx="384969" cy="384969"/>
          </a:xfrm>
          <a:prstGeom prst="rect">
            <a:avLst/>
          </a:prstGeom>
          <a:solidFill>
            <a:srgbClr val="FF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Título 11">
            <a:extLst>
              <a:ext uri="{FF2B5EF4-FFF2-40B4-BE49-F238E27FC236}">
                <a16:creationId xmlns:a16="http://schemas.microsoft.com/office/drawing/2014/main" id="{E6467823-04AD-499F-9EBF-6BAE54012BC6}"/>
              </a:ext>
            </a:extLst>
          </p:cNvPr>
          <p:cNvSpPr>
            <a:spLocks noGrp="1"/>
          </p:cNvSpPr>
          <p:nvPr>
            <p:ph type="title" hasCustomPrompt="1"/>
          </p:nvPr>
        </p:nvSpPr>
        <p:spPr>
          <a:xfrm>
            <a:off x="2062163" y="5204458"/>
            <a:ext cx="3284537" cy="1017545"/>
          </a:xfrm>
        </p:spPr>
        <p:txBody>
          <a:bodyPr lIns="0" anchor="t">
            <a:noAutofit/>
          </a:bodyPr>
          <a:lstStyle>
            <a:lvl1pPr>
              <a:defRPr sz="4300">
                <a:solidFill>
                  <a:schemeClr val="bg1"/>
                </a:solidFill>
              </a:defRPr>
            </a:lvl1pPr>
          </a:lstStyle>
          <a:p>
            <a:r>
              <a:rPr lang="es-ES" dirty="0"/>
              <a:t>Iconos</a:t>
            </a:r>
          </a:p>
        </p:txBody>
      </p:sp>
      <p:pic>
        <p:nvPicPr>
          <p:cNvPr id="11" name="Gráfico 10">
            <a:extLst>
              <a:ext uri="{FF2B5EF4-FFF2-40B4-BE49-F238E27FC236}">
                <a16:creationId xmlns:a16="http://schemas.microsoft.com/office/drawing/2014/main" id="{234AC0BB-9746-40C6-8816-9CE7B49FFA3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69936"/>
          <a:stretch/>
        </p:blipFill>
        <p:spPr>
          <a:xfrm>
            <a:off x="13723938" y="332974"/>
            <a:ext cx="420914" cy="385200"/>
          </a:xfrm>
          <a:prstGeom prst="rect">
            <a:avLst/>
          </a:prstGeom>
        </p:spPr>
      </p:pic>
    </p:spTree>
    <p:extLst>
      <p:ext uri="{BB962C8B-B14F-4D97-AF65-F5344CB8AC3E}">
        <p14:creationId xmlns:p14="http://schemas.microsoft.com/office/powerpoint/2010/main" val="33817292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raportada">
    <p:spTree>
      <p:nvGrpSpPr>
        <p:cNvPr id="1" name=""/>
        <p:cNvGrpSpPr/>
        <p:nvPr/>
      </p:nvGrpSpPr>
      <p:grpSpPr>
        <a:xfrm>
          <a:off x="0" y="0"/>
          <a:ext cx="0" cy="0"/>
          <a:chOff x="0" y="0"/>
          <a:chExt cx="0" cy="0"/>
        </a:xfrm>
      </p:grpSpPr>
      <p:pic>
        <p:nvPicPr>
          <p:cNvPr id="12" name="Gráfico 11">
            <a:extLst>
              <a:ext uri="{FF2B5EF4-FFF2-40B4-BE49-F238E27FC236}">
                <a16:creationId xmlns:a16="http://schemas.microsoft.com/office/drawing/2014/main" id="{58986412-1BC4-47CA-9C5B-0E42A107219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4630400" cy="8229600"/>
          </a:xfrm>
          <a:prstGeom prst="rect">
            <a:avLst/>
          </a:prstGeom>
        </p:spPr>
      </p:pic>
      <p:sp>
        <p:nvSpPr>
          <p:cNvPr id="9" name="CuadroTexto 8">
            <a:extLst>
              <a:ext uri="{FF2B5EF4-FFF2-40B4-BE49-F238E27FC236}">
                <a16:creationId xmlns:a16="http://schemas.microsoft.com/office/drawing/2014/main" id="{612609C0-CE8E-4F26-9C56-26779C292085}"/>
              </a:ext>
            </a:extLst>
          </p:cNvPr>
          <p:cNvSpPr txBox="1"/>
          <p:nvPr userDrawn="1"/>
        </p:nvSpPr>
        <p:spPr>
          <a:xfrm>
            <a:off x="812568" y="7772943"/>
            <a:ext cx="4043094" cy="24006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960" dirty="0">
                <a:solidFill>
                  <a:schemeClr val="bg1"/>
                </a:solidFill>
                <a:latin typeface="Century Gothic" panose="020B0502020202020204" pitchFamily="34" charset="0"/>
              </a:rPr>
              <a:t>© Copyright Universidad Europea. Todos los derechos reservados</a:t>
            </a:r>
            <a:endParaRPr lang="es-ES" dirty="0">
              <a:solidFill>
                <a:schemeClr val="bg1"/>
              </a:solidFill>
            </a:endParaRPr>
          </a:p>
        </p:txBody>
      </p:sp>
      <p:sp>
        <p:nvSpPr>
          <p:cNvPr id="14" name="Title 1">
            <a:extLst>
              <a:ext uri="{FF2B5EF4-FFF2-40B4-BE49-F238E27FC236}">
                <a16:creationId xmlns:a16="http://schemas.microsoft.com/office/drawing/2014/main" id="{C6C8BD96-F01B-45B8-816D-46F9D05B00D1}"/>
              </a:ext>
            </a:extLst>
          </p:cNvPr>
          <p:cNvSpPr>
            <a:spLocks noGrp="1"/>
          </p:cNvSpPr>
          <p:nvPr>
            <p:ph type="title" hasCustomPrompt="1"/>
          </p:nvPr>
        </p:nvSpPr>
        <p:spPr>
          <a:xfrm>
            <a:off x="4347351" y="2842955"/>
            <a:ext cx="4424116" cy="776545"/>
          </a:xfrm>
        </p:spPr>
        <p:txBody>
          <a:bodyPr>
            <a:normAutofit/>
          </a:bodyPr>
          <a:lstStyle>
            <a:lvl1pPr>
              <a:defRPr sz="6000"/>
            </a:lvl1pPr>
          </a:lstStyle>
          <a:p>
            <a:r>
              <a:rPr lang="es-ES" dirty="0"/>
              <a:t>Gracias</a:t>
            </a:r>
            <a:endParaRPr lang="en-US" dirty="0"/>
          </a:p>
        </p:txBody>
      </p:sp>
      <p:sp>
        <p:nvSpPr>
          <p:cNvPr id="15" name="Marcador de texto 17">
            <a:extLst>
              <a:ext uri="{FF2B5EF4-FFF2-40B4-BE49-F238E27FC236}">
                <a16:creationId xmlns:a16="http://schemas.microsoft.com/office/drawing/2014/main" id="{11DB0538-BF7A-408B-8D8F-356A5E062386}"/>
              </a:ext>
            </a:extLst>
          </p:cNvPr>
          <p:cNvSpPr>
            <a:spLocks noGrp="1"/>
          </p:cNvSpPr>
          <p:nvPr>
            <p:ph type="body" sz="quarter" idx="16" hasCustomPrompt="1"/>
          </p:nvPr>
        </p:nvSpPr>
        <p:spPr>
          <a:xfrm>
            <a:off x="4448951" y="3648916"/>
            <a:ext cx="4542650" cy="961186"/>
          </a:xfrm>
        </p:spPr>
        <p:txBody>
          <a:bodyPr lIns="0">
            <a:noAutofit/>
          </a:bodyPr>
          <a:lstStyle>
            <a:lvl1pPr marL="0" indent="0">
              <a:lnSpc>
                <a:spcPts val="2800"/>
              </a:lnSpc>
              <a:spcBef>
                <a:spcPts val="900"/>
              </a:spcBef>
              <a:buNone/>
              <a:defRPr sz="2500" b="0">
                <a:solidFill>
                  <a:srgbClr val="1E1E1E"/>
                </a:solidFill>
              </a:defRPr>
            </a:lvl1pPr>
          </a:lstStyle>
          <a:p>
            <a:pPr lvl="0"/>
            <a:r>
              <a:rPr lang="es-ES" dirty="0" err="1"/>
              <a:t>Lorem</a:t>
            </a:r>
            <a:r>
              <a:rPr lang="es-ES" dirty="0"/>
              <a:t> </a:t>
            </a:r>
            <a:r>
              <a:rPr lang="es-ES" dirty="0" err="1"/>
              <a:t>ipsum</a:t>
            </a:r>
            <a:r>
              <a:rPr lang="es-ES" dirty="0"/>
              <a:t> </a:t>
            </a:r>
            <a:r>
              <a:rPr lang="es-ES" dirty="0" err="1"/>
              <a:t>Udae</a:t>
            </a:r>
            <a:r>
              <a:rPr lang="es-ES" dirty="0"/>
              <a:t> </a:t>
            </a:r>
            <a:r>
              <a:rPr lang="es-ES" dirty="0" err="1"/>
              <a:t>voluptatur</a:t>
            </a:r>
            <a:r>
              <a:rPr lang="es-ES" dirty="0"/>
              <a:t>? Pitas </a:t>
            </a:r>
            <a:r>
              <a:rPr lang="es-ES" dirty="0" err="1"/>
              <a:t>dolorem</a:t>
            </a:r>
            <a:endParaRPr lang="es-ES" dirty="0"/>
          </a:p>
        </p:txBody>
      </p:sp>
      <p:sp>
        <p:nvSpPr>
          <p:cNvPr id="16" name="Marcador de texto 17">
            <a:extLst>
              <a:ext uri="{FF2B5EF4-FFF2-40B4-BE49-F238E27FC236}">
                <a16:creationId xmlns:a16="http://schemas.microsoft.com/office/drawing/2014/main" id="{FB1C9EB0-95F2-4DA1-AF97-1506B0C3FDB2}"/>
              </a:ext>
            </a:extLst>
          </p:cNvPr>
          <p:cNvSpPr>
            <a:spLocks noGrp="1"/>
          </p:cNvSpPr>
          <p:nvPr>
            <p:ph type="body" sz="quarter" idx="22" hasCustomPrompt="1"/>
          </p:nvPr>
        </p:nvSpPr>
        <p:spPr>
          <a:xfrm>
            <a:off x="6925382" y="5473725"/>
            <a:ext cx="3256844" cy="316483"/>
          </a:xfrm>
        </p:spPr>
        <p:txBody>
          <a:bodyPr lIns="0">
            <a:noAutofit/>
          </a:bodyPr>
          <a:lstStyle>
            <a:lvl1pPr marL="0" indent="0">
              <a:lnSpc>
                <a:spcPts val="1700"/>
              </a:lnSpc>
              <a:spcBef>
                <a:spcPts val="900"/>
              </a:spcBef>
              <a:buNone/>
              <a:defRPr sz="1440" b="0">
                <a:solidFill>
                  <a:schemeClr val="bg1"/>
                </a:solidFill>
              </a:defRPr>
            </a:lvl1pPr>
          </a:lstStyle>
          <a:p>
            <a:pPr lvl="0"/>
            <a:r>
              <a:rPr lang="es-ES" dirty="0" err="1"/>
              <a:t>Lorem</a:t>
            </a:r>
            <a:r>
              <a:rPr lang="es-ES" dirty="0"/>
              <a:t> ipsum@info.com</a:t>
            </a:r>
          </a:p>
        </p:txBody>
      </p:sp>
      <p:sp>
        <p:nvSpPr>
          <p:cNvPr id="17" name="Marcador de texto 17">
            <a:extLst>
              <a:ext uri="{FF2B5EF4-FFF2-40B4-BE49-F238E27FC236}">
                <a16:creationId xmlns:a16="http://schemas.microsoft.com/office/drawing/2014/main" id="{E7C874BE-A19E-48B7-AC48-D4C857D7A99B}"/>
              </a:ext>
            </a:extLst>
          </p:cNvPr>
          <p:cNvSpPr>
            <a:spLocks noGrp="1"/>
          </p:cNvSpPr>
          <p:nvPr>
            <p:ph type="body" sz="quarter" idx="15" hasCustomPrompt="1"/>
          </p:nvPr>
        </p:nvSpPr>
        <p:spPr>
          <a:xfrm>
            <a:off x="6925382" y="5144355"/>
            <a:ext cx="3256843" cy="316483"/>
          </a:xfrm>
        </p:spPr>
        <p:txBody>
          <a:bodyPr lIns="0">
            <a:noAutofit/>
          </a:bodyPr>
          <a:lstStyle>
            <a:lvl1pPr marL="0" indent="0">
              <a:lnSpc>
                <a:spcPts val="2800"/>
              </a:lnSpc>
              <a:buNone/>
              <a:defRPr sz="2200" b="1">
                <a:solidFill>
                  <a:schemeClr val="bg1"/>
                </a:solidFill>
              </a:defRPr>
            </a:lvl1pPr>
          </a:lstStyle>
          <a:p>
            <a:pPr lvl="0"/>
            <a:r>
              <a:rPr lang="es-ES" dirty="0" err="1"/>
              <a:t>Lorem</a:t>
            </a:r>
            <a:r>
              <a:rPr lang="es-ES" dirty="0"/>
              <a:t> </a:t>
            </a:r>
            <a:r>
              <a:rPr lang="es-ES" dirty="0" err="1"/>
              <a:t>ipsum</a:t>
            </a:r>
            <a:endParaRPr lang="es-ES" dirty="0"/>
          </a:p>
        </p:txBody>
      </p:sp>
      <p:sp>
        <p:nvSpPr>
          <p:cNvPr id="18" name="Marcador de texto 17">
            <a:extLst>
              <a:ext uri="{FF2B5EF4-FFF2-40B4-BE49-F238E27FC236}">
                <a16:creationId xmlns:a16="http://schemas.microsoft.com/office/drawing/2014/main" id="{983F7AB7-EF84-4792-8807-631A61157F6B}"/>
              </a:ext>
            </a:extLst>
          </p:cNvPr>
          <p:cNvSpPr>
            <a:spLocks noGrp="1"/>
          </p:cNvSpPr>
          <p:nvPr>
            <p:ph type="body" sz="quarter" idx="23" hasCustomPrompt="1"/>
          </p:nvPr>
        </p:nvSpPr>
        <p:spPr>
          <a:xfrm>
            <a:off x="6925382" y="5865514"/>
            <a:ext cx="3256844" cy="316483"/>
          </a:xfrm>
        </p:spPr>
        <p:txBody>
          <a:bodyPr lIns="0">
            <a:noAutofit/>
          </a:bodyPr>
          <a:lstStyle>
            <a:lvl1pPr marL="0" indent="0">
              <a:lnSpc>
                <a:spcPts val="1700"/>
              </a:lnSpc>
              <a:spcBef>
                <a:spcPts val="900"/>
              </a:spcBef>
              <a:buNone/>
              <a:defRPr sz="1440" b="1">
                <a:solidFill>
                  <a:schemeClr val="bg1"/>
                </a:solidFill>
              </a:defRPr>
            </a:lvl1pPr>
          </a:lstStyle>
          <a:p>
            <a:pPr lvl="0"/>
            <a:r>
              <a:rPr lang="es-ES" dirty="0"/>
              <a:t>Universidadeuropea.com</a:t>
            </a:r>
          </a:p>
        </p:txBody>
      </p:sp>
      <p:sp>
        <p:nvSpPr>
          <p:cNvPr id="24" name="CuadroTexto 23">
            <a:extLst>
              <a:ext uri="{FF2B5EF4-FFF2-40B4-BE49-F238E27FC236}">
                <a16:creationId xmlns:a16="http://schemas.microsoft.com/office/drawing/2014/main" id="{803B4663-693F-4482-99D6-BFAAF6A3D27D}"/>
              </a:ext>
            </a:extLst>
          </p:cNvPr>
          <p:cNvSpPr txBox="1"/>
          <p:nvPr userDrawn="1"/>
        </p:nvSpPr>
        <p:spPr>
          <a:xfrm>
            <a:off x="9061051" y="6698399"/>
            <a:ext cx="1800493" cy="430887"/>
          </a:xfrm>
          <a:prstGeom prst="rect">
            <a:avLst/>
          </a:prstGeom>
          <a:noFill/>
        </p:spPr>
        <p:txBody>
          <a:bodyPr wrap="none" rtlCol="0">
            <a:spAutoFit/>
          </a:bodyPr>
          <a:lstStyle/>
          <a:p>
            <a:pPr lvl="0"/>
            <a:r>
              <a:rPr lang="es-ES" sz="2200" b="1" kern="1200" dirty="0">
                <a:solidFill>
                  <a:schemeClr val="bg1"/>
                </a:solidFill>
                <a:latin typeface="Century Gothic" panose="020B0502020202020204" pitchFamily="34" charset="0"/>
                <a:ea typeface="+mn-ea"/>
                <a:cs typeface="+mn-cs"/>
              </a:rPr>
              <a:t>Ve más allá</a:t>
            </a:r>
          </a:p>
        </p:txBody>
      </p:sp>
    </p:spTree>
    <p:extLst>
      <p:ext uri="{BB962C8B-B14F-4D97-AF65-F5344CB8AC3E}">
        <p14:creationId xmlns:p14="http://schemas.microsoft.com/office/powerpoint/2010/main" val="201813584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5" name="Marcador de número de diapositiva 14">
            <a:extLst>
              <a:ext uri="{FF2B5EF4-FFF2-40B4-BE49-F238E27FC236}">
                <a16:creationId xmlns:a16="http://schemas.microsoft.com/office/drawing/2014/main" id="{D156A4A0-AC07-4989-AB5C-6626DA7F8E7B}"/>
              </a:ext>
            </a:extLst>
          </p:cNvPr>
          <p:cNvSpPr>
            <a:spLocks noGrp="1"/>
          </p:cNvSpPr>
          <p:nvPr>
            <p:ph type="sldNum" sz="quarter" idx="4"/>
          </p:nvPr>
        </p:nvSpPr>
        <p:spPr>
          <a:xfrm>
            <a:off x="7000489" y="7763089"/>
            <a:ext cx="629422" cy="395242"/>
          </a:xfrm>
          <a:prstGeom prst="rect">
            <a:avLst/>
          </a:prstGeom>
          <a:noFill/>
        </p:spPr>
        <p:txBody>
          <a:bodyPr/>
          <a:lstStyle>
            <a:lvl1pPr algn="ctr">
              <a:defRPr sz="1300">
                <a:solidFill>
                  <a:srgbClr val="1E1E1E"/>
                </a:solidFill>
              </a:defRPr>
            </a:lvl1pPr>
          </a:lstStyle>
          <a:p>
            <a:fld id="{B005B2D1-880E-4846-A216-7D6770BA1332}" type="slidenum">
              <a:rPr lang="es-ES" smtClean="0"/>
              <a:pPr/>
              <a:t>‹Nº›</a:t>
            </a:fld>
            <a:endParaRPr lang="es-ES" dirty="0"/>
          </a:p>
        </p:txBody>
      </p:sp>
    </p:spTree>
    <p:extLst>
      <p:ext uri="{BB962C8B-B14F-4D97-AF65-F5344CB8AC3E}">
        <p14:creationId xmlns:p14="http://schemas.microsoft.com/office/powerpoint/2010/main" val="3717940592"/>
      </p:ext>
    </p:extLst>
  </p:cSld>
  <p:clrMap bg1="lt1" tx1="dk1" bg2="lt2" tx2="dk2" accent1="accent1" accent2="accent2" accent3="accent3" accent4="accent4" accent5="accent5" accent6="accent6" hlink="hlink" folHlink="folHlink"/>
  <p:sldLayoutIdLst>
    <p:sldLayoutId id="2147483661" r:id="rId1"/>
    <p:sldLayoutId id="2147483708" r:id="rId2"/>
    <p:sldLayoutId id="2147483713" r:id="rId3"/>
    <p:sldLayoutId id="2147483714" r:id="rId4"/>
    <p:sldLayoutId id="2147483676" r:id="rId5"/>
    <p:sldLayoutId id="2147483709" r:id="rId6"/>
    <p:sldLayoutId id="2147483715" r:id="rId7"/>
    <p:sldLayoutId id="2147483716" r:id="rId8"/>
    <p:sldLayoutId id="2147483686" r:id="rId9"/>
    <p:sldLayoutId id="2147483710" r:id="rId10"/>
    <p:sldLayoutId id="2147483687" r:id="rId11"/>
    <p:sldLayoutId id="2147483711" r:id="rId12"/>
    <p:sldLayoutId id="2147483717" r:id="rId13"/>
    <p:sldLayoutId id="2147483718" r:id="rId14"/>
    <p:sldLayoutId id="2147483662" r:id="rId15"/>
    <p:sldLayoutId id="2147483672" r:id="rId16"/>
    <p:sldLayoutId id="2147483663" r:id="rId17"/>
    <p:sldLayoutId id="2147483689" r:id="rId18"/>
    <p:sldLayoutId id="2147483690" r:id="rId19"/>
    <p:sldLayoutId id="2147483691" r:id="rId20"/>
    <p:sldLayoutId id="2147483696" r:id="rId21"/>
    <p:sldLayoutId id="2147483692" r:id="rId22"/>
    <p:sldLayoutId id="2147483693" r:id="rId23"/>
    <p:sldLayoutId id="2147483706" r:id="rId24"/>
    <p:sldLayoutId id="2147483694" r:id="rId25"/>
    <p:sldLayoutId id="2147483695" r:id="rId26"/>
    <p:sldLayoutId id="2147483697" r:id="rId27"/>
    <p:sldLayoutId id="2147483698" r:id="rId28"/>
    <p:sldLayoutId id="2147483699" r:id="rId29"/>
    <p:sldLayoutId id="2147483664" r:id="rId30"/>
    <p:sldLayoutId id="2147483700" r:id="rId31"/>
    <p:sldLayoutId id="2147483677" r:id="rId32"/>
    <p:sldLayoutId id="2147483701" r:id="rId33"/>
    <p:sldLayoutId id="2147483702" r:id="rId34"/>
    <p:sldLayoutId id="2147483703" r:id="rId35"/>
    <p:sldLayoutId id="2147483704" r:id="rId36"/>
    <p:sldLayoutId id="2147483666" r:id="rId37"/>
    <p:sldLayoutId id="2147483679" r:id="rId38"/>
    <p:sldLayoutId id="2147483667" r:id="rId39"/>
    <p:sldLayoutId id="2147483668" r:id="rId40"/>
    <p:sldLayoutId id="2147483681" r:id="rId41"/>
    <p:sldLayoutId id="2147483682" r:id="rId42"/>
    <p:sldLayoutId id="2147483683" r:id="rId43"/>
    <p:sldLayoutId id="2147483678" r:id="rId44"/>
    <p:sldLayoutId id="2147483665" r:id="rId45"/>
    <p:sldLayoutId id="2147483705" r:id="rId46"/>
    <p:sldLayoutId id="2147483669" r:id="rId47"/>
    <p:sldLayoutId id="2147483673" r:id="rId48"/>
    <p:sldLayoutId id="2147483674" r:id="rId49"/>
    <p:sldLayoutId id="2147483675" r:id="rId50"/>
    <p:sldLayoutId id="2147483684" r:id="rId51"/>
    <p:sldLayoutId id="2147483707" r:id="rId52"/>
    <p:sldLayoutId id="2147483712" r:id="rId53"/>
    <p:sldLayoutId id="2147483685" r:id="rId54"/>
    <p:sldLayoutId id="2147483670" r:id="rId55"/>
  </p:sldLayoutIdLst>
  <p:hf hdr="0" dt="0"/>
  <p:txStyles>
    <p:titleStyle>
      <a:lvl1pPr algn="l" defTabSz="1097280" rtl="0" eaLnBrk="1" latinLnBrk="0" hangingPunct="1">
        <a:lnSpc>
          <a:spcPct val="90000"/>
        </a:lnSpc>
        <a:spcBef>
          <a:spcPct val="0"/>
        </a:spcBef>
        <a:buNone/>
        <a:defRPr sz="4000" b="1" kern="1200">
          <a:solidFill>
            <a:srgbClr val="1E1E1E"/>
          </a:solidFill>
          <a:latin typeface="Century Gothic" panose="020B0502020202020204" pitchFamily="34" charset="0"/>
          <a:ea typeface="+mj-ea"/>
          <a:cs typeface="+mj-cs"/>
        </a:defRPr>
      </a:lvl1pPr>
    </p:titleStyle>
    <p:bodyStyle>
      <a:lvl1pPr marL="274320" indent="-274320" algn="l" defTabSz="1097280" rtl="0" eaLnBrk="1" latinLnBrk="0" hangingPunct="1">
        <a:lnSpc>
          <a:spcPts val="2100"/>
        </a:lnSpc>
        <a:spcBef>
          <a:spcPts val="1200"/>
        </a:spcBef>
        <a:buClr>
          <a:srgbClr val="FF3228"/>
        </a:buClr>
        <a:buFont typeface="Wingdings" panose="05000000000000000000" pitchFamily="2" charset="2"/>
        <a:buChar char="§"/>
        <a:defRPr sz="2200" kern="1200">
          <a:solidFill>
            <a:srgbClr val="1E1E1E"/>
          </a:solidFill>
          <a:latin typeface="Century Gothic" panose="020B0502020202020204" pitchFamily="34" charset="0"/>
          <a:ea typeface="+mn-ea"/>
          <a:cs typeface="+mn-cs"/>
        </a:defRPr>
      </a:lvl1pPr>
      <a:lvl2pPr marL="541338" indent="-269875" algn="l" defTabSz="1097280" rtl="0" eaLnBrk="1" latinLnBrk="0" hangingPunct="1">
        <a:lnSpc>
          <a:spcPct val="90000"/>
        </a:lnSpc>
        <a:spcBef>
          <a:spcPts val="600"/>
        </a:spcBef>
        <a:buClr>
          <a:srgbClr val="676766"/>
        </a:buClr>
        <a:buFont typeface="Wingdings" panose="05000000000000000000" pitchFamily="2" charset="2"/>
        <a:buChar char="§"/>
        <a:defRPr sz="2200" kern="1200">
          <a:solidFill>
            <a:srgbClr val="7D7878"/>
          </a:solidFill>
          <a:latin typeface="Century Gothic" panose="020B0502020202020204" pitchFamily="34" charset="0"/>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rgbClr val="1E1E1E"/>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rgbClr val="1E1E1E"/>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rgbClr val="1E1E1E"/>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1" userDrawn="1">
          <p15:clr>
            <a:srgbClr val="F26B43"/>
          </p15:clr>
        </p15:guide>
        <p15:guide id="2" pos="8645" userDrawn="1">
          <p15:clr>
            <a:srgbClr val="F26B43"/>
          </p15:clr>
        </p15:guide>
        <p15:guide id="3" orient="horz" pos="4610" userDrawn="1">
          <p15:clr>
            <a:srgbClr val="F26B43"/>
          </p15:clr>
        </p15:guide>
        <p15:guide id="4" orient="horz" pos="57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jpg"/><Relationship Id="rId3"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 Id="rId3" Type="http://schemas.openxmlformats.org/officeDocument/2006/relationships/image" Target="../media/image5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 Id="rId3" Type="http://schemas.openxmlformats.org/officeDocument/2006/relationships/image" Target="../media/image5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12157062-1DC1-C579-FFE1-A66EE4A8FD77}"/>
              </a:ext>
            </a:extLst>
          </p:cNvPr>
          <p:cNvSpPr>
            <a:spLocks noGrp="1"/>
          </p:cNvSpPr>
          <p:nvPr>
            <p:ph type="title"/>
          </p:nvPr>
        </p:nvSpPr>
        <p:spPr/>
        <p:txBody>
          <a:bodyPr/>
          <a:lstStyle/>
          <a:p>
            <a:r>
              <a:t>StrokeLab</a:t>
            </a:r>
          </a:p>
        </p:txBody>
      </p:sp>
      <p:sp>
        <p:nvSpPr>
          <p:cNvPr id="8" name="Marcador de texto 7">
            <a:extLst>
              <a:ext uri="{FF2B5EF4-FFF2-40B4-BE49-F238E27FC236}">
                <a16:creationId xmlns:a16="http://schemas.microsoft.com/office/drawing/2014/main" id="{641B9CD1-73DE-1F44-CE12-E8D75B7353E6}"/>
              </a:ext>
            </a:extLst>
          </p:cNvPr>
          <p:cNvSpPr>
            <a:spLocks noGrp="1"/>
          </p:cNvSpPr>
          <p:nvPr>
            <p:ph type="body" sz="quarter" idx="10"/>
          </p:nvPr>
        </p:nvSpPr>
        <p:spPr/>
        <p:txBody>
          <a:bodyPr/>
          <a:lstStyle/>
          <a:p>
            <a:r>
              <a:t>Análisis biomecánico explicable de la técnica y la fatiga en natación</a:t>
            </a:r>
          </a:p>
        </p:txBody>
      </p:sp>
      <p:sp>
        <p:nvSpPr>
          <p:cNvPr id="9" name="Marcador de texto 8">
            <a:extLst>
              <a:ext uri="{FF2B5EF4-FFF2-40B4-BE49-F238E27FC236}">
                <a16:creationId xmlns:a16="http://schemas.microsoft.com/office/drawing/2014/main" id="{34858A71-8591-E31B-207B-E02D43A246F7}"/>
              </a:ext>
            </a:extLst>
          </p:cNvPr>
          <p:cNvSpPr>
            <a:spLocks noGrp="1"/>
          </p:cNvSpPr>
          <p:nvPr>
            <p:ph type="body" sz="quarter" idx="11"/>
          </p:nvPr>
        </p:nvSpPr>
        <p:spPr>
          <a:xfrm>
            <a:off x="3648456" y="5074920"/>
            <a:ext cx="3044952" cy="329184"/>
          </a:xfrm>
        </p:spPr>
        <p:txBody>
          <a:bodyPr/>
          <a:lstStyle/>
          <a:p>
            <a:r>
              <a:rPr sz="1200"/>
              <a:t>Diana Belem Cruz Montesinos</a:t>
            </a:r>
          </a:p>
        </p:txBody>
      </p:sp>
      <p:sp>
        <p:nvSpPr>
          <p:cNvPr id="10" name="Marcador de texto 9">
            <a:extLst>
              <a:ext uri="{FF2B5EF4-FFF2-40B4-BE49-F238E27FC236}">
                <a16:creationId xmlns:a16="http://schemas.microsoft.com/office/drawing/2014/main" id="{4848883B-D276-A1A7-E8AF-C0ED95F95E01}"/>
              </a:ext>
            </a:extLst>
          </p:cNvPr>
          <p:cNvSpPr>
            <a:spLocks noGrp="1"/>
          </p:cNvSpPr>
          <p:nvPr>
            <p:ph type="body" sz="quarter" idx="12"/>
          </p:nvPr>
        </p:nvSpPr>
        <p:spPr>
          <a:xfrm>
            <a:off x="3648456" y="5760720"/>
            <a:ext cx="3044952" cy="329184"/>
          </a:xfrm>
        </p:spPr>
        <p:txBody>
          <a:bodyPr/>
          <a:lstStyle/>
          <a:p>
            <a:r>
              <a:rPr sz="1000"/>
              <a:t>Máster en IA · 24/10/2026</a:t>
            </a:r>
          </a:p>
        </p:txBody>
      </p:sp>
      <p:sp>
        <p:nvSpPr>
          <p:cNvPr id="11" name="Marcador de texto 10">
            <a:extLst>
              <a:ext uri="{FF2B5EF4-FFF2-40B4-BE49-F238E27FC236}">
                <a16:creationId xmlns:a16="http://schemas.microsoft.com/office/drawing/2014/main" id="{83399107-08C9-1996-FA71-61DBB75F32AE}"/>
              </a:ext>
            </a:extLst>
          </p:cNvPr>
          <p:cNvSpPr>
            <a:spLocks noGrp="1"/>
          </p:cNvSpPr>
          <p:nvPr>
            <p:ph type="body" sz="quarter" idx="13"/>
          </p:nvPr>
        </p:nvSpPr>
        <p:spPr>
          <a:xfrm>
            <a:off x="3648456" y="5440680"/>
            <a:ext cx="3044952" cy="329184"/>
          </a:xfrm>
        </p:spPr>
        <p:txBody>
          <a:bodyPr/>
          <a:lstStyle/>
          <a:p>
            <a:r>
              <a:rPr sz="1000"/>
              <a:t>Dir.: Francisco Damian Maleno Gonzalez</a:t>
            </a:r>
          </a:p>
        </p:txBody>
      </p:sp>
    </p:spTree>
    <p:extLst>
      <p:ext uri="{BB962C8B-B14F-4D97-AF65-F5344CB8AC3E}">
        <p14:creationId xmlns:p14="http://schemas.microsoft.com/office/powerpoint/2010/main" val="899330322"/>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0789920" cy="0"/>
          </a:xfrm>
        </p:spPr>
        <p:txBody>
          <a:bodyPr/>
          <a:lstStyle/>
          <a:p>
            <a:r>
              <a:rPr sz="3200"/>
              <a:t>Pose 2D: por qué YOLOv8n</a:t>
            </a:r>
          </a:p>
        </p:txBody>
      </p:sp>
      <p:sp>
        <p:nvSpPr>
          <p:cNvPr id="4" name="Text Placeholder 3"/>
          <p:cNvSpPr>
            <a:spLocks noGrp="1"/>
          </p:cNvSpPr>
          <p:nvPr>
            <p:ph type="body" idx="18" sz="quarter"/>
          </p:nvPr>
        </p:nvSpPr>
        <p:spPr>
          <a:xfrm>
            <a:ext cx="12344400" cy="0"/>
          </a:xfrm>
        </p:spPr>
        <p:txBody>
          <a:bodyPr/>
          <a:lstStyle/>
          <a:p>
            <a:r>
              <a:t>Ocho modelos considerados; cuatro medidos en el vídeo real</a:t>
            </a:r>
          </a:p>
        </p:txBody>
      </p:sp>
      <p:graphicFrame>
        <p:nvGraphicFramePr>
          <p:cNvPr id="5" name="Table 4"/>
          <p:cNvGraphicFramePr>
            <a:graphicFrameLocks noGrp="1"/>
          </p:cNvGraphicFramePr>
          <p:nvPr/>
        </p:nvGraphicFramePr>
        <p:xfrm>
          <a:off x="905256" y="2743200"/>
          <a:ext cx="6949440" cy="3657600"/>
        </p:xfrm>
        <a:graphic>
          <a:graphicData uri="http://schemas.openxmlformats.org/drawingml/2006/table">
            <a:tbl>
              <a:tblPr firstRow="1" bandRow="1">
                <a:tableStyleId>{5C22544A-7EE6-4342-B048-85BDC9FD1C3A}</a:tableStyleId>
              </a:tblPr>
              <a:tblGrid>
                <a:gridCol w="2148840"/>
                <a:gridCol w="1600200"/>
                <a:gridCol w="1097280"/>
                <a:gridCol w="2103120"/>
              </a:tblGrid>
              <a:tr h="457200">
                <a:tc>
                  <a:txBody>
                    <a:bodyPr/>
                    <a:lstStyle/>
                    <a:p>
                      <a:r>
                        <a:rPr sz="1200" b="1">
                          <a:solidFill>
                            <a:srgbClr val="FFFFFF"/>
                          </a:solidFill>
                        </a:rPr>
                        <a:t>Modelo</a:t>
                      </a:r>
                    </a:p>
                  </a:txBody>
                  <a:tcPr marL="91440" marR="91440" marT="27432" marB="27432" anchor="ctr">
                    <a:solidFill>
                      <a:srgbClr val="FF3228"/>
                    </a:solidFill>
                  </a:tcPr>
                </a:tc>
                <a:tc>
                  <a:txBody>
                    <a:bodyPr/>
                    <a:lstStyle/>
                    <a:p>
                      <a:r>
                        <a:rPr sz="1200" b="1">
                          <a:solidFill>
                            <a:srgbClr val="FFFFFF"/>
                          </a:solidFill>
                        </a:rPr>
                        <a:t>Tipo</a:t>
                      </a:r>
                    </a:p>
                  </a:txBody>
                  <a:tcPr marL="91440" marR="91440" marT="27432" marB="27432" anchor="ctr">
                    <a:solidFill>
                      <a:srgbClr val="FF3228"/>
                    </a:solidFill>
                  </a:tcPr>
                </a:tc>
                <a:tc>
                  <a:txBody>
                    <a:bodyPr/>
                    <a:lstStyle/>
                    <a:p>
                      <a:r>
                        <a:rPr sz="1200" b="1">
                          <a:solidFill>
                            <a:srgbClr val="FFFFFF"/>
                          </a:solidFill>
                        </a:rPr>
                        <a:t>AP COCO</a:t>
                      </a:r>
                    </a:p>
                  </a:txBody>
                  <a:tcPr marL="91440" marR="91440" marT="27432" marB="27432" anchor="ctr">
                    <a:solidFill>
                      <a:srgbClr val="FF3228"/>
                    </a:solidFill>
                  </a:tcPr>
                </a:tc>
                <a:tc>
                  <a:txBody>
                    <a:bodyPr/>
                    <a:lstStyle/>
                    <a:p>
                      <a:r>
                        <a:rPr sz="1200" b="1">
                          <a:solidFill>
                            <a:srgbClr val="FFFFFF"/>
                          </a:solidFill>
                        </a:rPr>
                        <a:t>Papel</a:t>
                      </a:r>
                    </a:p>
                  </a:txBody>
                  <a:tcPr marL="91440" marR="91440" marT="27432" marB="27432" anchor="ctr">
                    <a:solidFill>
                      <a:srgbClr val="FF3228"/>
                    </a:solidFill>
                  </a:tcPr>
                </a:tc>
              </a:tr>
              <a:tr h="457200">
                <a:tc>
                  <a:txBody>
                    <a:bodyPr/>
                    <a:lstStyle/>
                    <a:p>
                      <a:r>
                        <a:rPr sz="1200" b="0">
                          <a:solidFill>
                            <a:srgbClr val="1E1E1E"/>
                          </a:solidFill>
                        </a:rPr>
                        <a:t>ViTPose-G</a:t>
                      </a:r>
                    </a:p>
                  </a:txBody>
                  <a:tcPr marL="91440" marR="91440" marT="27432" marB="27432" anchor="ctr">
                    <a:solidFill>
                      <a:srgbClr val="FFFFFF"/>
                    </a:solidFill>
                  </a:tcPr>
                </a:tc>
                <a:tc>
                  <a:txBody>
                    <a:bodyPr/>
                    <a:lstStyle/>
                    <a:p>
                      <a:r>
                        <a:rPr sz="1200" b="0">
                          <a:solidFill>
                            <a:srgbClr val="1E1E1E"/>
                          </a:solidFill>
                        </a:rPr>
                        <a:t>Transformer</a:t>
                      </a:r>
                    </a:p>
                  </a:txBody>
                  <a:tcPr marL="91440" marR="91440" marT="27432" marB="27432" anchor="ctr">
                    <a:solidFill>
                      <a:srgbClr val="FFFFFF"/>
                    </a:solidFill>
                  </a:tcPr>
                </a:tc>
                <a:tc>
                  <a:txBody>
                    <a:bodyPr/>
                    <a:lstStyle/>
                    <a:p>
                      <a:r>
                        <a:rPr sz="1200" b="0">
                          <a:solidFill>
                            <a:srgbClr val="1E1E1E"/>
                          </a:solidFill>
                        </a:rPr>
                        <a:t>80,9</a:t>
                      </a:r>
                    </a:p>
                  </a:txBody>
                  <a:tcPr marL="91440" marR="91440" marT="27432" marB="27432" anchor="ctr">
                    <a:solidFill>
                      <a:srgbClr val="FFFFFF"/>
                    </a:solidFill>
                  </a:tcPr>
                </a:tc>
                <a:tc>
                  <a:txBody>
                    <a:bodyPr/>
                    <a:lstStyle/>
                    <a:p>
                      <a:r>
                        <a:rPr sz="1200" b="0">
                          <a:solidFill>
                            <a:srgbClr val="1E1E1E"/>
                          </a:solidFill>
                        </a:rPr>
                        <a:t>Trabajo futuro</a:t>
                      </a:r>
                    </a:p>
                  </a:txBody>
                  <a:tcPr marL="91440" marR="91440" marT="27432" marB="27432" anchor="ctr">
                    <a:solidFill>
                      <a:srgbClr val="FFFFFF"/>
                    </a:solidFill>
                  </a:tcPr>
                </a:tc>
              </a:tr>
              <a:tr h="457200">
                <a:tc>
                  <a:txBody>
                    <a:bodyPr/>
                    <a:lstStyle/>
                    <a:p>
                      <a:r>
                        <a:rPr sz="1200" b="0">
                          <a:solidFill>
                            <a:srgbClr val="1E1E1E"/>
                          </a:solidFill>
                        </a:rPr>
                        <a:t>HRNet-W48</a:t>
                      </a:r>
                    </a:p>
                  </a:txBody>
                  <a:tcPr marL="91440" marR="91440" marT="27432" marB="27432" anchor="ctr">
                    <a:solidFill>
                      <a:srgbClr val="EEEDED"/>
                    </a:solidFill>
                  </a:tcPr>
                </a:tc>
                <a:tc>
                  <a:txBody>
                    <a:bodyPr/>
                    <a:lstStyle/>
                    <a:p>
                      <a:r>
                        <a:rPr sz="1200" b="0">
                          <a:solidFill>
                            <a:srgbClr val="1E1E1E"/>
                          </a:solidFill>
                        </a:rPr>
                        <a:t>Descendente</a:t>
                      </a:r>
                    </a:p>
                  </a:txBody>
                  <a:tcPr marL="91440" marR="91440" marT="27432" marB="27432" anchor="ctr">
                    <a:solidFill>
                      <a:srgbClr val="EEEDED"/>
                    </a:solidFill>
                  </a:tcPr>
                </a:tc>
                <a:tc>
                  <a:txBody>
                    <a:bodyPr/>
                    <a:lstStyle/>
                    <a:p>
                      <a:r>
                        <a:rPr sz="1200" b="0">
                          <a:solidFill>
                            <a:srgbClr val="1E1E1E"/>
                          </a:solidFill>
                        </a:rPr>
                        <a:t>75,5</a:t>
                      </a:r>
                    </a:p>
                  </a:txBody>
                  <a:tcPr marL="91440" marR="91440" marT="27432" marB="27432" anchor="ctr">
                    <a:solidFill>
                      <a:srgbClr val="EEEDED"/>
                    </a:solidFill>
                  </a:tcPr>
                </a:tc>
                <a:tc>
                  <a:txBody>
                    <a:bodyPr/>
                    <a:lstStyle/>
                    <a:p>
                      <a:r>
                        <a:rPr sz="1200" b="0">
                          <a:solidFill>
                            <a:srgbClr val="1E1E1E"/>
                          </a:solidFill>
                        </a:rPr>
                        <a:t>No usado (coste CPU)</a:t>
                      </a:r>
                    </a:p>
                  </a:txBody>
                  <a:tcPr marL="91440" marR="91440" marT="27432" marB="27432" anchor="ctr">
                    <a:solidFill>
                      <a:srgbClr val="EEEDED"/>
                    </a:solidFill>
                  </a:tcPr>
                </a:tc>
              </a:tr>
              <a:tr h="457200">
                <a:tc>
                  <a:txBody>
                    <a:bodyPr/>
                    <a:lstStyle/>
                    <a:p>
                      <a:r>
                        <a:rPr sz="1200" b="0">
                          <a:solidFill>
                            <a:srgbClr val="1E1E1E"/>
                          </a:solidFill>
                        </a:rPr>
                        <a:t>OpenPose</a:t>
                      </a:r>
                    </a:p>
                  </a:txBody>
                  <a:tcPr marL="91440" marR="91440" marT="27432" marB="27432" anchor="ctr">
                    <a:solidFill>
                      <a:srgbClr val="FFFFFF"/>
                    </a:solidFill>
                  </a:tcPr>
                </a:tc>
                <a:tc>
                  <a:txBody>
                    <a:bodyPr/>
                    <a:lstStyle/>
                    <a:p>
                      <a:r>
                        <a:rPr sz="1200" b="0">
                          <a:solidFill>
                            <a:srgbClr val="1E1E1E"/>
                          </a:solidFill>
                        </a:rPr>
                        <a:t>Ascendente</a:t>
                      </a:r>
                    </a:p>
                  </a:txBody>
                  <a:tcPr marL="91440" marR="91440" marT="27432" marB="27432" anchor="ctr">
                    <a:solidFill>
                      <a:srgbClr val="FFFFFF"/>
                    </a:solidFill>
                  </a:tcPr>
                </a:tc>
                <a:tc>
                  <a:txBody>
                    <a:bodyPr/>
                    <a:lstStyle/>
                    <a:p>
                      <a:r>
                        <a:rPr sz="1200" b="0">
                          <a:solidFill>
                            <a:srgbClr val="1E1E1E"/>
                          </a:solidFill>
                        </a:rPr>
                        <a:t>61,8</a:t>
                      </a:r>
                    </a:p>
                  </a:txBody>
                  <a:tcPr marL="91440" marR="91440" marT="27432" marB="27432" anchor="ctr">
                    <a:solidFill>
                      <a:srgbClr val="FFFFFF"/>
                    </a:solidFill>
                  </a:tcPr>
                </a:tc>
                <a:tc>
                  <a:txBody>
                    <a:bodyPr/>
                    <a:lstStyle/>
                    <a:p>
                      <a:r>
                        <a:rPr sz="1200" b="0">
                          <a:solidFill>
                            <a:srgbClr val="1E1E1E"/>
                          </a:solidFill>
                        </a:rPr>
                        <a:t>Referencia</a:t>
                      </a:r>
                    </a:p>
                  </a:txBody>
                  <a:tcPr marL="91440" marR="91440" marT="27432" marB="27432" anchor="ctr">
                    <a:solidFill>
                      <a:srgbClr val="FFFFFF"/>
                    </a:solidFill>
                  </a:tcPr>
                </a:tc>
              </a:tr>
              <a:tr h="457200">
                <a:tc>
                  <a:txBody>
                    <a:bodyPr/>
                    <a:lstStyle/>
                    <a:p>
                      <a:r>
                        <a:rPr sz="1200" b="0">
                          <a:solidFill>
                            <a:srgbClr val="1E1E1E"/>
                          </a:solidFill>
                        </a:rPr>
                        <a:t>YOLOv8s-Pose</a:t>
                      </a:r>
                    </a:p>
                  </a:txBody>
                  <a:tcPr marL="91440" marR="91440" marT="27432" marB="27432" anchor="ctr">
                    <a:solidFill>
                      <a:srgbClr val="EEEDED"/>
                    </a:solidFill>
                  </a:tcPr>
                </a:tc>
                <a:tc>
                  <a:txBody>
                    <a:bodyPr/>
                    <a:lstStyle/>
                    <a:p>
                      <a:r>
                        <a:rPr sz="1200" b="0">
                          <a:solidFill>
                            <a:srgbClr val="1E1E1E"/>
                          </a:solidFill>
                        </a:rPr>
                        <a:t>Una etapa</a:t>
                      </a:r>
                    </a:p>
                  </a:txBody>
                  <a:tcPr marL="91440" marR="91440" marT="27432" marB="27432" anchor="ctr">
                    <a:solidFill>
                      <a:srgbClr val="EEEDED"/>
                    </a:solidFill>
                  </a:tcPr>
                </a:tc>
                <a:tc>
                  <a:txBody>
                    <a:bodyPr/>
                    <a:lstStyle/>
                    <a:p>
                      <a:r>
                        <a:rPr sz="1200" b="0">
                          <a:solidFill>
                            <a:srgbClr val="1E1E1E"/>
                          </a:solidFill>
                        </a:rPr>
                        <a:t>60,0</a:t>
                      </a:r>
                    </a:p>
                  </a:txBody>
                  <a:tcPr marL="91440" marR="91440" marT="27432" marB="27432" anchor="ctr">
                    <a:solidFill>
                      <a:srgbClr val="EEEDED"/>
                    </a:solidFill>
                  </a:tcPr>
                </a:tc>
                <a:tc>
                  <a:txBody>
                    <a:bodyPr/>
                    <a:lstStyle/>
                    <a:p>
                      <a:r>
                        <a:rPr sz="1200" b="0">
                          <a:solidFill>
                            <a:srgbClr val="1E1E1E"/>
                          </a:solidFill>
                        </a:rPr>
                        <a:t>Comparado</a:t>
                      </a:r>
                    </a:p>
                  </a:txBody>
                  <a:tcPr marL="91440" marR="91440" marT="27432" marB="27432" anchor="ctr">
                    <a:solidFill>
                      <a:srgbClr val="EEEDED"/>
                    </a:solidFill>
                  </a:tcPr>
                </a:tc>
              </a:tr>
              <a:tr h="457200">
                <a:tc>
                  <a:txBody>
                    <a:bodyPr/>
                    <a:lstStyle/>
                    <a:p>
                      <a:r>
                        <a:rPr sz="1200" b="1">
                          <a:solidFill>
                            <a:srgbClr val="1E1E1E"/>
                          </a:solidFill>
                        </a:rPr>
                        <a:t>YOLOv8n-Pose</a:t>
                      </a:r>
                    </a:p>
                  </a:txBody>
                  <a:tcPr marL="91440" marR="91440" marT="27432" marB="27432" anchor="ctr">
                    <a:solidFill>
                      <a:srgbClr val="FFAFAA"/>
                    </a:solidFill>
                  </a:tcPr>
                </a:tc>
                <a:tc>
                  <a:txBody>
                    <a:bodyPr/>
                    <a:lstStyle/>
                    <a:p>
                      <a:r>
                        <a:rPr sz="1200" b="1">
                          <a:solidFill>
                            <a:srgbClr val="1E1E1E"/>
                          </a:solidFill>
                        </a:rPr>
                        <a:t>Una etapa</a:t>
                      </a:r>
                    </a:p>
                  </a:txBody>
                  <a:tcPr marL="91440" marR="91440" marT="27432" marB="27432" anchor="ctr">
                    <a:solidFill>
                      <a:srgbClr val="FFAFAA"/>
                    </a:solidFill>
                  </a:tcPr>
                </a:tc>
                <a:tc>
                  <a:txBody>
                    <a:bodyPr/>
                    <a:lstStyle/>
                    <a:p>
                      <a:r>
                        <a:rPr sz="1200" b="1">
                          <a:solidFill>
                            <a:srgbClr val="1E1E1E"/>
                          </a:solidFill>
                        </a:rPr>
                        <a:t>50,4</a:t>
                      </a:r>
                    </a:p>
                  </a:txBody>
                  <a:tcPr marL="91440" marR="91440" marT="27432" marB="27432" anchor="ctr">
                    <a:solidFill>
                      <a:srgbClr val="FFAFAA"/>
                    </a:solidFill>
                  </a:tcPr>
                </a:tc>
                <a:tc>
                  <a:txBody>
                    <a:bodyPr/>
                    <a:lstStyle/>
                    <a:p>
                      <a:r>
                        <a:rPr sz="1200" b="1">
                          <a:solidFill>
                            <a:srgbClr val="1E1E1E"/>
                          </a:solidFill>
                        </a:rPr>
                        <a:t>Elegido</a:t>
                      </a:r>
                    </a:p>
                  </a:txBody>
                  <a:tcPr marL="91440" marR="91440" marT="27432" marB="27432" anchor="ctr">
                    <a:solidFill>
                      <a:srgbClr val="FFAFAA"/>
                    </a:solidFill>
                  </a:tcPr>
                </a:tc>
              </a:tr>
              <a:tr h="457200">
                <a:tc>
                  <a:txBody>
                    <a:bodyPr/>
                    <a:lstStyle/>
                    <a:p>
                      <a:r>
                        <a:rPr sz="1200" b="0">
                          <a:solidFill>
                            <a:srgbClr val="1E1E1E"/>
                          </a:solidFill>
                        </a:rPr>
                        <a:t>YOLO11n-Pose</a:t>
                      </a:r>
                    </a:p>
                  </a:txBody>
                  <a:tcPr marL="91440" marR="91440" marT="27432" marB="27432" anchor="ctr">
                    <a:solidFill>
                      <a:srgbClr val="EEEDED"/>
                    </a:solidFill>
                  </a:tcPr>
                </a:tc>
                <a:tc>
                  <a:txBody>
                    <a:bodyPr/>
                    <a:lstStyle/>
                    <a:p>
                      <a:r>
                        <a:rPr sz="1200" b="0">
                          <a:solidFill>
                            <a:srgbClr val="1E1E1E"/>
                          </a:solidFill>
                        </a:rPr>
                        <a:t>Una etapa</a:t>
                      </a:r>
                    </a:p>
                  </a:txBody>
                  <a:tcPr marL="91440" marR="91440" marT="27432" marB="27432" anchor="ctr">
                    <a:solidFill>
                      <a:srgbClr val="EEEDED"/>
                    </a:solidFill>
                  </a:tcPr>
                </a:tc>
                <a:tc>
                  <a:txBody>
                    <a:bodyPr/>
                    <a:lstStyle/>
                    <a:p>
                      <a:r>
                        <a:rPr sz="1200" b="0">
                          <a:solidFill>
                            <a:srgbClr val="1E1E1E"/>
                          </a:solidFill>
                        </a:rPr>
                        <a:t>50,0</a:t>
                      </a:r>
                    </a:p>
                  </a:txBody>
                  <a:tcPr marL="91440" marR="91440" marT="27432" marB="27432" anchor="ctr">
                    <a:solidFill>
                      <a:srgbClr val="EEEDED"/>
                    </a:solidFill>
                  </a:tcPr>
                </a:tc>
                <a:tc>
                  <a:txBody>
                    <a:bodyPr/>
                    <a:lstStyle/>
                    <a:p>
                      <a:r>
                        <a:rPr sz="1200" b="0">
                          <a:solidFill>
                            <a:srgbClr val="1E1E1E"/>
                          </a:solidFill>
                        </a:rPr>
                        <a:t>Comparado</a:t>
                      </a:r>
                    </a:p>
                  </a:txBody>
                  <a:tcPr marL="91440" marR="91440" marT="27432" marB="27432" anchor="ctr">
                    <a:solidFill>
                      <a:srgbClr val="EEEDED"/>
                    </a:solidFill>
                  </a:tcPr>
                </a:tc>
              </a:tr>
              <a:tr h="457200">
                <a:tc>
                  <a:txBody>
                    <a:bodyPr/>
                    <a:lstStyle/>
                    <a:p>
                      <a:r>
                        <a:rPr sz="1200" b="0">
                          <a:solidFill>
                            <a:srgbClr val="1E1E1E"/>
                          </a:solidFill>
                        </a:rPr>
                        <a:t>MoveNet Lightning</a:t>
                      </a:r>
                    </a:p>
                  </a:txBody>
                  <a:tcPr marL="91440" marR="91440" marT="27432" marB="27432" anchor="ctr">
                    <a:solidFill>
                      <a:srgbClr val="FFFFFF"/>
                    </a:solidFill>
                  </a:tcPr>
                </a:tc>
                <a:tc>
                  <a:txBody>
                    <a:bodyPr/>
                    <a:lstStyle/>
                    <a:p>
                      <a:r>
                        <a:rPr sz="1200" b="0">
                          <a:solidFill>
                            <a:srgbClr val="1E1E1E"/>
                          </a:solidFill>
                        </a:rPr>
                        <a:t>Una persona</a:t>
                      </a:r>
                    </a:p>
                  </a:txBody>
                  <a:tcPr marL="91440" marR="91440" marT="27432" marB="27432" anchor="ctr">
                    <a:solidFill>
                      <a:srgbClr val="FFFFFF"/>
                    </a:solidFill>
                  </a:tcPr>
                </a:tc>
                <a:tc>
                  <a:txBody>
                    <a:bodyPr/>
                    <a:lstStyle/>
                    <a:p>
                      <a:r>
                        <a:rPr sz="1200" b="0">
                          <a:solidFill>
                            <a:srgbClr val="1E1E1E"/>
                          </a:solidFill>
                        </a:rPr>
                        <a:t>—</a:t>
                      </a:r>
                    </a:p>
                  </a:txBody>
                  <a:tcPr marL="91440" marR="91440" marT="27432" marB="27432" anchor="ctr">
                    <a:solidFill>
                      <a:srgbClr val="FFFFFF"/>
                    </a:solidFill>
                  </a:tcPr>
                </a:tc>
                <a:tc>
                  <a:txBody>
                    <a:bodyPr/>
                    <a:lstStyle/>
                    <a:p>
                      <a:r>
                        <a:rPr sz="1200" b="0">
                          <a:solidFill>
                            <a:srgbClr val="1E1E1E"/>
                          </a:solidFill>
                        </a:rPr>
                        <a:t>Comparado; opción</a:t>
                      </a:r>
                    </a:p>
                  </a:txBody>
                  <a:tcPr marL="91440" marR="91440" marT="27432" marB="27432" anchor="ctr">
                    <a:solidFill>
                      <a:srgbClr val="FFFFFF"/>
                    </a:solidFill>
                  </a:tcPr>
                </a:tc>
              </a:tr>
            </a:tbl>
          </a:graphicData>
        </a:graphic>
      </p:graphicFrame>
      <p:sp>
        <p:nvSpPr>
          <p:cNvPr id="6" name="Rectangle 5"/>
          <p:cNvSpPr/>
          <p:nvPr/>
        </p:nvSpPr>
        <p:spPr>
          <a:xfrm>
            <a:off x="8138160" y="2743200"/>
            <a:ext cx="5577840" cy="365760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0" y="2926080"/>
            <a:ext cx="5029200" cy="457200"/>
          </a:xfrm>
          <a:prstGeom prst="rect">
            <a:avLst/>
          </a:prstGeom>
          <a:noFill/>
        </p:spPr>
        <p:txBody>
          <a:bodyPr wrap="square" anchor="t" lIns="0" rIns="0" tIns="0" bIns="0">
            <a:spAutoFit/>
          </a:bodyPr>
          <a:lstStyle/>
          <a:p>
            <a:pPr algn="l">
              <a:spcAft>
                <a:spcPts val="600"/>
              </a:spcAft>
            </a:pPr>
            <a:r>
              <a:rPr sz="1700" b="1">
                <a:solidFill>
                  <a:srgbClr val="FF3228"/>
                </a:solidFill>
              </a:rPr>
              <a:t>¿Por qué YOLOv8n? (vídeo real, CPU)</a:t>
            </a:r>
          </a:p>
        </p:txBody>
      </p:sp>
      <p:sp>
        <p:nvSpPr>
          <p:cNvPr id="8" name="TextBox 7"/>
          <p:cNvSpPr txBox="1"/>
          <p:nvPr/>
        </p:nvSpPr>
        <p:spPr>
          <a:xfrm>
            <a:off x="8412480" y="3474720"/>
            <a:ext cx="5029200" cy="2834640"/>
          </a:xfrm>
          <a:prstGeom prst="rect">
            <a:avLst/>
          </a:prstGeom>
          <a:noFill/>
        </p:spPr>
        <p:txBody>
          <a:bodyPr wrap="square" anchor="t" lIns="0" rIns="0" tIns="0" bIns="0">
            <a:spAutoFit/>
          </a:bodyPr>
          <a:lstStyle/>
          <a:p>
            <a:pPr algn="l">
              <a:spcAft>
                <a:spcPts val="800"/>
              </a:spcAft>
            </a:pPr>
            <a:r>
              <a:rPr sz="1300" b="0">
                <a:solidFill>
                  <a:srgbClr val="1E1E1E"/>
                </a:solidFill>
              </a:rPr>
              <a:t>•  Una sola pasada: caja y 17 puntos a la vez</a:t>
            </a:r>
          </a:p>
          <a:p>
            <a:pPr algn="l">
              <a:spcAft>
                <a:spcPts val="800"/>
              </a:spcAft>
            </a:pPr>
            <a:r>
              <a:rPr sz="1300" b="0">
                <a:solidFill>
                  <a:srgbClr val="1E1E1E"/>
                </a:solidFill>
              </a:rPr>
              <a:t>•  Frente a YOLOv8s: misma detección (35,6 %) con 3,3 M parámetros frente a 11,6 M y 6,6 FPS frente a 3,3</a:t>
            </a:r>
          </a:p>
          <a:p>
            <a:pPr algn="l">
              <a:spcAft>
                <a:spcPts val="800"/>
              </a:spcAft>
            </a:pPr>
            <a:r>
              <a:rPr sz="1300" b="0">
                <a:solidFill>
                  <a:srgbClr val="1E1E1E"/>
                </a:solidFill>
              </a:rPr>
              <a:t>•  Frente a YOLO11n: resultados equivalentes (37,6 %, confianza 0,78) sin ser más rápido (6,2 FPS)</a:t>
            </a:r>
          </a:p>
          <a:p>
            <a:pPr algn="l">
              <a:spcAft>
                <a:spcPts val="800"/>
              </a:spcAft>
            </a:pPr>
            <a:r>
              <a:rPr sz="1300" b="0">
                <a:solidFill>
                  <a:srgbClr val="1E1E1E"/>
                </a:solidFill>
              </a:rPr>
              <a:t>•  Frente a MoveNet: el doble de confianza (0,73-0,77 frente a 0,34-0,37) y 15 ciclos válidos frente a 3</a:t>
            </a:r>
          </a:p>
          <a:p>
            <a:pPr algn="l">
              <a:spcAft>
                <a:spcPts val="800"/>
              </a:spcAft>
            </a:pPr>
            <a:r>
              <a:rPr sz="1300" b="0">
                <a:solidFill>
                  <a:srgbClr val="1E1E1E"/>
                </a:solidFill>
              </a:rPr>
              <a:t>•  HRNet y ViTPose: mejor AP, pero coste elevado en CPU</a:t>
            </a:r>
          </a:p>
        </p:txBody>
      </p:sp>
      <p:sp>
        <p:nvSpPr>
          <p:cNvPr id="9" name="TextBox 8"/>
          <p:cNvSpPr txBox="1"/>
          <p:nvPr/>
        </p:nvSpPr>
        <p:spPr>
          <a:xfrm>
            <a:off x="905256" y="667512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AP: precisión media en COCO según las publicaciones originales (personas en tierra). Sin anotaciones propias, la pose bajo el agua se validó con la tarea: frecuencia frente al conteo manual.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0789920" cy="0"/>
          </a:xfrm>
        </p:spPr>
        <p:txBody>
          <a:bodyPr/>
          <a:lstStyle/>
          <a:p>
            <a:r>
              <a:rPr sz="3200"/>
              <a:t>3D con MotionBERT: cuándo sí y cuándo no</a:t>
            </a:r>
          </a:p>
        </p:txBody>
      </p:sp>
      <p:sp>
        <p:nvSpPr>
          <p:cNvPr id="4" name="Text Placeholder 3"/>
          <p:cNvSpPr>
            <a:spLocks noGrp="1"/>
          </p:cNvSpPr>
          <p:nvPr>
            <p:ph type="body" idx="18" sz="quarter"/>
          </p:nvPr>
        </p:nvSpPr>
        <p:spPr>
          <a:xfrm>
            <a:ext cx="12344400" cy="0"/>
          </a:xfrm>
        </p:spPr>
        <p:txBody>
          <a:bodyPr/>
          <a:lstStyle/>
          <a:p>
            <a:r>
              <a:t>Elevación de la pose 2D a 3D con una sola cámara</a:t>
            </a:r>
          </a:p>
        </p:txBody>
      </p:sp>
      <p:sp>
        <p:nvSpPr>
          <p:cNvPr id="5" name="Rectangle 4"/>
          <p:cNvSpPr/>
          <p:nvPr/>
        </p:nvSpPr>
        <p:spPr>
          <a:xfrm>
            <a:off x="905256" y="2743200"/>
            <a:ext cx="731520" cy="73152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5256" y="2743200"/>
            <a:ext cx="731520" cy="731520"/>
          </a:xfrm>
          <a:prstGeom prst="rect">
            <a:avLst/>
          </a:prstGeom>
          <a:noFill/>
        </p:spPr>
        <p:txBody>
          <a:bodyPr wrap="square" anchor="ctr" lIns="0" rIns="0" tIns="0" bIns="0">
            <a:spAutoFit/>
          </a:bodyPr>
          <a:lstStyle/>
          <a:p>
            <a:pPr algn="ctr">
              <a:spcAft>
                <a:spcPts val="600"/>
              </a:spcAft>
            </a:pPr>
            <a:r>
              <a:rPr sz="2400" b="1">
                <a:solidFill>
                  <a:srgbClr val="FFFFFF"/>
                </a:solidFill>
              </a:rPr>
              <a:t>1</a:t>
            </a:r>
          </a:p>
        </p:txBody>
      </p:sp>
      <p:sp>
        <p:nvSpPr>
          <p:cNvPr id="7" name="TextBox 6"/>
          <p:cNvSpPr txBox="1"/>
          <p:nvPr/>
        </p:nvSpPr>
        <p:spPr>
          <a:xfrm>
            <a:off x="1828800" y="2743200"/>
            <a:ext cx="5120640" cy="365760"/>
          </a:xfrm>
          <a:prstGeom prst="rect">
            <a:avLst/>
          </a:prstGeom>
          <a:noFill/>
        </p:spPr>
        <p:txBody>
          <a:bodyPr wrap="square" anchor="t" lIns="0" rIns="0" tIns="0" bIns="0">
            <a:spAutoFit/>
          </a:bodyPr>
          <a:lstStyle/>
          <a:p>
            <a:pPr algn="l">
              <a:spcAft>
                <a:spcPts val="600"/>
              </a:spcAft>
            </a:pPr>
            <a:r>
              <a:rPr sz="1600" b="1">
                <a:solidFill>
                  <a:srgbClr val="1E1E1E"/>
                </a:solidFill>
              </a:rPr>
              <a:t>Elevación (lifting)</a:t>
            </a:r>
          </a:p>
        </p:txBody>
      </p:sp>
      <p:sp>
        <p:nvSpPr>
          <p:cNvPr id="8" name="TextBox 7"/>
          <p:cNvSpPr txBox="1"/>
          <p:nvPr/>
        </p:nvSpPr>
        <p:spPr>
          <a:xfrm>
            <a:off x="1828800" y="3108960"/>
            <a:ext cx="5120640" cy="640080"/>
          </a:xfrm>
          <a:prstGeom prst="rect">
            <a:avLst/>
          </a:prstGeom>
          <a:noFill/>
        </p:spPr>
        <p:txBody>
          <a:bodyPr wrap="square" anchor="t" lIns="0" rIns="0" tIns="0" bIns="0">
            <a:spAutoFit/>
          </a:bodyPr>
          <a:lstStyle/>
          <a:p>
            <a:pPr algn="l">
              <a:spcAft>
                <a:spcPts val="600"/>
              </a:spcAft>
            </a:pPr>
            <a:r>
              <a:rPr sz="1200" b="0">
                <a:solidFill>
                  <a:srgbClr val="504B4B"/>
                </a:solidFill>
              </a:rPr>
              <a:t>La secuencia de puntos 2D entra en MotionBERT-Lite (transformer DSTformer), que predice la profundidad. ≈ 25 s por vídeo en CPU.</a:t>
            </a:r>
          </a:p>
        </p:txBody>
      </p:sp>
      <p:sp>
        <p:nvSpPr>
          <p:cNvPr id="9" name="Rectangle 8"/>
          <p:cNvSpPr/>
          <p:nvPr/>
        </p:nvSpPr>
        <p:spPr>
          <a:xfrm>
            <a:off x="905256" y="3767328"/>
            <a:ext cx="731520" cy="73152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3767328"/>
            <a:ext cx="731520" cy="731520"/>
          </a:xfrm>
          <a:prstGeom prst="rect">
            <a:avLst/>
          </a:prstGeom>
          <a:noFill/>
        </p:spPr>
        <p:txBody>
          <a:bodyPr wrap="square" anchor="ctr" lIns="0" rIns="0" tIns="0" bIns="0">
            <a:spAutoFit/>
          </a:bodyPr>
          <a:lstStyle/>
          <a:p>
            <a:pPr algn="ctr">
              <a:spcAft>
                <a:spcPts val="600"/>
              </a:spcAft>
            </a:pPr>
            <a:r>
              <a:rPr sz="2400" b="1">
                <a:solidFill>
                  <a:srgbClr val="FFFFFF"/>
                </a:solidFill>
              </a:rPr>
              <a:t>2</a:t>
            </a:r>
          </a:p>
        </p:txBody>
      </p:sp>
      <p:sp>
        <p:nvSpPr>
          <p:cNvPr id="11" name="TextBox 10"/>
          <p:cNvSpPr txBox="1"/>
          <p:nvPr/>
        </p:nvSpPr>
        <p:spPr>
          <a:xfrm>
            <a:off x="1828800" y="3767328"/>
            <a:ext cx="5120640" cy="365760"/>
          </a:xfrm>
          <a:prstGeom prst="rect">
            <a:avLst/>
          </a:prstGeom>
          <a:noFill/>
        </p:spPr>
        <p:txBody>
          <a:bodyPr wrap="square" anchor="t" lIns="0" rIns="0" tIns="0" bIns="0">
            <a:spAutoFit/>
          </a:bodyPr>
          <a:lstStyle/>
          <a:p>
            <a:pPr algn="l">
              <a:spcAft>
                <a:spcPts val="600"/>
              </a:spcAft>
            </a:pPr>
            <a:r>
              <a:rPr sz="1600" b="1">
                <a:solidFill>
                  <a:srgbClr val="1E1E1E"/>
                </a:solidFill>
              </a:rPr>
              <a:t>El problema</a:t>
            </a:r>
          </a:p>
        </p:txBody>
      </p:sp>
      <p:sp>
        <p:nvSpPr>
          <p:cNvPr id="12" name="TextBox 11"/>
          <p:cNvSpPr txBox="1"/>
          <p:nvPr/>
        </p:nvSpPr>
        <p:spPr>
          <a:xfrm>
            <a:off x="1828800" y="4133088"/>
            <a:ext cx="5120640" cy="640080"/>
          </a:xfrm>
          <a:prstGeom prst="rect">
            <a:avLst/>
          </a:prstGeom>
          <a:noFill/>
        </p:spPr>
        <p:txBody>
          <a:bodyPr wrap="square" anchor="t" lIns="0" rIns="0" tIns="0" bIns="0">
            <a:spAutoFit/>
          </a:bodyPr>
          <a:lstStyle/>
          <a:p>
            <a:pPr algn="l">
              <a:spcAft>
                <a:spcPts val="600"/>
              </a:spcAft>
            </a:pPr>
            <a:r>
              <a:rPr sz="1200" b="0">
                <a:solidFill>
                  <a:srgbClr val="504B4B"/>
                </a:solidFill>
              </a:rPr>
              <a:t>Preentrenado en Human3.6M: actores de pie en un laboratorio, no nadadores horizontales.</a:t>
            </a:r>
          </a:p>
        </p:txBody>
      </p:sp>
      <p:sp>
        <p:nvSpPr>
          <p:cNvPr id="13" name="Rectangle 12"/>
          <p:cNvSpPr/>
          <p:nvPr/>
        </p:nvSpPr>
        <p:spPr>
          <a:xfrm>
            <a:off x="905256" y="4791456"/>
            <a:ext cx="731520" cy="73152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4791456"/>
            <a:ext cx="731520" cy="731520"/>
          </a:xfrm>
          <a:prstGeom prst="rect">
            <a:avLst/>
          </a:prstGeom>
          <a:noFill/>
        </p:spPr>
        <p:txBody>
          <a:bodyPr wrap="square" anchor="ctr" lIns="0" rIns="0" tIns="0" bIns="0">
            <a:spAutoFit/>
          </a:bodyPr>
          <a:lstStyle/>
          <a:p>
            <a:pPr algn="ctr">
              <a:spcAft>
                <a:spcPts val="600"/>
              </a:spcAft>
            </a:pPr>
            <a:r>
              <a:rPr sz="2400" b="1">
                <a:solidFill>
                  <a:srgbClr val="FFFFFF"/>
                </a:solidFill>
              </a:rPr>
              <a:t>3</a:t>
            </a:r>
          </a:p>
        </p:txBody>
      </p:sp>
      <p:sp>
        <p:nvSpPr>
          <p:cNvPr id="15" name="TextBox 14"/>
          <p:cNvSpPr txBox="1"/>
          <p:nvPr/>
        </p:nvSpPr>
        <p:spPr>
          <a:xfrm>
            <a:off x="1828800" y="4791456"/>
            <a:ext cx="5120640" cy="365760"/>
          </a:xfrm>
          <a:prstGeom prst="rect">
            <a:avLst/>
          </a:prstGeom>
          <a:noFill/>
        </p:spPr>
        <p:txBody>
          <a:bodyPr wrap="square" anchor="t" lIns="0" rIns="0" tIns="0" bIns="0">
            <a:spAutoFit/>
          </a:bodyPr>
          <a:lstStyle/>
          <a:p>
            <a:pPr algn="l">
              <a:spcAft>
                <a:spcPts val="600"/>
              </a:spcAft>
            </a:pPr>
            <a:r>
              <a:rPr sz="1600" b="1">
                <a:solidFill>
                  <a:srgbClr val="1E1E1E"/>
                </a:solidFill>
              </a:rPr>
              <a:t>La adaptación</a:t>
            </a:r>
          </a:p>
        </p:txBody>
      </p:sp>
      <p:sp>
        <p:nvSpPr>
          <p:cNvPr id="16" name="TextBox 15"/>
          <p:cNvSpPr txBox="1"/>
          <p:nvPr/>
        </p:nvSpPr>
        <p:spPr>
          <a:xfrm>
            <a:off x="1828800" y="5157216"/>
            <a:ext cx="5120640" cy="640080"/>
          </a:xfrm>
          <a:prstGeom prst="rect">
            <a:avLst/>
          </a:prstGeom>
          <a:noFill/>
        </p:spPr>
        <p:txBody>
          <a:bodyPr wrap="square" anchor="t" lIns="0" rIns="0" tIns="0" bIns="0">
            <a:spAutoFit/>
          </a:bodyPr>
          <a:lstStyle/>
          <a:p>
            <a:pPr algn="l">
              <a:spcAft>
                <a:spcPts val="600"/>
              </a:spcAft>
            </a:pPr>
            <a:r>
              <a:rPr sz="1200" b="0">
                <a:solidFill>
                  <a:srgbClr val="504B4B"/>
                </a:solidFill>
              </a:rPr>
              <a:t>Centrar en la pelvis, girar el tronco a vertical y normalizar por el tamaño del cuerpo; los ángulos no cambian con el giro.</a:t>
            </a:r>
          </a:p>
        </p:txBody>
      </p:sp>
      <p:graphicFrame>
        <p:nvGraphicFramePr>
          <p:cNvPr id="17" name="Table 16"/>
          <p:cNvGraphicFramePr>
            <a:graphicFrameLocks noGrp="1"/>
          </p:cNvGraphicFramePr>
          <p:nvPr/>
        </p:nvGraphicFramePr>
        <p:xfrm>
          <a:off x="7498079" y="2743200"/>
          <a:ext cx="6217920" cy="2286000"/>
        </p:xfrm>
        <a:graphic>
          <a:graphicData uri="http://schemas.openxmlformats.org/drawingml/2006/table">
            <a:tbl>
              <a:tblPr firstRow="1" bandRow="1">
                <a:tableStyleId>{5C22544A-7EE6-4342-B048-85BDC9FD1C3A}</a:tableStyleId>
              </a:tblPr>
              <a:tblGrid>
                <a:gridCol w="1463040"/>
                <a:gridCol w="1554480"/>
                <a:gridCol w="1554480"/>
                <a:gridCol w="1645920"/>
              </a:tblGrid>
              <a:tr h="457200">
                <a:tc>
                  <a:txBody>
                    <a:bodyPr/>
                    <a:lstStyle/>
                    <a:p>
                      <a:r>
                        <a:rPr sz="1200" b="1">
                          <a:solidFill>
                            <a:srgbClr val="FFFFFF"/>
                          </a:solidFill>
                        </a:rPr>
                        <a:t>Ángulo (I / D)</a:t>
                      </a:r>
                    </a:p>
                  </a:txBody>
                  <a:tcPr marL="91440" marR="91440" marT="27432" marB="27432" anchor="ctr">
                    <a:solidFill>
                      <a:srgbClr val="FF3228"/>
                    </a:solidFill>
                  </a:tcPr>
                </a:tc>
                <a:tc>
                  <a:txBody>
                    <a:bodyPr/>
                    <a:lstStyle/>
                    <a:p>
                      <a:r>
                        <a:rPr sz="1200" b="1">
                          <a:solidFill>
                            <a:srgbClr val="FFFFFF"/>
                          </a:solidFill>
                        </a:rPr>
                        <a:t>Mediana 2D</a:t>
                      </a:r>
                    </a:p>
                  </a:txBody>
                  <a:tcPr marL="91440" marR="91440" marT="27432" marB="27432" anchor="ctr">
                    <a:solidFill>
                      <a:srgbClr val="FF3228"/>
                    </a:solidFill>
                  </a:tcPr>
                </a:tc>
                <a:tc>
                  <a:txBody>
                    <a:bodyPr/>
                    <a:lstStyle/>
                    <a:p>
                      <a:r>
                        <a:rPr sz="1200" b="1">
                          <a:solidFill>
                            <a:srgbClr val="FFFFFF"/>
                          </a:solidFill>
                        </a:rPr>
                        <a:t>Mediana 3D</a:t>
                      </a:r>
                    </a:p>
                  </a:txBody>
                  <a:tcPr marL="91440" marR="91440" marT="27432" marB="27432" anchor="ctr">
                    <a:solidFill>
                      <a:srgbClr val="FF3228"/>
                    </a:solidFill>
                  </a:tcPr>
                </a:tc>
                <a:tc>
                  <a:txBody>
                    <a:bodyPr/>
                    <a:lstStyle/>
                    <a:p>
                      <a:r>
                        <a:rPr sz="1200" b="1">
                          <a:solidFill>
                            <a:srgbClr val="FFFFFF"/>
                          </a:solidFill>
                        </a:rPr>
                        <a:t>Correlación</a:t>
                      </a:r>
                    </a:p>
                  </a:txBody>
                  <a:tcPr marL="91440" marR="91440" marT="27432" marB="27432" anchor="ctr">
                    <a:solidFill>
                      <a:srgbClr val="FF3228"/>
                    </a:solidFill>
                  </a:tcPr>
                </a:tc>
              </a:tr>
              <a:tr h="457200">
                <a:tc>
                  <a:txBody>
                    <a:bodyPr/>
                    <a:lstStyle/>
                    <a:p>
                      <a:r>
                        <a:rPr sz="1200" b="0">
                          <a:solidFill>
                            <a:srgbClr val="1E1E1E"/>
                          </a:solidFill>
                        </a:rPr>
                        <a:t>Codo</a:t>
                      </a:r>
                    </a:p>
                  </a:txBody>
                  <a:tcPr marL="91440" marR="91440" marT="27432" marB="27432" anchor="ctr">
                    <a:solidFill>
                      <a:srgbClr val="FFFFFF"/>
                    </a:solidFill>
                  </a:tcPr>
                </a:tc>
                <a:tc>
                  <a:txBody>
                    <a:bodyPr/>
                    <a:lstStyle/>
                    <a:p>
                      <a:r>
                        <a:rPr sz="1200" b="0">
                          <a:solidFill>
                            <a:srgbClr val="1E1E1E"/>
                          </a:solidFill>
                        </a:rPr>
                        <a:t>156° / 144°</a:t>
                      </a:r>
                    </a:p>
                  </a:txBody>
                  <a:tcPr marL="91440" marR="91440" marT="27432" marB="27432" anchor="ctr">
                    <a:solidFill>
                      <a:srgbClr val="FFFFFF"/>
                    </a:solidFill>
                  </a:tcPr>
                </a:tc>
                <a:tc>
                  <a:txBody>
                    <a:bodyPr/>
                    <a:lstStyle/>
                    <a:p>
                      <a:r>
                        <a:rPr sz="1200" b="0">
                          <a:solidFill>
                            <a:srgbClr val="1E1E1E"/>
                          </a:solidFill>
                        </a:rPr>
                        <a:t>158° / 143°</a:t>
                      </a:r>
                    </a:p>
                  </a:txBody>
                  <a:tcPr marL="91440" marR="91440" marT="27432" marB="27432" anchor="ctr">
                    <a:solidFill>
                      <a:srgbClr val="FFFFFF"/>
                    </a:solidFill>
                  </a:tcPr>
                </a:tc>
                <a:tc>
                  <a:txBody>
                    <a:bodyPr/>
                    <a:lstStyle/>
                    <a:p>
                      <a:r>
                        <a:rPr sz="1200" b="0">
                          <a:solidFill>
                            <a:srgbClr val="1E1E1E"/>
                          </a:solidFill>
                        </a:rPr>
                        <a:t>0,51 / −0,08</a:t>
                      </a:r>
                    </a:p>
                  </a:txBody>
                  <a:tcPr marL="91440" marR="91440" marT="27432" marB="27432" anchor="ctr">
                    <a:solidFill>
                      <a:srgbClr val="FFFFFF"/>
                    </a:solidFill>
                  </a:tcPr>
                </a:tc>
              </a:tr>
              <a:tr h="457200">
                <a:tc>
                  <a:txBody>
                    <a:bodyPr/>
                    <a:lstStyle/>
                    <a:p>
                      <a:r>
                        <a:rPr sz="1200" b="0">
                          <a:solidFill>
                            <a:srgbClr val="1E1E1E"/>
                          </a:solidFill>
                        </a:rPr>
                        <a:t>Hombro</a:t>
                      </a:r>
                    </a:p>
                  </a:txBody>
                  <a:tcPr marL="91440" marR="91440" marT="27432" marB="27432" anchor="ctr">
                    <a:solidFill>
                      <a:srgbClr val="EEEDED"/>
                    </a:solidFill>
                  </a:tcPr>
                </a:tc>
                <a:tc>
                  <a:txBody>
                    <a:bodyPr/>
                    <a:lstStyle/>
                    <a:p>
                      <a:r>
                        <a:rPr sz="1200" b="0">
                          <a:solidFill>
                            <a:srgbClr val="1E1E1E"/>
                          </a:solidFill>
                        </a:rPr>
                        <a:t>90° / 81°</a:t>
                      </a:r>
                    </a:p>
                  </a:txBody>
                  <a:tcPr marL="91440" marR="91440" marT="27432" marB="27432" anchor="ctr">
                    <a:solidFill>
                      <a:srgbClr val="EEEDED"/>
                    </a:solidFill>
                  </a:tcPr>
                </a:tc>
                <a:tc>
                  <a:txBody>
                    <a:bodyPr/>
                    <a:lstStyle/>
                    <a:p>
                      <a:r>
                        <a:rPr sz="1200" b="0">
                          <a:solidFill>
                            <a:srgbClr val="1E1E1E"/>
                          </a:solidFill>
                        </a:rPr>
                        <a:t>89° / 92°</a:t>
                      </a:r>
                    </a:p>
                  </a:txBody>
                  <a:tcPr marL="91440" marR="91440" marT="27432" marB="27432" anchor="ctr">
                    <a:solidFill>
                      <a:srgbClr val="EEEDED"/>
                    </a:solidFill>
                  </a:tcPr>
                </a:tc>
                <a:tc>
                  <a:txBody>
                    <a:bodyPr/>
                    <a:lstStyle/>
                    <a:p>
                      <a:r>
                        <a:rPr sz="1200" b="0">
                          <a:solidFill>
                            <a:srgbClr val="1E1E1E"/>
                          </a:solidFill>
                        </a:rPr>
                        <a:t>0,69 / 0,71</a:t>
                      </a:r>
                    </a:p>
                  </a:txBody>
                  <a:tcPr marL="91440" marR="91440" marT="27432" marB="27432" anchor="ctr">
                    <a:solidFill>
                      <a:srgbClr val="EEEDED"/>
                    </a:solidFill>
                  </a:tcPr>
                </a:tc>
              </a:tr>
              <a:tr h="457200">
                <a:tc>
                  <a:txBody>
                    <a:bodyPr/>
                    <a:lstStyle/>
                    <a:p>
                      <a:r>
                        <a:rPr sz="1200" b="0">
                          <a:solidFill>
                            <a:srgbClr val="1E1E1E"/>
                          </a:solidFill>
                        </a:rPr>
                        <a:t>Cadera</a:t>
                      </a:r>
                    </a:p>
                  </a:txBody>
                  <a:tcPr marL="91440" marR="91440" marT="27432" marB="27432" anchor="ctr">
                    <a:solidFill>
                      <a:srgbClr val="FFFFFF"/>
                    </a:solidFill>
                  </a:tcPr>
                </a:tc>
                <a:tc>
                  <a:txBody>
                    <a:bodyPr/>
                    <a:lstStyle/>
                    <a:p>
                      <a:r>
                        <a:rPr sz="1200" b="0">
                          <a:solidFill>
                            <a:srgbClr val="1E1E1E"/>
                          </a:solidFill>
                        </a:rPr>
                        <a:t>171° / 172°</a:t>
                      </a:r>
                    </a:p>
                  </a:txBody>
                  <a:tcPr marL="91440" marR="91440" marT="27432" marB="27432" anchor="ctr">
                    <a:solidFill>
                      <a:srgbClr val="FFFFFF"/>
                    </a:solidFill>
                  </a:tcPr>
                </a:tc>
                <a:tc>
                  <a:txBody>
                    <a:bodyPr/>
                    <a:lstStyle/>
                    <a:p>
                      <a:r>
                        <a:rPr sz="1200" b="0">
                          <a:solidFill>
                            <a:srgbClr val="1E1E1E"/>
                          </a:solidFill>
                        </a:rPr>
                        <a:t>160° / 164°</a:t>
                      </a:r>
                    </a:p>
                  </a:txBody>
                  <a:tcPr marL="91440" marR="91440" marT="27432" marB="27432" anchor="ctr">
                    <a:solidFill>
                      <a:srgbClr val="FFFFFF"/>
                    </a:solidFill>
                  </a:tcPr>
                </a:tc>
                <a:tc>
                  <a:txBody>
                    <a:bodyPr/>
                    <a:lstStyle/>
                    <a:p>
                      <a:r>
                        <a:rPr sz="1200" b="0">
                          <a:solidFill>
                            <a:srgbClr val="1E1E1E"/>
                          </a:solidFill>
                        </a:rPr>
                        <a:t>0,58 / 0,69</a:t>
                      </a:r>
                    </a:p>
                  </a:txBody>
                  <a:tcPr marL="91440" marR="91440" marT="27432" marB="27432" anchor="ctr">
                    <a:solidFill>
                      <a:srgbClr val="FFFFFF"/>
                    </a:solidFill>
                  </a:tcPr>
                </a:tc>
              </a:tr>
              <a:tr h="457200">
                <a:tc>
                  <a:txBody>
                    <a:bodyPr/>
                    <a:lstStyle/>
                    <a:p>
                      <a:r>
                        <a:rPr sz="1200" b="1">
                          <a:solidFill>
                            <a:srgbClr val="1E1E1E"/>
                          </a:solidFill>
                        </a:rPr>
                        <a:t>Rodilla</a:t>
                      </a:r>
                    </a:p>
                  </a:txBody>
                  <a:tcPr marL="91440" marR="91440" marT="27432" marB="27432" anchor="ctr">
                    <a:solidFill>
                      <a:srgbClr val="FFAFAA"/>
                    </a:solidFill>
                  </a:tcPr>
                </a:tc>
                <a:tc>
                  <a:txBody>
                    <a:bodyPr/>
                    <a:lstStyle/>
                    <a:p>
                      <a:r>
                        <a:rPr sz="1200" b="1">
                          <a:solidFill>
                            <a:srgbClr val="1E1E1E"/>
                          </a:solidFill>
                        </a:rPr>
                        <a:t>173° / 173°</a:t>
                      </a:r>
                    </a:p>
                  </a:txBody>
                  <a:tcPr marL="91440" marR="91440" marT="27432" marB="27432" anchor="ctr">
                    <a:solidFill>
                      <a:srgbClr val="FFAFAA"/>
                    </a:solidFill>
                  </a:tcPr>
                </a:tc>
                <a:tc>
                  <a:txBody>
                    <a:bodyPr/>
                    <a:lstStyle/>
                    <a:p>
                      <a:r>
                        <a:rPr sz="1200" b="1">
                          <a:solidFill>
                            <a:srgbClr val="1E1E1E"/>
                          </a:solidFill>
                        </a:rPr>
                        <a:t>107° / 106°</a:t>
                      </a:r>
                    </a:p>
                  </a:txBody>
                  <a:tcPr marL="91440" marR="91440" marT="27432" marB="27432" anchor="ctr">
                    <a:solidFill>
                      <a:srgbClr val="FFAFAA"/>
                    </a:solidFill>
                  </a:tcPr>
                </a:tc>
                <a:tc>
                  <a:txBody>
                    <a:bodyPr/>
                    <a:lstStyle/>
                    <a:p>
                      <a:r>
                        <a:rPr sz="1200" b="1">
                          <a:solidFill>
                            <a:srgbClr val="1E1E1E"/>
                          </a:solidFill>
                        </a:rPr>
                        <a:t>0,01 / −0,04</a:t>
                      </a:r>
                    </a:p>
                  </a:txBody>
                  <a:tcPr marL="91440" marR="91440" marT="27432" marB="27432" anchor="ctr">
                    <a:solidFill>
                      <a:srgbClr val="FFAFAA"/>
                    </a:solidFill>
                  </a:tcPr>
                </a:tc>
              </a:tr>
            </a:tbl>
          </a:graphicData>
        </a:graphic>
      </p:graphicFrame>
      <p:sp>
        <p:nvSpPr>
          <p:cNvPr id="18" name="TextBox 17"/>
          <p:cNvSpPr txBox="1"/>
          <p:nvPr/>
        </p:nvSpPr>
        <p:spPr>
          <a:xfrm>
            <a:off x="7498079" y="5120640"/>
            <a:ext cx="6217920" cy="365760"/>
          </a:xfrm>
          <a:prstGeom prst="rect">
            <a:avLst/>
          </a:prstGeom>
          <a:noFill/>
        </p:spPr>
        <p:txBody>
          <a:bodyPr wrap="square" anchor="t" lIns="0" rIns="0" tIns="0" bIns="0">
            <a:spAutoFit/>
          </a:bodyPr>
          <a:lstStyle/>
          <a:p>
            <a:pPr algn="l">
              <a:spcAft>
                <a:spcPts val="600"/>
              </a:spcAft>
            </a:pPr>
            <a:r>
              <a:rPr sz="1100" b="0">
                <a:solidFill>
                  <a:srgbClr val="504B4B"/>
                </a:solidFill>
              </a:rPr>
              <a:t>Vista lateral, secuencia GX011614, 85 fotogramas (Tabla 14 de la memoria)</a:t>
            </a:r>
          </a:p>
        </p:txBody>
      </p:sp>
      <p:sp>
        <p:nvSpPr>
          <p:cNvPr id="19" name="Rectangle 18"/>
          <p:cNvSpPr/>
          <p:nvPr/>
        </p:nvSpPr>
        <p:spPr>
          <a:xfrm>
            <a:off x="905256" y="5897880"/>
            <a:ext cx="12801600" cy="9144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897880"/>
            <a:ext cx="12252960" cy="914400"/>
          </a:xfrm>
          <a:prstGeom prst="rect">
            <a:avLst/>
          </a:prstGeom>
          <a:noFill/>
        </p:spPr>
        <p:txBody>
          <a:bodyPr wrap="square" anchor="ctr" lIns="0" rIns="0" tIns="0" bIns="0">
            <a:spAutoFit/>
          </a:bodyPr>
          <a:lstStyle/>
          <a:p>
            <a:pPr algn="l">
              <a:spcAft>
                <a:spcPts val="600"/>
              </a:spcAft>
            </a:pPr>
            <a:r>
              <a:rPr sz="1500" b="1">
                <a:solidFill>
                  <a:srgbClr val="FF3228"/>
                </a:solidFill>
              </a:rPr>
              <a:t>Decisión: </a:t>
            </a:r>
            <a:r>
              <a:rPr sz="1500" b="0">
                <a:solidFill>
                  <a:srgbClr val="FFFFFF"/>
                </a:solidFill>
              </a:rPr>
              <a:t>vista lateral → ángulos 2D (el 3D se guarda aparte) · vista frontal u oblicua → ángulos 3D (el 2D se deforma por la perspectiva)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0789920" cy="0"/>
          </a:xfrm>
        </p:spPr>
        <p:txBody>
          <a:bodyPr/>
          <a:lstStyle/>
          <a:p>
            <a:r>
              <a:rPr sz="3200"/>
              <a:t>Dos vistas, dos señales de brazada</a:t>
            </a:r>
          </a:p>
        </p:txBody>
      </p:sp>
      <p:sp>
        <p:nvSpPr>
          <p:cNvPr id="4" name="Text Placeholder 3"/>
          <p:cNvSpPr>
            <a:spLocks noGrp="1"/>
          </p:cNvSpPr>
          <p:nvPr>
            <p:ph type="body" idx="18" sz="quarter"/>
          </p:nvPr>
        </p:nvSpPr>
        <p:spPr>
          <a:xfrm>
            <a:ext cx="12344400" cy="0"/>
          </a:xfrm>
        </p:spPr>
        <p:txBody>
          <a:bodyPr/>
          <a:lstStyle/>
          <a:p>
            <a:r>
              <a:t>El sistema decide la vista y usa la señal que esa vista permite ver</a:t>
            </a:r>
          </a:p>
        </p:txBody>
      </p:sp>
      <p:sp>
        <p:nvSpPr>
          <p:cNvPr id="5" name="Rectangle 4"/>
          <p:cNvSpPr/>
          <p:nvPr/>
        </p:nvSpPr>
        <p:spPr>
          <a:xfrm>
            <a:off x="905256" y="2743200"/>
            <a:ext cx="12801600" cy="8686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743200"/>
            <a:ext cx="12252960" cy="868680"/>
          </a:xfrm>
          <a:prstGeom prst="rect">
            <a:avLst/>
          </a:prstGeom>
          <a:noFill/>
        </p:spPr>
        <p:txBody>
          <a:bodyPr wrap="square" anchor="ctr" lIns="0" rIns="0" tIns="0" bIns="0">
            <a:spAutoFit/>
          </a:bodyPr>
          <a:lstStyle/>
          <a:p>
            <a:pPr algn="l">
              <a:spcAft>
                <a:spcPts val="600"/>
              </a:spcAft>
            </a:pPr>
            <a:r>
              <a:rPr sz="1400" b="1">
                <a:solidFill>
                  <a:srgbClr val="FF3228"/>
                </a:solidFill>
              </a:rPr>
              <a:t>Vista automática: </a:t>
            </a:r>
            <a:r>
              <a:rPr sz="1400" b="0">
                <a:solidFill>
                  <a:srgbClr val="FFFFFF"/>
                </a:solidFill>
              </a:rPr>
              <a:t>tramos de 60 s; un tramo es frontal si ≥ 65 % de sus fotogramas tienen el tronco a &gt; 55° de la horizontal (vídeos reales: laterales ≤ 46 %, frontales ≥ 87 %).</a:t>
            </a:r>
          </a:p>
        </p:txBody>
      </p:sp>
      <p:sp>
        <p:nvSpPr>
          <p:cNvPr id="7" name="Rectangle 6"/>
          <p:cNvSpPr/>
          <p:nvPr/>
        </p:nvSpPr>
        <p:spPr>
          <a:xfrm>
            <a:off x="905256" y="3794760"/>
            <a:ext cx="6263640" cy="233172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9576" y="4069080"/>
            <a:ext cx="5715000" cy="731520"/>
          </a:xfrm>
          <a:prstGeom prst="rect">
            <a:avLst/>
          </a:prstGeom>
          <a:noFill/>
        </p:spPr>
        <p:txBody>
          <a:bodyPr wrap="square" anchor="t" lIns="0" rIns="0" tIns="0" bIns="0">
            <a:spAutoFit/>
          </a:bodyPr>
          <a:lstStyle/>
          <a:p>
            <a:pPr algn="l">
              <a:spcAft>
                <a:spcPts val="600"/>
              </a:spcAft>
            </a:pPr>
            <a:r>
              <a:rPr sz="1800" b="1">
                <a:solidFill>
                  <a:srgbClr val="FF3228"/>
                </a:solidFill>
              </a:rPr>
              <a:t>Lateral · profundidad de la mano</a:t>
            </a:r>
          </a:p>
        </p:txBody>
      </p:sp>
      <p:sp>
        <p:nvSpPr>
          <p:cNvPr id="9" name="TextBox 8"/>
          <p:cNvSpPr txBox="1"/>
          <p:nvPr/>
        </p:nvSpPr>
        <p:spPr>
          <a:xfrm>
            <a:off x="1179576" y="4754880"/>
            <a:ext cx="5715000" cy="1188720"/>
          </a:xfrm>
          <a:prstGeom prst="rect">
            <a:avLst/>
          </a:prstGeom>
          <a:noFill/>
        </p:spPr>
        <p:txBody>
          <a:bodyPr wrap="square" anchor="t" lIns="0" rIns="0" tIns="0" bIns="0">
            <a:spAutoFit/>
          </a:bodyPr>
          <a:lstStyle/>
          <a:p>
            <a:pPr algn="l">
              <a:spcAft>
                <a:spcPts val="600"/>
              </a:spcAft>
            </a:pPr>
            <a:r>
              <a:rPr sz="1400" b="0">
                <a:solidFill>
                  <a:srgbClr val="1E1E1E"/>
                </a:solidFill>
              </a:rPr>
              <a:t>Mano más profunda respecto al eje del tronco, en longitudes de tronco; cada máximo es una brazada. Se toma la más profunda porque YOLO copia el brazo visible en el oculto.</a:t>
            </a:r>
          </a:p>
        </p:txBody>
      </p:sp>
      <p:sp>
        <p:nvSpPr>
          <p:cNvPr id="10" name="Rectangle 9"/>
          <p:cNvSpPr/>
          <p:nvPr/>
        </p:nvSpPr>
        <p:spPr>
          <a:xfrm>
            <a:off x="7443216" y="3794760"/>
            <a:ext cx="6263640" cy="233172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17536" y="4069080"/>
            <a:ext cx="5715000" cy="731520"/>
          </a:xfrm>
          <a:prstGeom prst="rect">
            <a:avLst/>
          </a:prstGeom>
          <a:noFill/>
        </p:spPr>
        <p:txBody>
          <a:bodyPr wrap="square" anchor="t" lIns="0" rIns="0" tIns="0" bIns="0">
            <a:spAutoFit/>
          </a:bodyPr>
          <a:lstStyle/>
          <a:p>
            <a:pPr algn="l">
              <a:spcAft>
                <a:spcPts val="600"/>
              </a:spcAft>
            </a:pPr>
            <a:r>
              <a:rPr sz="1800" b="1">
                <a:solidFill>
                  <a:srgbClr val="FF3228"/>
                </a:solidFill>
              </a:rPr>
              <a:t>Frontal · recorrido de la muñeca (PCA)</a:t>
            </a:r>
          </a:p>
        </p:txBody>
      </p:sp>
      <p:sp>
        <p:nvSpPr>
          <p:cNvPr id="12" name="TextBox 11"/>
          <p:cNvSpPr txBox="1"/>
          <p:nvPr/>
        </p:nvSpPr>
        <p:spPr>
          <a:xfrm>
            <a:off x="7717536" y="4754880"/>
            <a:ext cx="5715000" cy="1188720"/>
          </a:xfrm>
          <a:prstGeom prst="rect">
            <a:avLst/>
          </a:prstGeom>
          <a:noFill/>
        </p:spPr>
        <p:txBody>
          <a:bodyPr wrap="square" anchor="t" lIns="0" rIns="0" tIns="0" bIns="0">
            <a:spAutoFit/>
          </a:bodyPr>
          <a:lstStyle/>
          <a:p>
            <a:pPr algn="l">
              <a:spcAft>
                <a:spcPts val="600"/>
              </a:spcAft>
            </a:pPr>
            <a:r>
              <a:rPr sz="1400" b="0">
                <a:solidFill>
                  <a:srgbClr val="1E1E1E"/>
                </a:solidFill>
              </a:rPr>
              <a:t>Recorrido de cada muñeca respecto al centro de los hombros, proyectado en la 1.ª componente principal, en anchos de hombros. De frente la profundidad no es observable.</a:t>
            </a:r>
          </a:p>
        </p:txBody>
      </p:sp>
      <p:sp>
        <p:nvSpPr>
          <p:cNvPr id="13" name="TextBox 12"/>
          <p:cNvSpPr txBox="1"/>
          <p:nvPr/>
        </p:nvSpPr>
        <p:spPr>
          <a:xfrm>
            <a:off x="905256" y="6309360"/>
            <a:ext cx="12801600" cy="731520"/>
          </a:xfrm>
          <a:prstGeom prst="rect">
            <a:avLst/>
          </a:prstGeom>
          <a:noFill/>
        </p:spPr>
        <p:txBody>
          <a:bodyPr wrap="square" anchor="t" lIns="0" rIns="0" tIns="0" bIns="0">
            <a:spAutoFit/>
          </a:bodyPr>
          <a:lstStyle/>
          <a:p>
            <a:pPr algn="l">
              <a:spcAft>
                <a:spcPts val="600"/>
              </a:spcAft>
            </a:pPr>
            <a:r>
              <a:rPr sz="1300" b="1">
                <a:solidFill>
                  <a:srgbClr val="1E1E1E"/>
                </a:solidFill>
              </a:rPr>
              <a:t>Común: </a:t>
            </a:r>
            <a:r>
              <a:rPr sz="1300" b="0">
                <a:solidFill>
                  <a:srgbClr val="1E1E1E"/>
                </a:solidFill>
              </a:rPr>
              <a:t>ritmo = mediana de los intervalos dentro del rango del estilo (crol 0,35-1,0 s; mariposa 0,7-2,0 s; braza 0,7-2,4 s) · ciclo válido de 0,6-3,0 s con ≤ 30 % de datos ausentes · mínimos y máximos por ciclo con percentiles 10 y 90.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0789920" cy="0"/>
          </a:xfrm>
        </p:spPr>
        <p:txBody>
          <a:bodyPr/>
          <a:lstStyle/>
          <a:p>
            <a:r>
              <a:rPr sz="3200"/>
              <a:t>¿Por qué Isolation Forest?</a:t>
            </a:r>
          </a:p>
        </p:txBody>
      </p:sp>
      <p:sp>
        <p:nvSpPr>
          <p:cNvPr id="4" name="Text Placeholder 3"/>
          <p:cNvSpPr>
            <a:spLocks noGrp="1"/>
          </p:cNvSpPr>
          <p:nvPr>
            <p:ph type="body" idx="18" sz="quarter"/>
          </p:nvPr>
        </p:nvSpPr>
        <p:spPr>
          <a:xfrm>
            <a:ext cx="12344400" cy="0"/>
          </a:xfrm>
        </p:spPr>
        <p:txBody>
          <a:bodyPr/>
          <a:lstStyle/>
          <a:p>
            <a:r>
              <a:t>Sin etiquetas de fatiga: se busca lo que se aparta del nadador fresco</a:t>
            </a:r>
          </a:p>
        </p:txBody>
      </p:sp>
      <p:sp>
        <p:nvSpPr>
          <p:cNvPr id="5" name="Rectangle 4"/>
          <p:cNvSpPr/>
          <p:nvPr/>
        </p:nvSpPr>
        <p:spPr>
          <a:xfrm>
            <a:off x="905256" y="2743200"/>
            <a:ext cx="6035040" cy="132588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926080"/>
            <a:ext cx="5486400" cy="365760"/>
          </a:xfrm>
          <a:prstGeom prst="rect">
            <a:avLst/>
          </a:prstGeom>
          <a:noFill/>
        </p:spPr>
        <p:txBody>
          <a:bodyPr wrap="square" anchor="t" lIns="0" rIns="0" tIns="0" bIns="0">
            <a:spAutoFit/>
          </a:bodyPr>
          <a:lstStyle/>
          <a:p>
            <a:pPr algn="l">
              <a:spcAft>
                <a:spcPts val="600"/>
              </a:spcAft>
            </a:pPr>
            <a:r>
              <a:rPr sz="1600" b="1">
                <a:solidFill>
                  <a:srgbClr val="504B4B"/>
                </a:solidFill>
              </a:rPr>
              <a:t>Plan inicial: red recurrente supervisada</a:t>
            </a:r>
          </a:p>
        </p:txBody>
      </p:sp>
      <p:sp>
        <p:nvSpPr>
          <p:cNvPr id="7" name="TextBox 6"/>
          <p:cNvSpPr txBox="1"/>
          <p:nvPr/>
        </p:nvSpPr>
        <p:spPr>
          <a:xfrm>
            <a:off x="1188720" y="3383280"/>
            <a:ext cx="5486400" cy="640080"/>
          </a:xfrm>
          <a:prstGeom prst="rect">
            <a:avLst/>
          </a:prstGeom>
          <a:noFill/>
        </p:spPr>
        <p:txBody>
          <a:bodyPr wrap="square" anchor="t" lIns="0" rIns="0" tIns="0" bIns="0">
            <a:spAutoFit/>
          </a:bodyPr>
          <a:lstStyle/>
          <a:p>
            <a:pPr algn="l">
              <a:spcAft>
                <a:spcPts val="600"/>
              </a:spcAft>
            </a:pPr>
            <a:r>
              <a:rPr sz="1400" b="0">
                <a:solidFill>
                  <a:srgbClr val="1E1E1E"/>
                </a:solidFill>
              </a:rPr>
              <a:t>Necesita ciclos etiquetados como «fatigados»: no existen.</a:t>
            </a:r>
          </a:p>
        </p:txBody>
      </p:sp>
      <p:sp>
        <p:nvSpPr>
          <p:cNvPr id="8" name="Rectangle 7"/>
          <p:cNvSpPr/>
          <p:nvPr/>
        </p:nvSpPr>
        <p:spPr>
          <a:xfrm>
            <a:off x="905256" y="4206240"/>
            <a:ext cx="6035040" cy="265176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389120"/>
            <a:ext cx="5486400" cy="365760"/>
          </a:xfrm>
          <a:prstGeom prst="rect">
            <a:avLst/>
          </a:prstGeom>
          <a:noFill/>
        </p:spPr>
        <p:txBody>
          <a:bodyPr wrap="square" anchor="t" lIns="0" rIns="0" tIns="0" bIns="0">
            <a:spAutoFit/>
          </a:bodyPr>
          <a:lstStyle/>
          <a:p>
            <a:pPr algn="l">
              <a:spcAft>
                <a:spcPts val="600"/>
              </a:spcAft>
            </a:pPr>
            <a:r>
              <a:rPr sz="1600" b="1">
                <a:solidFill>
                  <a:srgbClr val="FFFFFF"/>
                </a:solidFill>
              </a:rPr>
              <a:t>Elegido: Isolation Forest (no supervisado)</a:t>
            </a:r>
          </a:p>
        </p:txBody>
      </p:sp>
      <p:sp>
        <p:nvSpPr>
          <p:cNvPr id="10" name="TextBox 9"/>
          <p:cNvSpPr txBox="1"/>
          <p:nvPr/>
        </p:nvSpPr>
        <p:spPr>
          <a:xfrm>
            <a:off x="1188720" y="4892040"/>
            <a:ext cx="5486400" cy="1920240"/>
          </a:xfrm>
          <a:prstGeom prst="rect">
            <a:avLst/>
          </a:prstGeom>
          <a:noFill/>
        </p:spPr>
        <p:txBody>
          <a:bodyPr wrap="square" anchor="t" lIns="0" rIns="0" tIns="0" bIns="0">
            <a:spAutoFit/>
          </a:bodyPr>
          <a:lstStyle/>
          <a:p>
            <a:pPr algn="l">
              <a:spcAft>
                <a:spcPts val="600"/>
              </a:spcAft>
            </a:pPr>
            <a:r>
              <a:rPr sz="1400" b="0">
                <a:solidFill>
                  <a:srgbClr val="FFFFFF"/>
                </a:solidFill>
              </a:rPr>
              <a:t>•  Se entrena solo con la fase fresca del propio nadador</a:t>
            </a:r>
          </a:p>
          <a:p>
            <a:pPr algn="l">
              <a:spcAft>
                <a:spcPts val="600"/>
              </a:spcAft>
            </a:pPr>
            <a:r>
              <a:rPr sz="1400" b="0">
                <a:solidFill>
                  <a:srgbClr val="FFFFFF"/>
                </a:solidFill>
              </a:rPr>
              <a:t>•  No supone ninguna distribución de los datos</a:t>
            </a:r>
          </a:p>
          <a:p>
            <a:pPr algn="l">
              <a:spcAft>
                <a:spcPts val="600"/>
              </a:spcAft>
            </a:pPr>
            <a:r>
              <a:rPr sz="1400" b="0">
                <a:solidFill>
                  <a:srgbClr val="FFFFFF"/>
                </a:solidFill>
              </a:rPr>
              <a:t>•  Coste lineal: viable en la CPU</a:t>
            </a:r>
          </a:p>
          <a:p>
            <a:pPr algn="l">
              <a:spcAft>
                <a:spcPts val="600"/>
              </a:spcAft>
            </a:pPr>
            <a:r>
              <a:rPr sz="1400" b="0">
                <a:solidFill>
                  <a:srgbClr val="FFFFFF"/>
                </a:solidFill>
              </a:rPr>
              <a:t>•  Admite SHAP exacto (TreeSHAP)</a:t>
            </a:r>
          </a:p>
        </p:txBody>
      </p:sp>
      <p:sp>
        <p:nvSpPr>
          <p:cNvPr id="11" name="TextBox 10"/>
          <p:cNvSpPr txBox="1"/>
          <p:nvPr/>
        </p:nvSpPr>
        <p:spPr>
          <a:xfrm>
            <a:off x="7315200" y="2743200"/>
            <a:ext cx="6400800" cy="365760"/>
          </a:xfrm>
          <a:prstGeom prst="rect">
            <a:avLst/>
          </a:prstGeom>
          <a:noFill/>
        </p:spPr>
        <p:txBody>
          <a:bodyPr wrap="square" anchor="t" lIns="0" rIns="0" tIns="0" bIns="0">
            <a:spAutoFit/>
          </a:bodyPr>
          <a:lstStyle/>
          <a:p>
            <a:pPr algn="l">
              <a:spcAft>
                <a:spcPts val="600"/>
              </a:spcAft>
            </a:pPr>
            <a:r>
              <a:rPr sz="1800" b="1">
                <a:solidFill>
                  <a:srgbClr val="FF3228"/>
                </a:solidFill>
              </a:rPr>
              <a:t>Cómo funciona</a:t>
            </a:r>
          </a:p>
        </p:txBody>
      </p:sp>
      <p:sp>
        <p:nvSpPr>
          <p:cNvPr id="12" name="TextBox 11"/>
          <p:cNvSpPr txBox="1"/>
          <p:nvPr/>
        </p:nvSpPr>
        <p:spPr>
          <a:xfrm>
            <a:off x="7315200" y="3200400"/>
            <a:ext cx="6400800" cy="640080"/>
          </a:xfrm>
          <a:prstGeom prst="rect">
            <a:avLst/>
          </a:prstGeom>
          <a:noFill/>
        </p:spPr>
        <p:txBody>
          <a:bodyPr wrap="square" anchor="t" lIns="0" rIns="0" tIns="0" bIns="0">
            <a:spAutoFit/>
          </a:bodyPr>
          <a:lstStyle/>
          <a:p>
            <a:pPr algn="l">
              <a:spcAft>
                <a:spcPts val="600"/>
              </a:spcAft>
            </a:pPr>
            <a:r>
              <a:rPr sz="1400" b="0">
                <a:solidFill>
                  <a:srgbClr val="1E1E1E"/>
                </a:solidFill>
              </a:rPr>
              <a:t>Los ciclos anómalos son escasos y distintos: se aíslan con menos cortes aleatorios que los normales.</a:t>
            </a:r>
          </a:p>
        </p:txBody>
      </p:sp>
      <p:sp>
        <p:nvSpPr>
          <p:cNvPr id="13" name="Rectangle 12"/>
          <p:cNvSpPr/>
          <p:nvPr/>
        </p:nvSpPr>
        <p:spPr>
          <a:xfrm>
            <a:off x="7315200" y="3886200"/>
            <a:ext cx="6400800" cy="8686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0" y="3886200"/>
            <a:ext cx="6400800" cy="548640"/>
          </a:xfrm>
          <a:prstGeom prst="rect">
            <a:avLst/>
          </a:prstGeom>
          <a:noFill/>
        </p:spPr>
        <p:txBody>
          <a:bodyPr wrap="square" anchor="ctr" lIns="0" rIns="0" tIns="0" bIns="0">
            <a:spAutoFit/>
          </a:bodyPr>
          <a:lstStyle/>
          <a:p>
            <a:pPr algn="ctr">
              <a:spcAft>
                <a:spcPts val="600"/>
              </a:spcAft>
            </a:pPr>
            <a:r>
              <a:rPr sz="2000" b="1">
                <a:solidFill>
                  <a:srgbClr val="FFFFFF"/>
                </a:solidFill>
              </a:rPr>
              <a:t>s(x, n) = 2^(−E[h(x)] / c(n))</a:t>
            </a:r>
          </a:p>
        </p:txBody>
      </p:sp>
      <p:sp>
        <p:nvSpPr>
          <p:cNvPr id="15" name="TextBox 14"/>
          <p:cNvSpPr txBox="1"/>
          <p:nvPr/>
        </p:nvSpPr>
        <p:spPr>
          <a:xfrm>
            <a:off x="7315200" y="4434840"/>
            <a:ext cx="6400800" cy="320040"/>
          </a:xfrm>
          <a:prstGeom prst="rect">
            <a:avLst/>
          </a:prstGeom>
          <a:noFill/>
        </p:spPr>
        <p:txBody>
          <a:bodyPr wrap="square" anchor="t" lIns="0" rIns="0" tIns="0" bIns="0">
            <a:spAutoFit/>
          </a:bodyPr>
          <a:lstStyle/>
          <a:p>
            <a:pPr algn="ctr">
              <a:spcAft>
                <a:spcPts val="600"/>
              </a:spcAft>
            </a:pPr>
            <a:r>
              <a:rPr sz="1100" b="0">
                <a:solidFill>
                  <a:srgbClr val="FFFFFF"/>
                </a:solidFill>
              </a:rPr>
              <a:t>h(x): cortes hasta aislar el ciclo · próximo a 1 = anómalo · &lt; 0,5 = normal</a:t>
            </a:r>
          </a:p>
        </p:txBody>
      </p:sp>
      <p:sp>
        <p:nvSpPr>
          <p:cNvPr id="16" name="TextBox 15"/>
          <p:cNvSpPr txBox="1"/>
          <p:nvPr/>
        </p:nvSpPr>
        <p:spPr>
          <a:xfrm>
            <a:off x="7315200" y="4937760"/>
            <a:ext cx="6400800" cy="365760"/>
          </a:xfrm>
          <a:prstGeom prst="rect">
            <a:avLst/>
          </a:prstGeom>
          <a:noFill/>
        </p:spPr>
        <p:txBody>
          <a:bodyPr wrap="square" anchor="t" lIns="0" rIns="0" tIns="0" bIns="0">
            <a:spAutoFit/>
          </a:bodyPr>
          <a:lstStyle/>
          <a:p>
            <a:pPr algn="l">
              <a:spcAft>
                <a:spcPts val="600"/>
              </a:spcAft>
            </a:pPr>
            <a:r>
              <a:rPr sz="1600" b="1">
                <a:solidFill>
                  <a:srgbClr val="1E1E1E"/>
                </a:solidFill>
              </a:rPr>
              <a:t>Configuración</a:t>
            </a:r>
          </a:p>
        </p:txBody>
      </p:sp>
      <p:sp>
        <p:nvSpPr>
          <p:cNvPr id="17" name="TextBox 16"/>
          <p:cNvSpPr txBox="1"/>
          <p:nvPr/>
        </p:nvSpPr>
        <p:spPr>
          <a:xfrm>
            <a:off x="7315200" y="5349240"/>
            <a:ext cx="6400800" cy="1554480"/>
          </a:xfrm>
          <a:prstGeom prst="rect">
            <a:avLst/>
          </a:prstGeom>
          <a:noFill/>
        </p:spPr>
        <p:txBody>
          <a:bodyPr wrap="square" anchor="t" lIns="0" rIns="0" tIns="0" bIns="0">
            <a:spAutoFit/>
          </a:bodyPr>
          <a:lstStyle/>
          <a:p>
            <a:pPr algn="l">
              <a:spcAft>
                <a:spcPts val="500"/>
              </a:spcAft>
            </a:pPr>
            <a:r>
              <a:rPr sz="1300" b="0">
                <a:solidFill>
                  <a:srgbClr val="1E1E1E"/>
                </a:solidFill>
              </a:rPr>
              <a:t>•  Variables estandarizadas con la fase base: z = (x − μ) / σ</a:t>
            </a:r>
          </a:p>
          <a:p>
            <a:pPr algn="l">
              <a:spcAft>
                <a:spcPts val="500"/>
              </a:spcAft>
            </a:pPr>
            <a:r>
              <a:rPr sz="1300" b="0">
                <a:solidFill>
                  <a:srgbClr val="1E1E1E"/>
                </a:solidFill>
              </a:rPr>
              <a:t>•  500 árboles · fase base = primer 30 % de los ciclos (mín. 5) · mínimo 8 ciclos</a:t>
            </a:r>
          </a:p>
          <a:p>
            <a:pPr algn="l">
              <a:spcAft>
                <a:spcPts val="500"/>
              </a:spcAft>
            </a:pPr>
            <a:r>
              <a:rPr sz="1300" b="0">
                <a:solidFill>
                  <a:srgbClr val="1E1E1E"/>
                </a:solidFill>
              </a:rPr>
              <a:t>•  Fuera las redundantes: velocidad (= SR · DPS), SI y potencia (∝ v³)</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0789920" cy="0"/>
          </a:xfrm>
        </p:spPr>
        <p:txBody>
          <a:bodyPr/>
          <a:lstStyle/>
          <a:p>
            <a:r>
              <a:rPr sz="3200"/>
              <a:t>Umbral e inicio: elegidos con datos</a:t>
            </a:r>
          </a:p>
        </p:txBody>
      </p:sp>
      <p:sp>
        <p:nvSpPr>
          <p:cNvPr id="4" name="Text Placeholder 3"/>
          <p:cNvSpPr>
            <a:spLocks noGrp="1"/>
          </p:cNvSpPr>
          <p:nvPr>
            <p:ph type="body" idx="18" sz="quarter"/>
          </p:nvPr>
        </p:nvSpPr>
        <p:spPr>
          <a:xfrm>
            <a:ext cx="12344400" cy="0"/>
          </a:xfrm>
        </p:spPr>
        <p:txBody>
          <a:bodyPr/>
          <a:lstStyle/>
          <a:p>
            <a:r>
              <a:t>Sensibilidad con fatiga programada entre t = 59 s y t = 81 s</a:t>
            </a:r>
          </a:p>
        </p:txBody>
      </p:sp>
      <p:graphicFrame>
        <p:nvGraphicFramePr>
          <p:cNvPr id="5" name="Table 4"/>
          <p:cNvGraphicFramePr>
            <a:graphicFrameLocks noGrp="1"/>
          </p:cNvGraphicFramePr>
          <p:nvPr/>
        </p:nvGraphicFramePr>
        <p:xfrm>
          <a:off x="905256" y="2743200"/>
          <a:ext cx="7223760" cy="2011680"/>
        </p:xfrm>
        <a:graphic>
          <a:graphicData uri="http://schemas.openxmlformats.org/drawingml/2006/table">
            <a:tbl>
              <a:tblPr firstRow="1" bandRow="1">
                <a:tableStyleId>{5C22544A-7EE6-4342-B048-85BDC9FD1C3A}</a:tableStyleId>
              </a:tblPr>
              <a:tblGrid>
                <a:gridCol w="2286000"/>
                <a:gridCol w="1463040"/>
                <a:gridCol w="1828800"/>
                <a:gridCol w="1645920"/>
              </a:tblGrid>
              <a:tr h="502920">
                <a:tc>
                  <a:txBody>
                    <a:bodyPr/>
                    <a:lstStyle/>
                    <a:p>
                      <a:r>
                        <a:rPr sz="1300" b="1">
                          <a:solidFill>
                            <a:srgbClr val="FFFFFF"/>
                          </a:solidFill>
                        </a:rPr>
                        <a:t>Percentil del umbral</a:t>
                      </a:r>
                    </a:p>
                  </a:txBody>
                  <a:tcPr marL="91440" marR="91440" marT="27432" marB="27432" anchor="ctr">
                    <a:solidFill>
                      <a:srgbClr val="FF3228"/>
                    </a:solidFill>
                  </a:tcPr>
                </a:tc>
                <a:tc>
                  <a:txBody>
                    <a:bodyPr/>
                    <a:lstStyle/>
                    <a:p>
                      <a:r>
                        <a:rPr sz="1300" b="1">
                          <a:solidFill>
                            <a:srgbClr val="FFFFFF"/>
                          </a:solidFill>
                        </a:rPr>
                        <a:t>Detección</a:t>
                      </a:r>
                    </a:p>
                  </a:txBody>
                  <a:tcPr marL="91440" marR="91440" marT="27432" marB="27432" anchor="ctr">
                    <a:solidFill>
                      <a:srgbClr val="FF3228"/>
                    </a:solidFill>
                  </a:tcPr>
                </a:tc>
                <a:tc>
                  <a:txBody>
                    <a:bodyPr/>
                    <a:lstStyle/>
                    <a:p>
                      <a:r>
                        <a:rPr sz="1300" b="1">
                          <a:solidFill>
                            <a:srgbClr val="FFFFFF"/>
                          </a:solidFill>
                        </a:rPr>
                        <a:t>Falsas alarmas</a:t>
                      </a:r>
                    </a:p>
                  </a:txBody>
                  <a:tcPr marL="91440" marR="91440" marT="27432" marB="27432" anchor="ctr">
                    <a:solidFill>
                      <a:srgbClr val="FF3228"/>
                    </a:solidFill>
                  </a:tcPr>
                </a:tc>
                <a:tc>
                  <a:txBody>
                    <a:bodyPr/>
                    <a:lstStyle/>
                    <a:p>
                      <a:r>
                        <a:rPr sz="1300" b="1">
                          <a:solidFill>
                            <a:srgbClr val="FFFFFF"/>
                          </a:solidFill>
                        </a:rPr>
                        <a:t>Inicio medio</a:t>
                      </a:r>
                    </a:p>
                  </a:txBody>
                  <a:tcPr marL="91440" marR="91440" marT="27432" marB="27432" anchor="ctr">
                    <a:solidFill>
                      <a:srgbClr val="FF3228"/>
                    </a:solidFill>
                  </a:tcPr>
                </a:tc>
              </a:tr>
              <a:tr h="502920">
                <a:tc>
                  <a:txBody>
                    <a:bodyPr/>
                    <a:lstStyle/>
                    <a:p>
                      <a:r>
                        <a:rPr sz="1300" b="0">
                          <a:solidFill>
                            <a:srgbClr val="1E1E1E"/>
                          </a:solidFill>
                        </a:rPr>
                        <a:t>90</a:t>
                      </a:r>
                    </a:p>
                  </a:txBody>
                  <a:tcPr marL="91440" marR="91440" marT="27432" marB="27432" anchor="ctr">
                    <a:solidFill>
                      <a:srgbClr val="FFFFFF"/>
                    </a:solidFill>
                  </a:tcPr>
                </a:tc>
                <a:tc>
                  <a:txBody>
                    <a:bodyPr/>
                    <a:lstStyle/>
                    <a:p>
                      <a:r>
                        <a:rPr sz="1300" b="0">
                          <a:solidFill>
                            <a:srgbClr val="1E1E1E"/>
                          </a:solidFill>
                        </a:rPr>
                        <a:t>100 %</a:t>
                      </a:r>
                    </a:p>
                  </a:txBody>
                  <a:tcPr marL="91440" marR="91440" marT="27432" marB="27432" anchor="ctr">
                    <a:solidFill>
                      <a:srgbClr val="FFFFFF"/>
                    </a:solidFill>
                  </a:tcPr>
                </a:tc>
                <a:tc>
                  <a:txBody>
                    <a:bodyPr/>
                    <a:lstStyle/>
                    <a:p>
                      <a:r>
                        <a:rPr sz="1300" b="0">
                          <a:solidFill>
                            <a:srgbClr val="1E1E1E"/>
                          </a:solidFill>
                        </a:rPr>
                        <a:t>30 %</a:t>
                      </a:r>
                    </a:p>
                  </a:txBody>
                  <a:tcPr marL="91440" marR="91440" marT="27432" marB="27432" anchor="ctr">
                    <a:solidFill>
                      <a:srgbClr val="FFFFFF"/>
                    </a:solidFill>
                  </a:tcPr>
                </a:tc>
                <a:tc>
                  <a:txBody>
                    <a:bodyPr/>
                    <a:lstStyle/>
                    <a:p>
                      <a:r>
                        <a:rPr sz="1300" b="0">
                          <a:solidFill>
                            <a:srgbClr val="1E1E1E"/>
                          </a:solidFill>
                        </a:rPr>
                        <a:t>64,1 s</a:t>
                      </a:r>
                    </a:p>
                  </a:txBody>
                  <a:tcPr marL="91440" marR="91440" marT="27432" marB="27432" anchor="ctr">
                    <a:solidFill>
                      <a:srgbClr val="FFFFFF"/>
                    </a:solidFill>
                  </a:tcPr>
                </a:tc>
              </a:tr>
              <a:tr h="502920">
                <a:tc>
                  <a:txBody>
                    <a:bodyPr/>
                    <a:lstStyle/>
                    <a:p>
                      <a:r>
                        <a:rPr sz="1300" b="1">
                          <a:solidFill>
                            <a:srgbClr val="1E1E1E"/>
                          </a:solidFill>
                        </a:rPr>
                        <a:t>95 (elegido)</a:t>
                      </a:r>
                    </a:p>
                  </a:txBody>
                  <a:tcPr marL="91440" marR="91440" marT="27432" marB="27432" anchor="ctr">
                    <a:solidFill>
                      <a:srgbClr val="FFAFAA"/>
                    </a:solidFill>
                  </a:tcPr>
                </a:tc>
                <a:tc>
                  <a:txBody>
                    <a:bodyPr/>
                    <a:lstStyle/>
                    <a:p>
                      <a:r>
                        <a:rPr sz="1300" b="1">
                          <a:solidFill>
                            <a:srgbClr val="1E1E1E"/>
                          </a:solidFill>
                        </a:rPr>
                        <a:t>100 %</a:t>
                      </a:r>
                    </a:p>
                  </a:txBody>
                  <a:tcPr marL="91440" marR="91440" marT="27432" marB="27432" anchor="ctr">
                    <a:solidFill>
                      <a:srgbClr val="FFAFAA"/>
                    </a:solidFill>
                  </a:tcPr>
                </a:tc>
                <a:tc>
                  <a:txBody>
                    <a:bodyPr/>
                    <a:lstStyle/>
                    <a:p>
                      <a:r>
                        <a:rPr sz="1300" b="1">
                          <a:solidFill>
                            <a:srgbClr val="1E1E1E"/>
                          </a:solidFill>
                        </a:rPr>
                        <a:t>10 %</a:t>
                      </a:r>
                    </a:p>
                  </a:txBody>
                  <a:tcPr marL="91440" marR="91440" marT="27432" marB="27432" anchor="ctr">
                    <a:solidFill>
                      <a:srgbClr val="FFAFAA"/>
                    </a:solidFill>
                  </a:tcPr>
                </a:tc>
                <a:tc>
                  <a:txBody>
                    <a:bodyPr/>
                    <a:lstStyle/>
                    <a:p>
                      <a:r>
                        <a:rPr sz="1300" b="1">
                          <a:solidFill>
                            <a:srgbClr val="1E1E1E"/>
                          </a:solidFill>
                        </a:rPr>
                        <a:t>70,5 s</a:t>
                      </a:r>
                    </a:p>
                  </a:txBody>
                  <a:tcPr marL="91440" marR="91440" marT="27432" marB="27432" anchor="ctr">
                    <a:solidFill>
                      <a:srgbClr val="FFAFAA"/>
                    </a:solidFill>
                  </a:tcPr>
                </a:tc>
              </a:tr>
              <a:tr h="502920">
                <a:tc>
                  <a:txBody>
                    <a:bodyPr/>
                    <a:lstStyle/>
                    <a:p>
                      <a:r>
                        <a:rPr sz="1300" b="0">
                          <a:solidFill>
                            <a:srgbClr val="1E1E1E"/>
                          </a:solidFill>
                        </a:rPr>
                        <a:t>99</a:t>
                      </a:r>
                    </a:p>
                  </a:txBody>
                  <a:tcPr marL="91440" marR="91440" marT="27432" marB="27432" anchor="ctr">
                    <a:solidFill>
                      <a:srgbClr val="FFFFFF"/>
                    </a:solidFill>
                  </a:tcPr>
                </a:tc>
                <a:tc>
                  <a:txBody>
                    <a:bodyPr/>
                    <a:lstStyle/>
                    <a:p>
                      <a:r>
                        <a:rPr sz="1300" b="0">
                          <a:solidFill>
                            <a:srgbClr val="1E1E1E"/>
                          </a:solidFill>
                        </a:rPr>
                        <a:t>60 %</a:t>
                      </a:r>
                    </a:p>
                  </a:txBody>
                  <a:tcPr marL="91440" marR="91440" marT="27432" marB="27432" anchor="ctr">
                    <a:solidFill>
                      <a:srgbClr val="FFFFFF"/>
                    </a:solidFill>
                  </a:tcPr>
                </a:tc>
                <a:tc>
                  <a:txBody>
                    <a:bodyPr/>
                    <a:lstStyle/>
                    <a:p>
                      <a:r>
                        <a:rPr sz="1300" b="0">
                          <a:solidFill>
                            <a:srgbClr val="1E1E1E"/>
                          </a:solidFill>
                        </a:rPr>
                        <a:t>0 %</a:t>
                      </a:r>
                    </a:p>
                  </a:txBody>
                  <a:tcPr marL="91440" marR="91440" marT="27432" marB="27432" anchor="ctr">
                    <a:solidFill>
                      <a:srgbClr val="FFFFFF"/>
                    </a:solidFill>
                  </a:tcPr>
                </a:tc>
                <a:tc>
                  <a:txBody>
                    <a:bodyPr/>
                    <a:lstStyle/>
                    <a:p>
                      <a:r>
                        <a:rPr sz="1300" b="0">
                          <a:solidFill>
                            <a:srgbClr val="1E1E1E"/>
                          </a:solidFill>
                        </a:rPr>
                        <a:t>80,5 s</a:t>
                      </a:r>
                    </a:p>
                  </a:txBody>
                  <a:tcPr marL="91440" marR="91440" marT="27432" marB="27432" anchor="ctr">
                    <a:solidFill>
                      <a:srgbClr val="FFFFFF"/>
                    </a:solidFill>
                  </a:tcPr>
                </a:tc>
              </a:tr>
            </a:tbl>
          </a:graphicData>
        </a:graphic>
      </p:graphicFrame>
      <p:sp>
        <p:nvSpPr>
          <p:cNvPr id="6" name="TextBox 5"/>
          <p:cNvSpPr txBox="1"/>
          <p:nvPr/>
        </p:nvSpPr>
        <p:spPr>
          <a:xfrm>
            <a:off x="905256" y="4892040"/>
            <a:ext cx="7223760" cy="365760"/>
          </a:xfrm>
          <a:prstGeom prst="rect">
            <a:avLst/>
          </a:prstGeom>
          <a:noFill/>
        </p:spPr>
        <p:txBody>
          <a:bodyPr wrap="square" anchor="t" lIns="0" rIns="0" tIns="0" bIns="0">
            <a:spAutoFit/>
          </a:bodyPr>
          <a:lstStyle/>
          <a:p>
            <a:pPr algn="l">
              <a:spcAft>
                <a:spcPts val="600"/>
              </a:spcAft>
            </a:pPr>
            <a:r>
              <a:rPr sz="1100" b="0">
                <a:solidFill>
                  <a:srgbClr val="504B4B"/>
                </a:solidFill>
              </a:rPr>
              <a:t>Fase base 30 % y k = 3 ciclos seguidos (configuración usada).</a:t>
            </a:r>
          </a:p>
        </p:txBody>
      </p:sp>
      <p:sp>
        <p:nvSpPr>
          <p:cNvPr id="7" name="TextBox 6"/>
          <p:cNvSpPr txBox="1"/>
          <p:nvPr/>
        </p:nvSpPr>
        <p:spPr>
          <a:xfrm>
            <a:off x="905256" y="5303520"/>
            <a:ext cx="7223760" cy="1463040"/>
          </a:xfrm>
          <a:prstGeom prst="rect">
            <a:avLst/>
          </a:prstGeom>
          <a:noFill/>
        </p:spPr>
        <p:txBody>
          <a:bodyPr wrap="square" anchor="t" lIns="0" rIns="0" tIns="0" bIns="0">
            <a:spAutoFit/>
          </a:bodyPr>
          <a:lstStyle/>
          <a:p>
            <a:pPr algn="l">
              <a:spcAft>
                <a:spcPts val="500"/>
              </a:spcAft>
            </a:pPr>
            <a:r>
              <a:rPr sz="1300" b="0">
                <a:solidFill>
                  <a:srgbClr val="1E1E1E"/>
                </a:solidFill>
              </a:rPr>
              <a:t>•  p90 avisa antes de tiempo; p99 llega tarde y pierde fatigas</a:t>
            </a:r>
          </a:p>
          <a:p>
            <a:pPr algn="l">
              <a:spcAft>
                <a:spcPts val="500"/>
              </a:spcAft>
            </a:pPr>
            <a:r>
              <a:rPr sz="1300" b="0">
                <a:solidFill>
                  <a:srgbClr val="1E1E1E"/>
                </a:solidFill>
              </a:rPr>
              <a:t>•  p95: inicio en 70,5 ± 5,0 s, centro de la transición</a:t>
            </a:r>
          </a:p>
          <a:p>
            <a:pPr algn="l">
              <a:spcAft>
                <a:spcPts val="500"/>
              </a:spcAft>
            </a:pPr>
            <a:r>
              <a:rPr sz="1300" b="0">
                <a:solidFill>
                  <a:srgbClr val="1E1E1E"/>
                </a:solidFill>
              </a:rPr>
              <a:t>•  La fase base y k influyen menos: subir k quita falsas alarmas y retrasa el aviso</a:t>
            </a:r>
          </a:p>
        </p:txBody>
      </p:sp>
      <p:sp>
        <p:nvSpPr>
          <p:cNvPr id="8" name="Rectangle 7"/>
          <p:cNvSpPr/>
          <p:nvPr/>
        </p:nvSpPr>
        <p:spPr>
          <a:xfrm>
            <a:off x="8503920" y="2743200"/>
            <a:ext cx="5212080" cy="406908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2926080"/>
            <a:ext cx="4663440" cy="457200"/>
          </a:xfrm>
          <a:prstGeom prst="rect">
            <a:avLst/>
          </a:prstGeom>
          <a:noFill/>
        </p:spPr>
        <p:txBody>
          <a:bodyPr wrap="square" anchor="t" lIns="0" rIns="0" tIns="0" bIns="0">
            <a:spAutoFit/>
          </a:bodyPr>
          <a:lstStyle/>
          <a:p>
            <a:pPr algn="l">
              <a:spcAft>
                <a:spcPts val="600"/>
              </a:spcAft>
            </a:pPr>
            <a:r>
              <a:rPr sz="1700" b="1">
                <a:solidFill>
                  <a:srgbClr val="FF3228"/>
                </a:solidFill>
              </a:rPr>
              <a:t>PELT: contraste independiente</a:t>
            </a:r>
          </a:p>
        </p:txBody>
      </p:sp>
      <p:sp>
        <p:nvSpPr>
          <p:cNvPr id="10" name="TextBox 9"/>
          <p:cNvSpPr txBox="1"/>
          <p:nvPr/>
        </p:nvSpPr>
        <p:spPr>
          <a:xfrm>
            <a:off x="8778240" y="3474720"/>
            <a:ext cx="4663440" cy="3291840"/>
          </a:xfrm>
          <a:prstGeom prst="rect">
            <a:avLst/>
          </a:prstGeom>
          <a:noFill/>
        </p:spPr>
        <p:txBody>
          <a:bodyPr wrap="square" anchor="t" lIns="0" rIns="0" tIns="0" bIns="0">
            <a:spAutoFit/>
          </a:bodyPr>
          <a:lstStyle/>
          <a:p>
            <a:pPr algn="l">
              <a:spcAft>
                <a:spcPts val="700"/>
              </a:spcAft>
            </a:pPr>
            <a:r>
              <a:rPr sz="1300" b="0">
                <a:solidFill>
                  <a:srgbClr val="1E1E1E"/>
                </a:solidFill>
              </a:rPr>
              <a:t>•  Busca los instantes en que cambia la serie de puntuaciones de anomalía</a:t>
            </a:r>
          </a:p>
          <a:p>
            <a:pPr algn="l">
              <a:spcAft>
                <a:spcPts val="700"/>
              </a:spcAft>
            </a:pPr>
            <a:r>
              <a:rPr sz="1300" b="0">
                <a:solidFill>
                  <a:srgbClr val="1E1E1E"/>
                </a:solidFill>
              </a:rPr>
              <a:t>•  Segmentación exacta en tiempo lineal (poda de candidatos)</a:t>
            </a:r>
          </a:p>
          <a:p>
            <a:pPr algn="l">
              <a:spcAft>
                <a:spcPts val="700"/>
              </a:spcAft>
            </a:pPr>
            <a:r>
              <a:rPr sz="1300" b="0">
                <a:solidFill>
                  <a:srgbClr val="1E1E1E"/>
                </a:solidFill>
              </a:rPr>
              <a:t>•  Coste L2 y penalización β = 2 ln n</a:t>
            </a:r>
          </a:p>
          <a:p>
            <a:pPr algn="l">
              <a:spcAft>
                <a:spcPts val="700"/>
              </a:spcAft>
            </a:pPr>
            <a:r>
              <a:rPr sz="1300" b="0">
                <a:solidFill>
                  <a:srgbClr val="1E1E1E"/>
                </a:solidFill>
              </a:rPr>
              <a:t>•  Secuencia de 90 s: Isolation Forest ciclo 35 (51,9 s); PELT ciclo 33 (49,4 s)</a:t>
            </a:r>
          </a:p>
          <a:p>
            <a:pPr algn="l">
              <a:spcAft>
                <a:spcPts val="700"/>
              </a:spcAft>
            </a:pPr>
            <a:r>
              <a:rPr sz="1300" b="0">
                <a:solidFill>
                  <a:srgbClr val="1E1E1E"/>
                </a:solidFill>
              </a:rPr>
              <a:t>•  Si coinciden, la detección se refuerza</a:t>
            </a:r>
          </a:p>
        </p:txBody>
      </p:sp>
      <p:sp>
        <p:nvSpPr>
          <p:cNvPr id="11" name="TextBox 10"/>
          <p:cNvSpPr txBox="1"/>
          <p:nvPr/>
        </p:nvSpPr>
        <p:spPr>
          <a:xfrm>
            <a:off x="905256" y="694944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Datos sintéticos (Tabla 12 de la memoria): 10 secuencias con fatiga y 10 sin fatiga por configuración.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0789920" cy="0"/>
          </a:xfrm>
        </p:spPr>
        <p:txBody>
          <a:bodyPr/>
          <a:lstStyle/>
          <a:p>
            <a:r>
              <a:rPr sz="3200"/>
              <a:t>TreeSHAP: cómo se explica cada ciclo</a:t>
            </a:r>
          </a:p>
        </p:txBody>
      </p:sp>
      <p:sp>
        <p:nvSpPr>
          <p:cNvPr id="4" name="Text Placeholder 3"/>
          <p:cNvSpPr>
            <a:spLocks noGrp="1"/>
          </p:cNvSpPr>
          <p:nvPr>
            <p:ph type="body" idx="18" sz="quarter"/>
          </p:nvPr>
        </p:nvSpPr>
        <p:spPr>
          <a:xfrm>
            <a:ext cx="12344400" cy="0"/>
          </a:xfrm>
        </p:spPr>
        <p:txBody>
          <a:bodyPr/>
          <a:lstStyle/>
          <a:p>
            <a:r>
              <a:t>Valores de Shapley exactos sobre el Isolation Forest</a:t>
            </a:r>
          </a:p>
        </p:txBody>
      </p:sp>
      <p:sp>
        <p:nvSpPr>
          <p:cNvPr id="5" name="Rectangle 4"/>
          <p:cNvSpPr/>
          <p:nvPr/>
        </p:nvSpPr>
        <p:spPr>
          <a:xfrm>
            <a:off x="905256" y="2743200"/>
            <a:ext cx="3931920" cy="329184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79576" y="3017520"/>
            <a:ext cx="3383279" cy="548640"/>
          </a:xfrm>
          <a:prstGeom prst="rect">
            <a:avLst/>
          </a:prstGeom>
          <a:noFill/>
        </p:spPr>
        <p:txBody>
          <a:bodyPr wrap="square" anchor="t" lIns="0" rIns="0" tIns="0" bIns="0">
            <a:spAutoFit/>
          </a:bodyPr>
          <a:lstStyle/>
          <a:p>
            <a:pPr algn="l">
              <a:spcAft>
                <a:spcPts val="600"/>
              </a:spcAft>
            </a:pPr>
            <a:r>
              <a:rPr sz="3000" b="1">
                <a:solidFill>
                  <a:srgbClr val="FF3228"/>
                </a:solidFill>
              </a:rPr>
              <a:t>01</a:t>
            </a:r>
          </a:p>
        </p:txBody>
      </p:sp>
      <p:sp>
        <p:nvSpPr>
          <p:cNvPr id="7" name="TextBox 6"/>
          <p:cNvSpPr txBox="1"/>
          <p:nvPr/>
        </p:nvSpPr>
        <p:spPr>
          <a:xfrm>
            <a:off x="1179576" y="3611879"/>
            <a:ext cx="3383279" cy="731520"/>
          </a:xfrm>
          <a:prstGeom prst="rect">
            <a:avLst/>
          </a:prstGeom>
          <a:noFill/>
        </p:spPr>
        <p:txBody>
          <a:bodyPr wrap="square" anchor="t" lIns="0" rIns="0" tIns="0" bIns="0">
            <a:spAutoFit/>
          </a:bodyPr>
          <a:lstStyle/>
          <a:p>
            <a:pPr algn="l">
              <a:spcAft>
                <a:spcPts val="600"/>
              </a:spcAft>
            </a:pPr>
            <a:r>
              <a:rPr sz="1800" b="1">
                <a:solidFill>
                  <a:srgbClr val="FF3228"/>
                </a:solidFill>
              </a:rPr>
              <a:t>Valores de Shapley</a:t>
            </a:r>
          </a:p>
        </p:txBody>
      </p:sp>
      <p:sp>
        <p:nvSpPr>
          <p:cNvPr id="8" name="TextBox 7"/>
          <p:cNvSpPr txBox="1"/>
          <p:nvPr/>
        </p:nvSpPr>
        <p:spPr>
          <a:xfrm>
            <a:off x="1179576" y="4297679"/>
            <a:ext cx="3383279" cy="1554480"/>
          </a:xfrm>
          <a:prstGeom prst="rect">
            <a:avLst/>
          </a:prstGeom>
          <a:noFill/>
        </p:spPr>
        <p:txBody>
          <a:bodyPr wrap="square" anchor="t" lIns="0" rIns="0" tIns="0" bIns="0">
            <a:spAutoFit/>
          </a:bodyPr>
          <a:lstStyle/>
          <a:p>
            <a:pPr algn="l">
              <a:spcAft>
                <a:spcPts val="600"/>
              </a:spcAft>
            </a:pPr>
            <a:r>
              <a:rPr sz="1400" b="0">
                <a:solidFill>
                  <a:srgbClr val="1E1E1E"/>
                </a:solidFill>
              </a:rPr>
              <a:t>Teoría de juegos: reparten la puntuación entre las variables de forma justa. Aditivos: f(x) = φ0 + Σ φj → explicación de un ciclo y de todo el nado.</a:t>
            </a:r>
          </a:p>
        </p:txBody>
      </p:sp>
      <p:sp>
        <p:nvSpPr>
          <p:cNvPr id="9" name="Rectangle 8"/>
          <p:cNvSpPr/>
          <p:nvPr/>
        </p:nvSpPr>
        <p:spPr>
          <a:xfrm>
            <a:off x="5120640" y="2743200"/>
            <a:ext cx="3931920" cy="329184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4959" y="3017520"/>
            <a:ext cx="3383279" cy="548640"/>
          </a:xfrm>
          <a:prstGeom prst="rect">
            <a:avLst/>
          </a:prstGeom>
          <a:noFill/>
        </p:spPr>
        <p:txBody>
          <a:bodyPr wrap="square" anchor="t" lIns="0" rIns="0" tIns="0" bIns="0">
            <a:spAutoFit/>
          </a:bodyPr>
          <a:lstStyle/>
          <a:p>
            <a:pPr algn="l">
              <a:spcAft>
                <a:spcPts val="600"/>
              </a:spcAft>
            </a:pPr>
            <a:r>
              <a:rPr sz="3000" b="1">
                <a:solidFill>
                  <a:srgbClr val="FF3228"/>
                </a:solidFill>
              </a:rPr>
              <a:t>02</a:t>
            </a:r>
          </a:p>
        </p:txBody>
      </p:sp>
      <p:sp>
        <p:nvSpPr>
          <p:cNvPr id="11" name="TextBox 10"/>
          <p:cNvSpPr txBox="1"/>
          <p:nvPr/>
        </p:nvSpPr>
        <p:spPr>
          <a:xfrm>
            <a:off x="5394959" y="3611879"/>
            <a:ext cx="3383279" cy="731520"/>
          </a:xfrm>
          <a:prstGeom prst="rect">
            <a:avLst/>
          </a:prstGeom>
          <a:noFill/>
        </p:spPr>
        <p:txBody>
          <a:bodyPr wrap="square" anchor="t" lIns="0" rIns="0" tIns="0" bIns="0">
            <a:spAutoFit/>
          </a:bodyPr>
          <a:lstStyle/>
          <a:p>
            <a:pPr algn="l">
              <a:spcAft>
                <a:spcPts val="600"/>
              </a:spcAft>
            </a:pPr>
            <a:r>
              <a:rPr sz="1800" b="1">
                <a:solidFill>
                  <a:srgbClr val="FF3228"/>
                </a:solidFill>
              </a:rPr>
              <a:t>TreeSHAP</a:t>
            </a:r>
          </a:p>
        </p:txBody>
      </p:sp>
      <p:sp>
        <p:nvSpPr>
          <p:cNvPr id="12" name="TextBox 11"/>
          <p:cNvSpPr txBox="1"/>
          <p:nvPr/>
        </p:nvSpPr>
        <p:spPr>
          <a:xfrm>
            <a:off x="5394959" y="4297679"/>
            <a:ext cx="3383279" cy="1554480"/>
          </a:xfrm>
          <a:prstGeom prst="rect">
            <a:avLst/>
          </a:prstGeom>
          <a:noFill/>
        </p:spPr>
        <p:txBody>
          <a:bodyPr wrap="square" anchor="t" lIns="0" rIns="0" tIns="0" bIns="0">
            <a:spAutoFit/>
          </a:bodyPr>
          <a:lstStyle/>
          <a:p>
            <a:pPr algn="l">
              <a:spcAft>
                <a:spcPts val="600"/>
              </a:spcAft>
            </a:pPr>
            <a:r>
              <a:rPr sz="1400" b="0">
                <a:solidFill>
                  <a:srgbClr val="1E1E1E"/>
                </a:solidFill>
              </a:rPr>
              <a:t>Valores exactos en tiempo polinómico para modelos de árboles: sirve para Isolation Forest y para el bosque aleatorio.</a:t>
            </a:r>
          </a:p>
        </p:txBody>
      </p:sp>
      <p:sp>
        <p:nvSpPr>
          <p:cNvPr id="13" name="Rectangle 12"/>
          <p:cNvSpPr/>
          <p:nvPr/>
        </p:nvSpPr>
        <p:spPr>
          <a:xfrm>
            <a:off x="9336024" y="2743200"/>
            <a:ext cx="3931920" cy="329184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10344" y="3017520"/>
            <a:ext cx="3383279" cy="548640"/>
          </a:xfrm>
          <a:prstGeom prst="rect">
            <a:avLst/>
          </a:prstGeom>
          <a:noFill/>
        </p:spPr>
        <p:txBody>
          <a:bodyPr wrap="square" anchor="t" lIns="0" rIns="0" tIns="0" bIns="0">
            <a:spAutoFit/>
          </a:bodyPr>
          <a:lstStyle/>
          <a:p>
            <a:pPr algn="l">
              <a:spcAft>
                <a:spcPts val="600"/>
              </a:spcAft>
            </a:pPr>
            <a:r>
              <a:rPr sz="3000" b="1">
                <a:solidFill>
                  <a:srgbClr val="FF3228"/>
                </a:solidFill>
              </a:rPr>
              <a:t>03</a:t>
            </a:r>
          </a:p>
        </p:txBody>
      </p:sp>
      <p:sp>
        <p:nvSpPr>
          <p:cNvPr id="15" name="TextBox 14"/>
          <p:cNvSpPr txBox="1"/>
          <p:nvPr/>
        </p:nvSpPr>
        <p:spPr>
          <a:xfrm>
            <a:off x="9610344" y="3611879"/>
            <a:ext cx="3383279" cy="731520"/>
          </a:xfrm>
          <a:prstGeom prst="rect">
            <a:avLst/>
          </a:prstGeom>
          <a:noFill/>
        </p:spPr>
        <p:txBody>
          <a:bodyPr wrap="square" anchor="t" lIns="0" rIns="0" tIns="0" bIns="0">
            <a:spAutoFit/>
          </a:bodyPr>
          <a:lstStyle/>
          <a:p>
            <a:pPr algn="l">
              <a:spcAft>
                <a:spcPts val="600"/>
              </a:spcAft>
            </a:pPr>
            <a:r>
              <a:rPr sz="1800" b="1">
                <a:solidFill>
                  <a:srgbClr val="FF3228"/>
                </a:solidFill>
              </a:rPr>
              <a:t>Controles</a:t>
            </a:r>
          </a:p>
        </p:txBody>
      </p:sp>
      <p:sp>
        <p:nvSpPr>
          <p:cNvPr id="16" name="TextBox 15"/>
          <p:cNvSpPr txBox="1"/>
          <p:nvPr/>
        </p:nvSpPr>
        <p:spPr>
          <a:xfrm>
            <a:off x="9610344" y="4297679"/>
            <a:ext cx="3383279" cy="1554480"/>
          </a:xfrm>
          <a:prstGeom prst="rect">
            <a:avLst/>
          </a:prstGeom>
          <a:noFill/>
        </p:spPr>
        <p:txBody>
          <a:bodyPr wrap="square" anchor="t" lIns="0" rIns="0" tIns="0" bIns="0">
            <a:spAutoFit/>
          </a:bodyPr>
          <a:lstStyle/>
          <a:p>
            <a:pPr algn="l">
              <a:spcAft>
                <a:spcPts val="600"/>
              </a:spcAft>
            </a:pPr>
            <a:r>
              <a:rPr sz="1400" b="0">
                <a:solidFill>
                  <a:srgbClr val="1E1E1E"/>
                </a:solidFill>
              </a:rPr>
              <a:t>Signo invertido: positivo = acerca a la fatiga. Correlación entre la suma SHAP y la puntuación en cada ejecución (0,999 en la secuencia de 90 s).</a:t>
            </a:r>
          </a:p>
        </p:txBody>
      </p:sp>
      <p:sp>
        <p:nvSpPr>
          <p:cNvPr id="17" name="TextBox 16"/>
          <p:cNvSpPr txBox="1"/>
          <p:nvPr/>
        </p:nvSpPr>
        <p:spPr>
          <a:xfrm>
            <a:off x="905256" y="6263640"/>
            <a:ext cx="12801600" cy="640080"/>
          </a:xfrm>
          <a:prstGeom prst="rect">
            <a:avLst/>
          </a:prstGeom>
          <a:noFill/>
        </p:spPr>
        <p:txBody>
          <a:bodyPr wrap="square" anchor="t" lIns="0" rIns="0" tIns="0" bIns="0">
            <a:spAutoFit/>
          </a:bodyPr>
          <a:lstStyle/>
          <a:p>
            <a:pPr algn="l">
              <a:spcAft>
                <a:spcPts val="600"/>
              </a:spcAft>
            </a:pPr>
            <a:r>
              <a:rPr sz="1400" b="1">
                <a:solidFill>
                  <a:srgbClr val="FF3228"/>
                </a:solidFill>
              </a:rPr>
              <a:t>Salida para el entrenador: </a:t>
            </a:r>
            <a:r>
              <a:rPr sz="1400" b="0">
                <a:solidFill>
                  <a:srgbClr val="1E1E1E"/>
                </a:solidFill>
              </a:rPr>
              <a:t>las 4 variables con más contribución y su cambio respecto a la fase fresca. Sin variables redundantes, para que la atribución no se reparta entre medidas equivalentes.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0789920" cy="0"/>
          </a:xfrm>
        </p:spPr>
        <p:txBody>
          <a:bodyPr/>
          <a:lstStyle/>
          <a:p>
            <a:r>
              <a:rPr sz="3200"/>
              <a:t>Estilo: del modelo supervisado a reglas</a:t>
            </a:r>
          </a:p>
        </p:txBody>
      </p:sp>
      <p:sp>
        <p:nvSpPr>
          <p:cNvPr id="4" name="Text Placeholder 3"/>
          <p:cNvSpPr>
            <a:spLocks noGrp="1"/>
          </p:cNvSpPr>
          <p:nvPr>
            <p:ph type="body" idx="18" sz="quarter"/>
          </p:nvPr>
        </p:nvSpPr>
        <p:spPr>
          <a:xfrm>
            <a:ext cx="12344400" cy="0"/>
          </a:xfrm>
        </p:spPr>
        <p:txBody>
          <a:bodyPr/>
          <a:lstStyle/>
          <a:p>
            <a:r>
              <a:t>El 100 % con datos sintéticos no se mantenía con nadadores reales</a:t>
            </a:r>
          </a:p>
        </p:txBody>
      </p:sp>
      <p:sp>
        <p:nvSpPr>
          <p:cNvPr id="5" name="Rectangle 4"/>
          <p:cNvSpPr/>
          <p:nvPr/>
        </p:nvSpPr>
        <p:spPr>
          <a:xfrm>
            <a:off x="905256" y="2743200"/>
            <a:ext cx="3931920" cy="356616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79576" y="3017520"/>
            <a:ext cx="3383279" cy="548640"/>
          </a:xfrm>
          <a:prstGeom prst="rect">
            <a:avLst/>
          </a:prstGeom>
          <a:noFill/>
        </p:spPr>
        <p:txBody>
          <a:bodyPr wrap="square" anchor="t" lIns="0" rIns="0" tIns="0" bIns="0">
            <a:spAutoFit/>
          </a:bodyPr>
          <a:lstStyle/>
          <a:p>
            <a:pPr algn="l">
              <a:spcAft>
                <a:spcPts val="600"/>
              </a:spcAft>
            </a:pPr>
            <a:r>
              <a:rPr sz="3000" b="1">
                <a:solidFill>
                  <a:srgbClr val="FF3228"/>
                </a:solidFill>
              </a:rPr>
              <a:t>01</a:t>
            </a:r>
          </a:p>
        </p:txBody>
      </p:sp>
      <p:sp>
        <p:nvSpPr>
          <p:cNvPr id="7" name="TextBox 6"/>
          <p:cNvSpPr txBox="1"/>
          <p:nvPr/>
        </p:nvSpPr>
        <p:spPr>
          <a:xfrm>
            <a:off x="1179576" y="3611879"/>
            <a:ext cx="3383279" cy="731520"/>
          </a:xfrm>
          <a:prstGeom prst="rect">
            <a:avLst/>
          </a:prstGeom>
          <a:noFill/>
        </p:spPr>
        <p:txBody>
          <a:bodyPr wrap="square" anchor="t" lIns="0" rIns="0" tIns="0" bIns="0">
            <a:spAutoFit/>
          </a:bodyPr>
          <a:lstStyle/>
          <a:p>
            <a:pPr algn="l">
              <a:spcAft>
                <a:spcPts val="600"/>
              </a:spcAft>
            </a:pPr>
            <a:r>
              <a:rPr sz="1800" b="1">
                <a:solidFill>
                  <a:srgbClr val="FF3228"/>
                </a:solidFill>
              </a:rPr>
              <a:t>XGBoost</a:t>
            </a:r>
          </a:p>
        </p:txBody>
      </p:sp>
      <p:sp>
        <p:nvSpPr>
          <p:cNvPr id="8" name="TextBox 7"/>
          <p:cNvSpPr txBox="1"/>
          <p:nvPr/>
        </p:nvSpPr>
        <p:spPr>
          <a:xfrm>
            <a:off x="1179576" y="4297679"/>
            <a:ext cx="3383279" cy="1828800"/>
          </a:xfrm>
          <a:prstGeom prst="rect">
            <a:avLst/>
          </a:prstGeom>
          <a:noFill/>
        </p:spPr>
        <p:txBody>
          <a:bodyPr wrap="square" anchor="t" lIns="0" rIns="0" tIns="0" bIns="0">
            <a:spAutoFit/>
          </a:bodyPr>
          <a:lstStyle/>
          <a:p>
            <a:pPr algn="l">
              <a:spcAft>
                <a:spcPts val="600"/>
              </a:spcAft>
            </a:pPr>
            <a:r>
              <a:rPr sz="1400" b="0">
                <a:solidFill>
                  <a:srgbClr val="1E1E1E"/>
                </a:solidFill>
              </a:rPr>
              <a:t>Boosting: árboles en secuencia que corrigen al anterior. Se sustituyó por un modelo más sencillo y con SHAP exacto.</a:t>
            </a:r>
          </a:p>
        </p:txBody>
      </p:sp>
      <p:sp>
        <p:nvSpPr>
          <p:cNvPr id="9" name="Rectangle 8"/>
          <p:cNvSpPr/>
          <p:nvPr/>
        </p:nvSpPr>
        <p:spPr>
          <a:xfrm>
            <a:off x="5120640" y="2743200"/>
            <a:ext cx="3931920" cy="3566160"/>
          </a:xfrm>
          <a:prstGeom prst="rect">
            <a:avLst/>
          </a:prstGeom>
          <a:solidFill>
            <a:srgbClr val="EE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4959" y="3017520"/>
            <a:ext cx="3383279" cy="548640"/>
          </a:xfrm>
          <a:prstGeom prst="rect">
            <a:avLst/>
          </a:prstGeom>
          <a:noFill/>
        </p:spPr>
        <p:txBody>
          <a:bodyPr wrap="square" anchor="t" lIns="0" rIns="0" tIns="0" bIns="0">
            <a:spAutoFit/>
          </a:bodyPr>
          <a:lstStyle/>
          <a:p>
            <a:pPr algn="l">
              <a:spcAft>
                <a:spcPts val="600"/>
              </a:spcAft>
            </a:pPr>
            <a:r>
              <a:rPr sz="3000" b="1">
                <a:solidFill>
                  <a:srgbClr val="FF3228"/>
                </a:solidFill>
              </a:rPr>
              <a:t>02</a:t>
            </a:r>
          </a:p>
        </p:txBody>
      </p:sp>
      <p:sp>
        <p:nvSpPr>
          <p:cNvPr id="11" name="TextBox 10"/>
          <p:cNvSpPr txBox="1"/>
          <p:nvPr/>
        </p:nvSpPr>
        <p:spPr>
          <a:xfrm>
            <a:off x="5394959" y="3611879"/>
            <a:ext cx="3383279" cy="731520"/>
          </a:xfrm>
          <a:prstGeom prst="rect">
            <a:avLst/>
          </a:prstGeom>
          <a:noFill/>
        </p:spPr>
        <p:txBody>
          <a:bodyPr wrap="square" anchor="t" lIns="0" rIns="0" tIns="0" bIns="0">
            <a:spAutoFit/>
          </a:bodyPr>
          <a:lstStyle/>
          <a:p>
            <a:pPr algn="l">
              <a:spcAft>
                <a:spcPts val="600"/>
              </a:spcAft>
            </a:pPr>
            <a:r>
              <a:rPr sz="1800" b="1">
                <a:solidFill>
                  <a:srgbClr val="FF3228"/>
                </a:solidFill>
              </a:rPr>
              <a:t>Bosque aleatorio</a:t>
            </a:r>
          </a:p>
        </p:txBody>
      </p:sp>
      <p:sp>
        <p:nvSpPr>
          <p:cNvPr id="12" name="TextBox 11"/>
          <p:cNvSpPr txBox="1"/>
          <p:nvPr/>
        </p:nvSpPr>
        <p:spPr>
          <a:xfrm>
            <a:off x="5394959" y="4297679"/>
            <a:ext cx="3383279" cy="1828800"/>
          </a:xfrm>
          <a:prstGeom prst="rect">
            <a:avLst/>
          </a:prstGeom>
          <a:noFill/>
        </p:spPr>
        <p:txBody>
          <a:bodyPr wrap="square" anchor="t" lIns="0" rIns="0" tIns="0" bIns="0">
            <a:spAutoFit/>
          </a:bodyPr>
          <a:lstStyle/>
          <a:p>
            <a:pPr algn="l">
              <a:spcAft>
                <a:spcPts val="600"/>
              </a:spcAft>
            </a:pPr>
            <a:r>
              <a:rPr sz="1400" b="0">
                <a:solidFill>
                  <a:srgbClr val="1E1E1E"/>
                </a:solidFill>
              </a:rPr>
              <a:t>300 árboles, ventanas de 4 s, GroupKFold por vídeo. Sintéticos: 100 %. Reales: 45,5 % dejando un vídeo fuera (base 36,4 %) y 9,1 % dejando fuera un participante → aprendía al nadador.</a:t>
            </a:r>
          </a:p>
        </p:txBody>
      </p:sp>
      <p:sp>
        <p:nvSpPr>
          <p:cNvPr id="13" name="Rectangle 12"/>
          <p:cNvSpPr/>
          <p:nvPr/>
        </p:nvSpPr>
        <p:spPr>
          <a:xfrm>
            <a:off x="9336024" y="2743200"/>
            <a:ext cx="3931920" cy="356616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10344" y="3017520"/>
            <a:ext cx="3383279" cy="548640"/>
          </a:xfrm>
          <a:prstGeom prst="rect">
            <a:avLst/>
          </a:prstGeom>
          <a:noFill/>
        </p:spPr>
        <p:txBody>
          <a:bodyPr wrap="square" anchor="t" lIns="0" rIns="0" tIns="0" bIns="0">
            <a:spAutoFit/>
          </a:bodyPr>
          <a:lstStyle/>
          <a:p>
            <a:pPr algn="l">
              <a:spcAft>
                <a:spcPts val="600"/>
              </a:spcAft>
            </a:pPr>
            <a:r>
              <a:rPr sz="3000" b="1">
                <a:solidFill>
                  <a:srgbClr val="FFFFFF"/>
                </a:solidFill>
              </a:rPr>
              <a:t>03</a:t>
            </a:r>
          </a:p>
        </p:txBody>
      </p:sp>
      <p:sp>
        <p:nvSpPr>
          <p:cNvPr id="15" name="TextBox 14"/>
          <p:cNvSpPr txBox="1"/>
          <p:nvPr/>
        </p:nvSpPr>
        <p:spPr>
          <a:xfrm>
            <a:off x="9610344" y="3611879"/>
            <a:ext cx="3383279" cy="731520"/>
          </a:xfrm>
          <a:prstGeom prst="rect">
            <a:avLst/>
          </a:prstGeom>
          <a:noFill/>
        </p:spPr>
        <p:txBody>
          <a:bodyPr wrap="square" anchor="t" lIns="0" rIns="0" tIns="0" bIns="0">
            <a:spAutoFit/>
          </a:bodyPr>
          <a:lstStyle/>
          <a:p>
            <a:pPr algn="l">
              <a:spcAft>
                <a:spcPts val="600"/>
              </a:spcAft>
            </a:pPr>
            <a:r>
              <a:rPr sz="1800" b="1">
                <a:solidFill>
                  <a:srgbClr val="FFFFFF"/>
                </a:solidFill>
              </a:rPr>
              <a:t>Reglas biomecánicas</a:t>
            </a:r>
          </a:p>
        </p:txBody>
      </p:sp>
      <p:sp>
        <p:nvSpPr>
          <p:cNvPr id="16" name="TextBox 15"/>
          <p:cNvSpPr txBox="1"/>
          <p:nvPr/>
        </p:nvSpPr>
        <p:spPr>
          <a:xfrm>
            <a:off x="9610344" y="4297679"/>
            <a:ext cx="3383279" cy="1828800"/>
          </a:xfrm>
          <a:prstGeom prst="rect">
            <a:avLst/>
          </a:prstGeom>
          <a:noFill/>
        </p:spPr>
        <p:txBody>
          <a:bodyPr wrap="square" anchor="t" lIns="0" rIns="0" tIns="0" bIns="0">
            <a:spAutoFit/>
          </a:bodyPr>
          <a:lstStyle/>
          <a:p>
            <a:pPr algn="l">
              <a:spcAft>
                <a:spcPts val="600"/>
              </a:spcAft>
            </a:pPr>
            <a:r>
              <a:rPr sz="1400" b="0">
                <a:solidFill>
                  <a:srgbClr val="FFFFFF"/>
                </a:solidFill>
              </a:rPr>
              <a:t>Sin entrenamiento. Correlación de las manos (0,65 lateral / 0,20 frontal) → alternos o simultáneos; nariz respecto a hombros → braza o espalda. Familia 12/13 reales; estilo 9/13; sintéticos 81 %.</a:t>
            </a:r>
          </a:p>
        </p:txBody>
      </p:sp>
      <p:sp>
        <p:nvSpPr>
          <p:cNvPr id="17" name="TextBox 16"/>
          <p:cNvSpPr txBox="1"/>
          <p:nvPr/>
        </p:nvSpPr>
        <p:spPr>
          <a:xfrm>
            <a:off x="905256" y="653796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Umbrales fijados con los vídeos reales: la exactitud real es optimista. De frente no distingue mariposa de braza. La familia basta para contar ciclos (2 o 1 brazadas).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0789920" cy="0"/>
          </a:xfrm>
        </p:spPr>
        <p:txBody>
          <a:bodyPr/>
          <a:lstStyle/>
          <a:p>
            <a:r>
              <a:rPr sz="3200"/>
              <a:t>Validación con referencia conocida</a:t>
            </a:r>
          </a:p>
        </p:txBody>
      </p:sp>
      <p:sp>
        <p:nvSpPr>
          <p:cNvPr id="4" name="Text Placeholder 3"/>
          <p:cNvSpPr>
            <a:spLocks noGrp="1"/>
          </p:cNvSpPr>
          <p:nvPr>
            <p:ph type="body" idx="18" sz="quarter"/>
          </p:nvPr>
        </p:nvSpPr>
        <p:spPr>
          <a:xfrm>
            <a:ext cx="12344400" cy="0"/>
          </a:xfrm>
        </p:spPr>
        <p:txBody>
          <a:bodyPr/>
          <a:lstStyle/>
          <a:p>
            <a:r>
              <a:t>Datos sintéticos: se sabe exactamente cuándo empieza la fatiga</a:t>
            </a:r>
          </a:p>
        </p:txBody>
      </p:sp>
      <p:sp>
        <p:nvSpPr>
          <p:cNvPr id="5" name="TextBox 4"/>
          <p:cNvSpPr txBox="1"/>
          <p:nvPr/>
        </p:nvSpPr>
        <p:spPr>
          <a:xfrm>
            <a:off x="905256" y="2926080"/>
            <a:ext cx="2194560" cy="777240"/>
          </a:xfrm>
          <a:prstGeom prst="rect">
            <a:avLst/>
          </a:prstGeom>
          <a:noFill/>
        </p:spPr>
        <p:txBody>
          <a:bodyPr wrap="square" anchor="t" lIns="0" rIns="0" tIns="0" bIns="0">
            <a:spAutoFit/>
          </a:bodyPr>
          <a:lstStyle/>
          <a:p>
            <a:pPr algn="l">
              <a:spcAft>
                <a:spcPts val="600"/>
              </a:spcAft>
            </a:pPr>
            <a:r>
              <a:rPr sz="3400" b="1">
                <a:solidFill>
                  <a:srgbClr val="FF3228"/>
                </a:solidFill>
              </a:rPr>
              <a:t>4,7 %</a:t>
            </a:r>
          </a:p>
        </p:txBody>
      </p:sp>
      <p:sp>
        <p:nvSpPr>
          <p:cNvPr id="6" name="TextBox 5"/>
          <p:cNvSpPr txBox="1"/>
          <p:nvPr/>
        </p:nvSpPr>
        <p:spPr>
          <a:xfrm>
            <a:off x="905256" y="3749040"/>
            <a:ext cx="2194560" cy="822960"/>
          </a:xfrm>
          <a:prstGeom prst="rect">
            <a:avLst/>
          </a:prstGeom>
          <a:noFill/>
        </p:spPr>
        <p:txBody>
          <a:bodyPr wrap="square" anchor="t" lIns="0" rIns="0" tIns="0" bIns="0">
            <a:spAutoFit/>
          </a:bodyPr>
          <a:lstStyle/>
          <a:p>
            <a:pPr algn="l">
              <a:spcAft>
                <a:spcPts val="600"/>
              </a:spcAft>
            </a:pPr>
            <a:r>
              <a:rPr sz="1300" b="0">
                <a:solidFill>
                  <a:srgbClr val="1E1E1E"/>
                </a:solidFill>
              </a:rPr>
              <a:t>error mediano en la frecuencia de ciclo</a:t>
            </a:r>
          </a:p>
        </p:txBody>
      </p:sp>
      <p:sp>
        <p:nvSpPr>
          <p:cNvPr id="7" name="TextBox 6"/>
          <p:cNvSpPr txBox="1"/>
          <p:nvPr/>
        </p:nvSpPr>
        <p:spPr>
          <a:xfrm>
            <a:off x="3282696" y="2926080"/>
            <a:ext cx="2194560" cy="777240"/>
          </a:xfrm>
          <a:prstGeom prst="rect">
            <a:avLst/>
          </a:prstGeom>
          <a:noFill/>
        </p:spPr>
        <p:txBody>
          <a:bodyPr wrap="square" anchor="t" lIns="0" rIns="0" tIns="0" bIns="0">
            <a:spAutoFit/>
          </a:bodyPr>
          <a:lstStyle/>
          <a:p>
            <a:pPr algn="l">
              <a:spcAft>
                <a:spcPts val="600"/>
              </a:spcAft>
            </a:pPr>
            <a:r>
              <a:rPr sz="3400" b="1">
                <a:solidFill>
                  <a:srgbClr val="FF3228"/>
                </a:solidFill>
              </a:rPr>
              <a:t>1,3 %</a:t>
            </a:r>
          </a:p>
        </p:txBody>
      </p:sp>
      <p:sp>
        <p:nvSpPr>
          <p:cNvPr id="8" name="TextBox 7"/>
          <p:cNvSpPr txBox="1"/>
          <p:nvPr/>
        </p:nvSpPr>
        <p:spPr>
          <a:xfrm>
            <a:off x="3282696" y="3749040"/>
            <a:ext cx="2194560" cy="822960"/>
          </a:xfrm>
          <a:prstGeom prst="rect">
            <a:avLst/>
          </a:prstGeom>
          <a:noFill/>
        </p:spPr>
        <p:txBody>
          <a:bodyPr wrap="square" anchor="t" lIns="0" rIns="0" tIns="0" bIns="0">
            <a:spAutoFit/>
          </a:bodyPr>
          <a:lstStyle/>
          <a:p>
            <a:pPr algn="l">
              <a:spcAft>
                <a:spcPts val="600"/>
              </a:spcAft>
            </a:pPr>
            <a:r>
              <a:rPr sz="1300" b="0">
                <a:solidFill>
                  <a:srgbClr val="1E1E1E"/>
                </a:solidFill>
              </a:rPr>
              <a:t>error mediano en la velocidad</a:t>
            </a:r>
          </a:p>
        </p:txBody>
      </p:sp>
      <p:sp>
        <p:nvSpPr>
          <p:cNvPr id="9" name="TextBox 8"/>
          <p:cNvSpPr txBox="1"/>
          <p:nvPr/>
        </p:nvSpPr>
        <p:spPr>
          <a:xfrm>
            <a:off x="5660136" y="2926080"/>
            <a:ext cx="2194560" cy="777240"/>
          </a:xfrm>
          <a:prstGeom prst="rect">
            <a:avLst/>
          </a:prstGeom>
          <a:noFill/>
        </p:spPr>
        <p:txBody>
          <a:bodyPr wrap="square" anchor="t" lIns="0" rIns="0" tIns="0" bIns="0">
            <a:spAutoFit/>
          </a:bodyPr>
          <a:lstStyle/>
          <a:p>
            <a:pPr algn="l">
              <a:spcAft>
                <a:spcPts val="600"/>
              </a:spcAft>
            </a:pPr>
            <a:r>
              <a:rPr sz="3400" b="1">
                <a:solidFill>
                  <a:srgbClr val="FF3228"/>
                </a:solidFill>
              </a:rPr>
              <a:t>4,3 %</a:t>
            </a:r>
          </a:p>
        </p:txBody>
      </p:sp>
      <p:sp>
        <p:nvSpPr>
          <p:cNvPr id="10" name="TextBox 9"/>
          <p:cNvSpPr txBox="1"/>
          <p:nvPr/>
        </p:nvSpPr>
        <p:spPr>
          <a:xfrm>
            <a:off x="5660136" y="3749040"/>
            <a:ext cx="2194560" cy="822960"/>
          </a:xfrm>
          <a:prstGeom prst="rect">
            <a:avLst/>
          </a:prstGeom>
          <a:noFill/>
        </p:spPr>
        <p:txBody>
          <a:bodyPr wrap="square" anchor="t" lIns="0" rIns="0" tIns="0" bIns="0">
            <a:spAutoFit/>
          </a:bodyPr>
          <a:lstStyle/>
          <a:p>
            <a:pPr algn="l">
              <a:spcAft>
                <a:spcPts val="600"/>
              </a:spcAft>
            </a:pPr>
            <a:r>
              <a:rPr sz="1300" b="0">
                <a:solidFill>
                  <a:srgbClr val="1E1E1E"/>
                </a:solidFill>
              </a:rPr>
              <a:t>error mediano en la distancia por ciclo</a:t>
            </a:r>
          </a:p>
        </p:txBody>
      </p:sp>
      <p:sp>
        <p:nvSpPr>
          <p:cNvPr id="11" name="Rectangle 10"/>
          <p:cNvSpPr/>
          <p:nvPr/>
        </p:nvSpPr>
        <p:spPr>
          <a:xfrm>
            <a:off x="905256" y="4846320"/>
            <a:ext cx="6766560" cy="2011680"/>
          </a:xfrm>
          <a:prstGeom prst="rect">
            <a:avLst/>
          </a:prstGeom>
          <a:solidFill>
            <a:srgbClr val="FF32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5029200"/>
            <a:ext cx="3017520" cy="1737360"/>
          </a:xfrm>
          <a:prstGeom prst="rect">
            <a:avLst/>
          </a:prstGeom>
          <a:noFill/>
        </p:spPr>
        <p:txBody>
          <a:bodyPr wrap="square" anchor="t" lIns="0" rIns="0" tIns="0" bIns="0">
            <a:spAutoFit/>
          </a:bodyPr>
          <a:lstStyle/>
          <a:p>
            <a:pPr algn="l">
              <a:spcAft>
                <a:spcPts val="600"/>
              </a:spcAft>
            </a:pPr>
            <a:r>
              <a:rPr sz="4000" b="1">
                <a:solidFill>
                  <a:srgbClr val="FFFFFF"/>
                </a:solidFill>
              </a:rPr>
              <a:t>100 %</a:t>
            </a:r>
          </a:p>
          <a:p>
            <a:pPr algn="l">
              <a:spcAft>
                <a:spcPts val="600"/>
              </a:spcAft>
            </a:pPr>
            <a:r>
              <a:rPr sz="1300" b="0">
                <a:solidFill>
                  <a:srgbClr val="FFFFFF"/>
                </a:solidFill>
              </a:rPr>
              <a:t>detección de la fatiga · 10 % de falsas alarmas</a:t>
            </a:r>
          </a:p>
        </p:txBody>
      </p:sp>
      <p:sp>
        <p:nvSpPr>
          <p:cNvPr id="13" name="TextBox 12"/>
          <p:cNvSpPr txBox="1"/>
          <p:nvPr/>
        </p:nvSpPr>
        <p:spPr>
          <a:xfrm>
            <a:off x="4389120" y="5029200"/>
            <a:ext cx="3108960" cy="1737360"/>
          </a:xfrm>
          <a:prstGeom prst="rect">
            <a:avLst/>
          </a:prstGeom>
          <a:noFill/>
        </p:spPr>
        <p:txBody>
          <a:bodyPr wrap="square" anchor="t" lIns="0" rIns="0" tIns="0" bIns="0">
            <a:spAutoFit/>
          </a:bodyPr>
          <a:lstStyle/>
          <a:p>
            <a:pPr algn="l">
              <a:spcAft>
                <a:spcPts val="600"/>
              </a:spcAft>
            </a:pPr>
            <a:r>
              <a:rPr sz="4000" b="1">
                <a:solidFill>
                  <a:srgbClr val="FFFFFF"/>
                </a:solidFill>
              </a:rPr>
              <a:t>10/10</a:t>
            </a:r>
          </a:p>
          <a:p>
            <a:pPr algn="l">
              <a:spcAft>
                <a:spcPts val="600"/>
              </a:spcAft>
            </a:pPr>
            <a:r>
              <a:rPr sz="1300" b="0">
                <a:solidFill>
                  <a:srgbClr val="FFFFFF"/>
                </a:solidFill>
              </a:rPr>
              <a:t>en tiempo real, sin falsas alarmas</a:t>
            </a:r>
          </a:p>
        </p:txBody>
      </p:sp>
      <p:pic>
        <p:nvPicPr>
          <p:cNvPr id="14" name="Picture 13" descr="caso_verdad_vs_sistema.png"/>
          <p:cNvPicPr>
            <a:picLocks noChangeAspect="1"/>
          </p:cNvPicPr>
          <p:nvPr/>
        </p:nvPicPr>
        <p:blipFill>
          <a:blip r:embed="rId3"/>
          <a:stretch>
            <a:fillRect/>
          </a:stretch>
        </p:blipFill>
        <p:spPr>
          <a:xfrm>
            <a:off x="8138160" y="2848356"/>
            <a:ext cx="5577840" cy="3904487"/>
          </a:xfrm>
          <a:prstGeom prst="rect">
            <a:avLst/>
          </a:prstGeom>
        </p:spPr>
      </p:pic>
      <p:sp>
        <p:nvSpPr>
          <p:cNvPr id="15" name="TextBox 14"/>
          <p:cNvSpPr txBox="1"/>
          <p:nvPr/>
        </p:nvSpPr>
        <p:spPr>
          <a:xfrm>
            <a:off x="905256" y="708660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Datos sintéticos (generador con referencia conocida), presentados como tales.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0789920" cy="0"/>
          </a:xfrm>
        </p:spPr>
        <p:txBody>
          <a:bodyPr/>
          <a:lstStyle/>
          <a:p>
            <a:r>
              <a:rPr sz="3200"/>
              <a:t>Del análisis al entrenador</a:t>
            </a:r>
          </a:p>
        </p:txBody>
      </p:sp>
      <p:sp>
        <p:nvSpPr>
          <p:cNvPr id="4" name="Text Placeholder 3"/>
          <p:cNvSpPr>
            <a:spLocks noGrp="1"/>
          </p:cNvSpPr>
          <p:nvPr>
            <p:ph type="body" idx="18" sz="quarter"/>
          </p:nvPr>
        </p:nvSpPr>
        <p:spPr>
          <a:xfrm>
            <a:ext cx="12344400" cy="0"/>
          </a:xfrm>
        </p:spPr>
        <p:txBody>
          <a:bodyPr/>
          <a:lstStyle/>
          <a:p>
            <a:r>
              <a:t>Vídeo anotado y modo en tiempo real</a:t>
            </a:r>
          </a:p>
        </p:txBody>
      </p:sp>
      <p:pic>
        <p:nvPicPr>
          <p:cNvPr id="5" name="Picture 4" descr="panel_video.png"/>
          <p:cNvPicPr>
            <a:picLocks noChangeAspect="1"/>
          </p:cNvPicPr>
          <p:nvPr/>
        </p:nvPicPr>
        <p:blipFill>
          <a:blip r:embed="rId3"/>
          <a:stretch>
            <a:fillRect/>
          </a:stretch>
        </p:blipFill>
        <p:spPr>
          <a:xfrm>
            <a:off x="905256" y="2697480"/>
            <a:ext cx="7315200" cy="4114800"/>
          </a:xfrm>
          <a:prstGeom prst="rect">
            <a:avLst/>
          </a:prstGeom>
        </p:spPr>
      </p:pic>
      <p:sp>
        <p:nvSpPr>
          <p:cNvPr id="6" name="TextBox 5"/>
          <p:cNvSpPr txBox="1"/>
          <p:nvPr/>
        </p:nvSpPr>
        <p:spPr>
          <a:xfrm>
            <a:off x="8686800" y="2743200"/>
            <a:ext cx="5029200" cy="365760"/>
          </a:xfrm>
          <a:prstGeom prst="rect">
            <a:avLst/>
          </a:prstGeom>
          <a:noFill/>
        </p:spPr>
        <p:txBody>
          <a:bodyPr wrap="square" anchor="t" lIns="0" rIns="0" tIns="0" bIns="0">
            <a:spAutoFit/>
          </a:bodyPr>
          <a:lstStyle/>
          <a:p>
            <a:pPr algn="l">
              <a:spcAft>
                <a:spcPts val="600"/>
              </a:spcAft>
            </a:pPr>
            <a:r>
              <a:rPr sz="1600" b="1">
                <a:solidFill>
                  <a:srgbClr val="FF3228"/>
                </a:solidFill>
              </a:rPr>
              <a:t>Estado por ciclo</a:t>
            </a:r>
          </a:p>
        </p:txBody>
      </p:sp>
      <p:sp>
        <p:nvSpPr>
          <p:cNvPr id="7" name="TextBox 6"/>
          <p:cNvSpPr txBox="1"/>
          <p:nvPr/>
        </p:nvSpPr>
        <p:spPr>
          <a:xfrm>
            <a:off x="8686800" y="3127248"/>
            <a:ext cx="5029200" cy="548640"/>
          </a:xfrm>
          <a:prstGeom prst="rect">
            <a:avLst/>
          </a:prstGeom>
          <a:noFill/>
        </p:spPr>
        <p:txBody>
          <a:bodyPr wrap="square" anchor="t" lIns="0" rIns="0" tIns="0" bIns="0">
            <a:spAutoFit/>
          </a:bodyPr>
          <a:lstStyle/>
          <a:p>
            <a:pPr algn="l">
              <a:spcAft>
                <a:spcPts val="600"/>
              </a:spcAft>
            </a:pPr>
            <a:r>
              <a:rPr sz="1300" b="0">
                <a:solidFill>
                  <a:srgbClr val="1E1E1E"/>
                </a:solidFill>
              </a:rPr>
              <a:t>FRESCO / FATIGA, ciclo y frecuencia sobre el vídeo</a:t>
            </a:r>
          </a:p>
        </p:txBody>
      </p:sp>
      <p:sp>
        <p:nvSpPr>
          <p:cNvPr id="8" name="TextBox 7"/>
          <p:cNvSpPr txBox="1"/>
          <p:nvPr/>
        </p:nvSpPr>
        <p:spPr>
          <a:xfrm>
            <a:off x="8686800" y="3767328"/>
            <a:ext cx="5029200" cy="365760"/>
          </a:xfrm>
          <a:prstGeom prst="rect">
            <a:avLst/>
          </a:prstGeom>
          <a:noFill/>
        </p:spPr>
        <p:txBody>
          <a:bodyPr wrap="square" anchor="t" lIns="0" rIns="0" tIns="0" bIns="0">
            <a:spAutoFit/>
          </a:bodyPr>
          <a:lstStyle/>
          <a:p>
            <a:pPr algn="l">
              <a:spcAft>
                <a:spcPts val="600"/>
              </a:spcAft>
            </a:pPr>
            <a:r>
              <a:rPr sz="1600" b="1">
                <a:solidFill>
                  <a:srgbClr val="FF3228"/>
                </a:solidFill>
              </a:rPr>
              <a:t>Barra de anomalía</a:t>
            </a:r>
          </a:p>
        </p:txBody>
      </p:sp>
      <p:sp>
        <p:nvSpPr>
          <p:cNvPr id="9" name="TextBox 8"/>
          <p:cNvSpPr txBox="1"/>
          <p:nvPr/>
        </p:nvSpPr>
        <p:spPr>
          <a:xfrm>
            <a:off x="8686800" y="4151376"/>
            <a:ext cx="5029200" cy="548640"/>
          </a:xfrm>
          <a:prstGeom prst="rect">
            <a:avLst/>
          </a:prstGeom>
          <a:noFill/>
        </p:spPr>
        <p:txBody>
          <a:bodyPr wrap="square" anchor="t" lIns="0" rIns="0" tIns="0" bIns="0">
            <a:spAutoFit/>
          </a:bodyPr>
          <a:lstStyle/>
          <a:p>
            <a:pPr algn="l">
              <a:spcAft>
                <a:spcPts val="600"/>
              </a:spcAft>
            </a:pPr>
            <a:r>
              <a:rPr sz="1300" b="0">
                <a:solidFill>
                  <a:srgbClr val="1E1E1E"/>
                </a:solidFill>
              </a:rPr>
              <a:t>Puntuación de cada ciclo, umbral e inicio de la fatiga</a:t>
            </a:r>
          </a:p>
        </p:txBody>
      </p:sp>
      <p:sp>
        <p:nvSpPr>
          <p:cNvPr id="10" name="TextBox 9"/>
          <p:cNvSpPr txBox="1"/>
          <p:nvPr/>
        </p:nvSpPr>
        <p:spPr>
          <a:xfrm>
            <a:off x="8686800" y="4791456"/>
            <a:ext cx="5029200" cy="365760"/>
          </a:xfrm>
          <a:prstGeom prst="rect">
            <a:avLst/>
          </a:prstGeom>
          <a:noFill/>
        </p:spPr>
        <p:txBody>
          <a:bodyPr wrap="square" anchor="t" lIns="0" rIns="0" tIns="0" bIns="0">
            <a:spAutoFit/>
          </a:bodyPr>
          <a:lstStyle/>
          <a:p>
            <a:pPr algn="l">
              <a:spcAft>
                <a:spcPts val="600"/>
              </a:spcAft>
            </a:pPr>
            <a:r>
              <a:rPr sz="1600" b="1">
                <a:solidFill>
                  <a:srgbClr val="FF3228"/>
                </a:solidFill>
              </a:rPr>
              <a:t>Tiempo real</a:t>
            </a:r>
          </a:p>
        </p:txBody>
      </p:sp>
      <p:sp>
        <p:nvSpPr>
          <p:cNvPr id="11" name="TextBox 10"/>
          <p:cNvSpPr txBox="1"/>
          <p:nvPr/>
        </p:nvSpPr>
        <p:spPr>
          <a:xfrm>
            <a:off x="8686800" y="5175504"/>
            <a:ext cx="5029200" cy="548640"/>
          </a:xfrm>
          <a:prstGeom prst="rect">
            <a:avLst/>
          </a:prstGeom>
          <a:noFill/>
        </p:spPr>
        <p:txBody>
          <a:bodyPr wrap="square" anchor="t" lIns="0" rIns="0" tIns="0" bIns="0">
            <a:spAutoFit/>
          </a:bodyPr>
          <a:lstStyle/>
          <a:p>
            <a:pPr algn="l">
              <a:spcAft>
                <a:spcPts val="600"/>
              </a:spcAft>
            </a:pPr>
            <a:r>
              <a:rPr sz="1300" b="0">
                <a:solidFill>
                  <a:srgbClr val="1E1E1E"/>
                </a:solidFill>
              </a:rPr>
              <a:t>Calibra con los 10 primeros ciclos y explica con SHAP en directo</a:t>
            </a:r>
          </a:p>
        </p:txBody>
      </p:sp>
      <p:sp>
        <p:nvSpPr>
          <p:cNvPr id="12" name="TextBox 11"/>
          <p:cNvSpPr txBox="1"/>
          <p:nvPr/>
        </p:nvSpPr>
        <p:spPr>
          <a:xfrm>
            <a:off x="8686800" y="5815584"/>
            <a:ext cx="5029200" cy="365760"/>
          </a:xfrm>
          <a:prstGeom prst="rect">
            <a:avLst/>
          </a:prstGeom>
          <a:noFill/>
        </p:spPr>
        <p:txBody>
          <a:bodyPr wrap="square" anchor="t" lIns="0" rIns="0" tIns="0" bIns="0">
            <a:spAutoFit/>
          </a:bodyPr>
          <a:lstStyle/>
          <a:p>
            <a:pPr algn="l">
              <a:spcAft>
                <a:spcPts val="600"/>
              </a:spcAft>
            </a:pPr>
            <a:r>
              <a:rPr sz="1600" b="1">
                <a:solidFill>
                  <a:srgbClr val="FF3228"/>
                </a:solidFill>
              </a:rPr>
              <a:t>Automático</a:t>
            </a:r>
          </a:p>
        </p:txBody>
      </p:sp>
      <p:sp>
        <p:nvSpPr>
          <p:cNvPr id="13" name="TextBox 12"/>
          <p:cNvSpPr txBox="1"/>
          <p:nvPr/>
        </p:nvSpPr>
        <p:spPr>
          <a:xfrm>
            <a:off x="8686800" y="6199632"/>
            <a:ext cx="5029200" cy="548640"/>
          </a:xfrm>
          <a:prstGeom prst="rect">
            <a:avLst/>
          </a:prstGeom>
          <a:noFill/>
        </p:spPr>
        <p:txBody>
          <a:bodyPr wrap="square" anchor="t" lIns="0" rIns="0" tIns="0" bIns="0">
            <a:spAutoFit/>
          </a:bodyPr>
          <a:lstStyle/>
          <a:p>
            <a:pPr algn="l">
              <a:spcAft>
                <a:spcPts val="600"/>
              </a:spcAft>
            </a:pPr>
            <a:r>
              <a:rPr sz="1300" b="0">
                <a:solidFill>
                  <a:srgbClr val="1E1E1E"/>
                </a:solidFill>
              </a:rPr>
              <a:t>Vista de cámara, familia del estilo y lotes de vídeos</a:t>
            </a:r>
          </a:p>
        </p:txBody>
      </p:sp>
      <p:sp>
        <p:nvSpPr>
          <p:cNvPr id="14" name="TextBox 13"/>
          <p:cNvSpPr txBox="1"/>
          <p:nvPr/>
        </p:nvSpPr>
        <p:spPr>
          <a:xfrm>
            <a:off x="905256" y="690372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Captura del vídeo anotado sobre datos sintéticos.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Anexos</a:t>
            </a:r>
          </a:p>
        </p:txBody>
      </p:sp>
      <p:sp>
        <p:nvSpPr>
          <p:cNvPr id="4" name="Text Placeholder 3"/>
          <p:cNvSpPr>
            <a:spLocks noGrp="1"/>
          </p:cNvSpPr>
          <p:nvPr>
            <p:ph type="body" idx="18" sz="quarter"/>
          </p:nvPr>
        </p:nvSpPr>
        <p:spPr/>
        <p:txBody>
          <a:bodyPr/>
          <a:lstStyle/>
          <a:p>
            <a:r>
              <a:t>Material de apoyo para las preguntas del tribunal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0789920" cy="0"/>
          </a:xfrm>
        </p:spPr>
        <p:txBody>
          <a:bodyPr/>
          <a:lstStyle/>
          <a:p>
            <a:r>
              <a:rPr sz="3200"/>
              <a:t>A1 · Modelos de pose en CPU</a:t>
            </a:r>
          </a:p>
        </p:txBody>
      </p:sp>
      <p:sp>
        <p:nvSpPr>
          <p:cNvPr id="4" name="Text Placeholder 3"/>
          <p:cNvSpPr>
            <a:spLocks noGrp="1"/>
          </p:cNvSpPr>
          <p:nvPr>
            <p:ph type="body" idx="18" sz="quarter"/>
          </p:nvPr>
        </p:nvSpPr>
        <p:spPr>
          <a:xfrm>
            <a:ext cx="12344400" cy="0"/>
          </a:xfrm>
        </p:spPr>
        <p:txBody>
          <a:bodyPr/>
          <a:lstStyle/>
          <a:p>
            <a:r>
              <a:t>Secuencia GX011614 (5120 × 2880 px), portátil de 4 hilos</a:t>
            </a:r>
          </a:p>
        </p:txBody>
      </p:sp>
      <p:graphicFrame>
        <p:nvGraphicFramePr>
          <p:cNvPr id="5" name="Table 4"/>
          <p:cNvGraphicFramePr>
            <a:graphicFrameLocks noGrp="1"/>
          </p:cNvGraphicFramePr>
          <p:nvPr/>
        </p:nvGraphicFramePr>
        <p:xfrm>
          <a:off x="905256" y="2880360"/>
          <a:ext cx="12801600" cy="2743200"/>
        </p:xfrm>
        <a:graphic>
          <a:graphicData uri="http://schemas.openxmlformats.org/drawingml/2006/table">
            <a:tbl>
              <a:tblPr firstRow="1" bandRow="1">
                <a:tableStyleId>{5C22544A-7EE6-4342-B048-85BDC9FD1C3A}</a:tableStyleId>
              </a:tblPr>
              <a:tblGrid>
                <a:gridCol w="4206240"/>
                <a:gridCol w="2103120"/>
                <a:gridCol w="2103120"/>
                <a:gridCol w="2194560"/>
                <a:gridCol w="2194560"/>
              </a:tblGrid>
              <a:tr h="548640">
                <a:tc>
                  <a:txBody>
                    <a:bodyPr/>
                    <a:lstStyle/>
                    <a:p>
                      <a:r>
                        <a:rPr sz="1400" b="1">
                          <a:solidFill>
                            <a:srgbClr val="FFFFFF"/>
                          </a:solidFill>
                        </a:rPr>
                        <a:t>Modelo</a:t>
                      </a:r>
                    </a:p>
                  </a:txBody>
                  <a:tcPr marL="91440" marR="91440" marT="27432" marB="27432" anchor="ctr">
                    <a:solidFill>
                      <a:srgbClr val="FF3228"/>
                    </a:solidFill>
                  </a:tcPr>
                </a:tc>
                <a:tc>
                  <a:txBody>
                    <a:bodyPr/>
                    <a:lstStyle/>
                    <a:p>
                      <a:r>
                        <a:rPr sz="1400" b="1">
                          <a:solidFill>
                            <a:srgbClr val="FFFFFF"/>
                          </a:solidFill>
                        </a:rPr>
                        <a:t>Parámetros (M)</a:t>
                      </a:r>
                    </a:p>
                  </a:txBody>
                  <a:tcPr marL="91440" marR="91440" marT="27432" marB="27432" anchor="ctr">
                    <a:solidFill>
                      <a:srgbClr val="FF3228"/>
                    </a:solidFill>
                  </a:tcPr>
                </a:tc>
                <a:tc>
                  <a:txBody>
                    <a:bodyPr/>
                    <a:lstStyle/>
                    <a:p>
                      <a:r>
                        <a:rPr sz="1400" b="1">
                          <a:solidFill>
                            <a:srgbClr val="FFFFFF"/>
                          </a:solidFill>
                        </a:rPr>
                        <a:t>FPS en CPU</a:t>
                      </a:r>
                    </a:p>
                  </a:txBody>
                  <a:tcPr marL="91440" marR="91440" marT="27432" marB="27432" anchor="ctr">
                    <a:solidFill>
                      <a:srgbClr val="FF3228"/>
                    </a:solidFill>
                  </a:tcPr>
                </a:tc>
                <a:tc>
                  <a:txBody>
                    <a:bodyPr/>
                    <a:lstStyle/>
                    <a:p>
                      <a:r>
                        <a:rPr sz="1400" b="1">
                          <a:solidFill>
                            <a:srgbClr val="FFFFFF"/>
                          </a:solidFill>
                        </a:rPr>
                        <a:t>Detección (%)</a:t>
                      </a:r>
                    </a:p>
                  </a:txBody>
                  <a:tcPr marL="91440" marR="91440" marT="27432" marB="27432" anchor="ctr">
                    <a:solidFill>
                      <a:srgbClr val="FF3228"/>
                    </a:solidFill>
                  </a:tcPr>
                </a:tc>
                <a:tc>
                  <a:txBody>
                    <a:bodyPr/>
                    <a:lstStyle/>
                    <a:p>
                      <a:r>
                        <a:rPr sz="1400" b="1">
                          <a:solidFill>
                            <a:srgbClr val="FFFFFF"/>
                          </a:solidFill>
                        </a:rPr>
                        <a:t>Confianza</a:t>
                      </a:r>
                    </a:p>
                  </a:txBody>
                  <a:tcPr marL="91440" marR="91440" marT="27432" marB="27432" anchor="ctr">
                    <a:solidFill>
                      <a:srgbClr val="FF3228"/>
                    </a:solidFill>
                  </a:tcPr>
                </a:tc>
              </a:tr>
              <a:tr h="548640">
                <a:tc>
                  <a:txBody>
                    <a:bodyPr/>
                    <a:lstStyle/>
                    <a:p>
                      <a:r>
                        <a:rPr sz="1400" b="1">
                          <a:solidFill>
                            <a:srgbClr val="1E1E1E"/>
                          </a:solidFill>
                        </a:rPr>
                        <a:t>YOLOv8n-Pose (elegido)</a:t>
                      </a:r>
                    </a:p>
                  </a:txBody>
                  <a:tcPr marL="91440" marR="91440" marT="27432" marB="27432" anchor="ctr">
                    <a:solidFill>
                      <a:srgbClr val="FFAFAA"/>
                    </a:solidFill>
                  </a:tcPr>
                </a:tc>
                <a:tc>
                  <a:txBody>
                    <a:bodyPr/>
                    <a:lstStyle/>
                    <a:p>
                      <a:r>
                        <a:rPr sz="1400" b="1">
                          <a:solidFill>
                            <a:srgbClr val="1E1E1E"/>
                          </a:solidFill>
                        </a:rPr>
                        <a:t>3,3</a:t>
                      </a:r>
                    </a:p>
                  </a:txBody>
                  <a:tcPr marL="91440" marR="91440" marT="27432" marB="27432" anchor="ctr">
                    <a:solidFill>
                      <a:srgbClr val="FFAFAA"/>
                    </a:solidFill>
                  </a:tcPr>
                </a:tc>
                <a:tc>
                  <a:txBody>
                    <a:bodyPr/>
                    <a:lstStyle/>
                    <a:p>
                      <a:r>
                        <a:rPr sz="1400" b="1">
                          <a:solidFill>
                            <a:srgbClr val="1E1E1E"/>
                          </a:solidFill>
                        </a:rPr>
                        <a:t>6,6</a:t>
                      </a:r>
                    </a:p>
                  </a:txBody>
                  <a:tcPr marL="91440" marR="91440" marT="27432" marB="27432" anchor="ctr">
                    <a:solidFill>
                      <a:srgbClr val="FFAFAA"/>
                    </a:solidFill>
                  </a:tcPr>
                </a:tc>
                <a:tc>
                  <a:txBody>
                    <a:bodyPr/>
                    <a:lstStyle/>
                    <a:p>
                      <a:r>
                        <a:rPr sz="1400" b="1">
                          <a:solidFill>
                            <a:srgbClr val="1E1E1E"/>
                          </a:solidFill>
                        </a:rPr>
                        <a:t>35,6</a:t>
                      </a:r>
                    </a:p>
                  </a:txBody>
                  <a:tcPr marL="91440" marR="91440" marT="27432" marB="27432" anchor="ctr">
                    <a:solidFill>
                      <a:srgbClr val="FFAFAA"/>
                    </a:solidFill>
                  </a:tcPr>
                </a:tc>
                <a:tc>
                  <a:txBody>
                    <a:bodyPr/>
                    <a:lstStyle/>
                    <a:p>
                      <a:r>
                        <a:rPr sz="1400" b="1">
                          <a:solidFill>
                            <a:srgbClr val="1E1E1E"/>
                          </a:solidFill>
                        </a:rPr>
                        <a:t>0,76</a:t>
                      </a:r>
                    </a:p>
                  </a:txBody>
                  <a:tcPr marL="91440" marR="91440" marT="27432" marB="27432" anchor="ctr">
                    <a:solidFill>
                      <a:srgbClr val="FFAFAA"/>
                    </a:solidFill>
                  </a:tcPr>
                </a:tc>
              </a:tr>
              <a:tr h="548640">
                <a:tc>
                  <a:txBody>
                    <a:bodyPr/>
                    <a:lstStyle/>
                    <a:p>
                      <a:r>
                        <a:rPr sz="1400" b="0">
                          <a:solidFill>
                            <a:srgbClr val="1E1E1E"/>
                          </a:solidFill>
                        </a:rPr>
                        <a:t>YOLO11n-Pose</a:t>
                      </a:r>
                    </a:p>
                  </a:txBody>
                  <a:tcPr marL="91440" marR="91440" marT="27432" marB="27432" anchor="ctr">
                    <a:solidFill>
                      <a:srgbClr val="EEEDED"/>
                    </a:solidFill>
                  </a:tcPr>
                </a:tc>
                <a:tc>
                  <a:txBody>
                    <a:bodyPr/>
                    <a:lstStyle/>
                    <a:p>
                      <a:r>
                        <a:rPr sz="1400" b="0">
                          <a:solidFill>
                            <a:srgbClr val="1E1E1E"/>
                          </a:solidFill>
                        </a:rPr>
                        <a:t>2,9</a:t>
                      </a:r>
                    </a:p>
                  </a:txBody>
                  <a:tcPr marL="91440" marR="91440" marT="27432" marB="27432" anchor="ctr">
                    <a:solidFill>
                      <a:srgbClr val="EEEDED"/>
                    </a:solidFill>
                  </a:tcPr>
                </a:tc>
                <a:tc>
                  <a:txBody>
                    <a:bodyPr/>
                    <a:lstStyle/>
                    <a:p>
                      <a:r>
                        <a:rPr sz="1400" b="0">
                          <a:solidFill>
                            <a:srgbClr val="1E1E1E"/>
                          </a:solidFill>
                        </a:rPr>
                        <a:t>6,2</a:t>
                      </a:r>
                    </a:p>
                  </a:txBody>
                  <a:tcPr marL="91440" marR="91440" marT="27432" marB="27432" anchor="ctr">
                    <a:solidFill>
                      <a:srgbClr val="EEEDED"/>
                    </a:solidFill>
                  </a:tcPr>
                </a:tc>
                <a:tc>
                  <a:txBody>
                    <a:bodyPr/>
                    <a:lstStyle/>
                    <a:p>
                      <a:r>
                        <a:rPr sz="1400" b="0">
                          <a:solidFill>
                            <a:srgbClr val="1E1E1E"/>
                          </a:solidFill>
                        </a:rPr>
                        <a:t>37,6</a:t>
                      </a:r>
                    </a:p>
                  </a:txBody>
                  <a:tcPr marL="91440" marR="91440" marT="27432" marB="27432" anchor="ctr">
                    <a:solidFill>
                      <a:srgbClr val="EEEDED"/>
                    </a:solidFill>
                  </a:tcPr>
                </a:tc>
                <a:tc>
                  <a:txBody>
                    <a:bodyPr/>
                    <a:lstStyle/>
                    <a:p>
                      <a:r>
                        <a:rPr sz="1400" b="0">
                          <a:solidFill>
                            <a:srgbClr val="1E1E1E"/>
                          </a:solidFill>
                        </a:rPr>
                        <a:t>0,78</a:t>
                      </a:r>
                    </a:p>
                  </a:txBody>
                  <a:tcPr marL="91440" marR="91440" marT="27432" marB="27432" anchor="ctr">
                    <a:solidFill>
                      <a:srgbClr val="EEEDED"/>
                    </a:solidFill>
                  </a:tcPr>
                </a:tc>
              </a:tr>
              <a:tr h="548640">
                <a:tc>
                  <a:txBody>
                    <a:bodyPr/>
                    <a:lstStyle/>
                    <a:p>
                      <a:r>
                        <a:rPr sz="1400" b="0">
                          <a:solidFill>
                            <a:srgbClr val="1E1E1E"/>
                          </a:solidFill>
                        </a:rPr>
                        <a:t>YOLOv8s-Pose</a:t>
                      </a:r>
                    </a:p>
                  </a:txBody>
                  <a:tcPr marL="91440" marR="91440" marT="27432" marB="27432" anchor="ctr">
                    <a:solidFill>
                      <a:srgbClr val="FFFFFF"/>
                    </a:solidFill>
                  </a:tcPr>
                </a:tc>
                <a:tc>
                  <a:txBody>
                    <a:bodyPr/>
                    <a:lstStyle/>
                    <a:p>
                      <a:r>
                        <a:rPr sz="1400" b="0">
                          <a:solidFill>
                            <a:srgbClr val="1E1E1E"/>
                          </a:solidFill>
                        </a:rPr>
                        <a:t>11,6</a:t>
                      </a:r>
                    </a:p>
                  </a:txBody>
                  <a:tcPr marL="91440" marR="91440" marT="27432" marB="27432" anchor="ctr">
                    <a:solidFill>
                      <a:srgbClr val="FFFFFF"/>
                    </a:solidFill>
                  </a:tcPr>
                </a:tc>
                <a:tc>
                  <a:txBody>
                    <a:bodyPr/>
                    <a:lstStyle/>
                    <a:p>
                      <a:r>
                        <a:rPr sz="1400" b="0">
                          <a:solidFill>
                            <a:srgbClr val="1E1E1E"/>
                          </a:solidFill>
                        </a:rPr>
                        <a:t>3,3</a:t>
                      </a:r>
                    </a:p>
                  </a:txBody>
                  <a:tcPr marL="91440" marR="91440" marT="27432" marB="27432" anchor="ctr">
                    <a:solidFill>
                      <a:srgbClr val="FFFFFF"/>
                    </a:solidFill>
                  </a:tcPr>
                </a:tc>
                <a:tc>
                  <a:txBody>
                    <a:bodyPr/>
                    <a:lstStyle/>
                    <a:p>
                      <a:r>
                        <a:rPr sz="1400" b="0">
                          <a:solidFill>
                            <a:srgbClr val="1E1E1E"/>
                          </a:solidFill>
                        </a:rPr>
                        <a:t>35,6</a:t>
                      </a:r>
                    </a:p>
                  </a:txBody>
                  <a:tcPr marL="91440" marR="91440" marT="27432" marB="27432" anchor="ctr">
                    <a:solidFill>
                      <a:srgbClr val="FFFFFF"/>
                    </a:solidFill>
                  </a:tcPr>
                </a:tc>
                <a:tc>
                  <a:txBody>
                    <a:bodyPr/>
                    <a:lstStyle/>
                    <a:p>
                      <a:r>
                        <a:rPr sz="1400" b="0">
                          <a:solidFill>
                            <a:srgbClr val="1E1E1E"/>
                          </a:solidFill>
                        </a:rPr>
                        <a:t>0,74</a:t>
                      </a:r>
                    </a:p>
                  </a:txBody>
                  <a:tcPr marL="91440" marR="91440" marT="27432" marB="27432" anchor="ctr">
                    <a:solidFill>
                      <a:srgbClr val="FFFFFF"/>
                    </a:solidFill>
                  </a:tcPr>
                </a:tc>
              </a:tr>
              <a:tr h="548640">
                <a:tc>
                  <a:txBody>
                    <a:bodyPr/>
                    <a:lstStyle/>
                    <a:p>
                      <a:r>
                        <a:rPr sz="1400" b="0">
                          <a:solidFill>
                            <a:srgbClr val="1E1E1E"/>
                          </a:solidFill>
                        </a:rPr>
                        <a:t>MoveNet Lightning</a:t>
                      </a:r>
                    </a:p>
                  </a:txBody>
                  <a:tcPr marL="91440" marR="91440" marT="27432" marB="27432" anchor="ctr">
                    <a:solidFill>
                      <a:srgbClr val="EEEDED"/>
                    </a:solidFill>
                  </a:tcPr>
                </a:tc>
                <a:tc>
                  <a:txBody>
                    <a:bodyPr/>
                    <a:lstStyle/>
                    <a:p>
                      <a:r>
                        <a:rPr sz="1400" b="0">
                          <a:solidFill>
                            <a:srgbClr val="1E1E1E"/>
                          </a:solidFill>
                        </a:rPr>
                        <a:t>—</a:t>
                      </a:r>
                    </a:p>
                  </a:txBody>
                  <a:tcPr marL="91440" marR="91440" marT="27432" marB="27432" anchor="ctr">
                    <a:solidFill>
                      <a:srgbClr val="EEEDED"/>
                    </a:solidFill>
                  </a:tcPr>
                </a:tc>
                <a:tc>
                  <a:txBody>
                    <a:bodyPr/>
                    <a:lstStyle/>
                    <a:p>
                      <a:r>
                        <a:rPr sz="1400" b="0">
                          <a:solidFill>
                            <a:srgbClr val="1E1E1E"/>
                          </a:solidFill>
                        </a:rPr>
                        <a:t>No medido</a:t>
                      </a:r>
                    </a:p>
                  </a:txBody>
                  <a:tcPr marL="91440" marR="91440" marT="27432" marB="27432" anchor="ctr">
                    <a:solidFill>
                      <a:srgbClr val="EEEDED"/>
                    </a:solidFill>
                  </a:tcPr>
                </a:tc>
                <a:tc>
                  <a:txBody>
                    <a:bodyPr/>
                    <a:lstStyle/>
                    <a:p>
                      <a:r>
                        <a:rPr sz="1400" b="0">
                          <a:solidFill>
                            <a:srgbClr val="1E1E1E"/>
                          </a:solidFill>
                        </a:rPr>
                        <a:t>35-48 (GPU)</a:t>
                      </a:r>
                    </a:p>
                  </a:txBody>
                  <a:tcPr marL="91440" marR="91440" marT="27432" marB="27432" anchor="ctr">
                    <a:solidFill>
                      <a:srgbClr val="EEEDED"/>
                    </a:solidFill>
                  </a:tcPr>
                </a:tc>
                <a:tc>
                  <a:txBody>
                    <a:bodyPr/>
                    <a:lstStyle/>
                    <a:p>
                      <a:r>
                        <a:rPr sz="1400" b="0">
                          <a:solidFill>
                            <a:srgbClr val="1E1E1E"/>
                          </a:solidFill>
                        </a:rPr>
                        <a:t>0,34-0,37 (GPU)</a:t>
                      </a:r>
                    </a:p>
                  </a:txBody>
                  <a:tcPr marL="91440" marR="91440" marT="27432" marB="27432" anchor="ctr">
                    <a:solidFill>
                      <a:srgbClr val="EEEDED"/>
                    </a:solidFill>
                  </a:tcPr>
                </a:tc>
              </a:tr>
            </a:tbl>
          </a:graphicData>
        </a:graphic>
      </p:graphicFrame>
      <p:sp>
        <p:nvSpPr>
          <p:cNvPr id="6" name="TextBox 5"/>
          <p:cNvSpPr txBox="1"/>
          <p:nvPr/>
        </p:nvSpPr>
        <p:spPr>
          <a:xfrm>
            <a:off x="905256" y="603504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La detección ronda el 36 % porque el nadador solo está en el encuadre parte del vídeo. En el mismo vídeo: 15 ciclos válidos con YOLO frente a 3 con MoveNet.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0789920" cy="0"/>
          </a:xfrm>
        </p:spPr>
        <p:txBody>
          <a:bodyPr/>
          <a:lstStyle/>
          <a:p>
            <a:r>
              <a:rPr sz="3200"/>
              <a:t>A2 · Fatiga en las sesiones reales</a:t>
            </a:r>
          </a:p>
        </p:txBody>
      </p:sp>
      <p:sp>
        <p:nvSpPr>
          <p:cNvPr id="4" name="Text Placeholder 3"/>
          <p:cNvSpPr>
            <a:spLocks noGrp="1"/>
          </p:cNvSpPr>
          <p:nvPr>
            <p:ph type="body" idx="18" sz="quarter"/>
          </p:nvPr>
        </p:nvSpPr>
        <p:spPr>
          <a:xfrm>
            <a:ext cx="12344400" cy="0"/>
          </a:xfrm>
        </p:spPr>
        <p:txBody>
          <a:bodyPr/>
          <a:lstStyle/>
          <a:p>
            <a:r>
              <a:t>Sesiones de pasadas cortas del mismo participante, estilo y cámara</a:t>
            </a:r>
          </a:p>
        </p:txBody>
      </p:sp>
      <p:graphicFrame>
        <p:nvGraphicFramePr>
          <p:cNvPr id="5" name="Table 4"/>
          <p:cNvGraphicFramePr>
            <a:graphicFrameLocks noGrp="1"/>
          </p:cNvGraphicFramePr>
          <p:nvPr/>
        </p:nvGraphicFramePr>
        <p:xfrm>
          <a:off x="905256" y="2880360"/>
          <a:ext cx="12801600" cy="3182112"/>
        </p:xfrm>
        <a:graphic>
          <a:graphicData uri="http://schemas.openxmlformats.org/drawingml/2006/table">
            <a:tbl>
              <a:tblPr firstRow="1" bandRow="1">
                <a:tableStyleId>{5C22544A-7EE6-4342-B048-85BDC9FD1C3A}</a:tableStyleId>
              </a:tblPr>
              <a:tblGrid>
                <a:gridCol w="4572000"/>
                <a:gridCol w="2194560"/>
                <a:gridCol w="1828800"/>
                <a:gridCol w="4206240"/>
              </a:tblGrid>
              <a:tr h="530352">
                <a:tc>
                  <a:txBody>
                    <a:bodyPr/>
                    <a:lstStyle/>
                    <a:p>
                      <a:r>
                        <a:rPr sz="1400" b="1">
                          <a:solidFill>
                            <a:srgbClr val="FFFFFF"/>
                          </a:solidFill>
                        </a:rPr>
                        <a:t>Sesión</a:t>
                      </a:r>
                    </a:p>
                  </a:txBody>
                  <a:tcPr marL="91440" marR="91440" marT="27432" marB="27432" anchor="ctr">
                    <a:solidFill>
                      <a:srgbClr val="FF3228"/>
                    </a:solidFill>
                  </a:tcPr>
                </a:tc>
                <a:tc>
                  <a:txBody>
                    <a:bodyPr/>
                    <a:lstStyle/>
                    <a:p>
                      <a:r>
                        <a:rPr sz="1400" b="1">
                          <a:solidFill>
                            <a:srgbClr val="FFFFFF"/>
                          </a:solidFill>
                        </a:rPr>
                        <a:t>Secuencias</a:t>
                      </a:r>
                    </a:p>
                  </a:txBody>
                  <a:tcPr marL="91440" marR="91440" marT="27432" marB="27432" anchor="ctr">
                    <a:solidFill>
                      <a:srgbClr val="FF3228"/>
                    </a:solidFill>
                  </a:tcPr>
                </a:tc>
                <a:tc>
                  <a:txBody>
                    <a:bodyPr/>
                    <a:lstStyle/>
                    <a:p>
                      <a:r>
                        <a:rPr sz="1400" b="1">
                          <a:solidFill>
                            <a:srgbClr val="FFFFFF"/>
                          </a:solidFill>
                        </a:rPr>
                        <a:t>Ciclos</a:t>
                      </a:r>
                    </a:p>
                  </a:txBody>
                  <a:tcPr marL="91440" marR="91440" marT="27432" marB="27432" anchor="ctr">
                    <a:solidFill>
                      <a:srgbClr val="FF3228"/>
                    </a:solidFill>
                  </a:tcPr>
                </a:tc>
                <a:tc>
                  <a:txBody>
                    <a:bodyPr/>
                    <a:lstStyle/>
                    <a:p>
                      <a:r>
                        <a:rPr sz="1400" b="1">
                          <a:solidFill>
                            <a:srgbClr val="FFFFFF"/>
                          </a:solidFill>
                        </a:rPr>
                        <a:t>Resultado</a:t>
                      </a:r>
                    </a:p>
                  </a:txBody>
                  <a:tcPr marL="91440" marR="91440" marT="27432" marB="27432" anchor="ctr">
                    <a:solidFill>
                      <a:srgbClr val="FF3228"/>
                    </a:solidFill>
                  </a:tcPr>
                </a:tc>
              </a:tr>
              <a:tr h="530352">
                <a:tc>
                  <a:txBody>
                    <a:bodyPr/>
                    <a:lstStyle/>
                    <a:p>
                      <a:r>
                        <a:rPr sz="1400" b="0">
                          <a:solidFill>
                            <a:srgbClr val="1E1E1E"/>
                          </a:solidFill>
                        </a:rPr>
                        <a:t>P1 · crol · GoPro</a:t>
                      </a:r>
                    </a:p>
                  </a:txBody>
                  <a:tcPr marL="91440" marR="91440" marT="27432" marB="27432" anchor="ctr">
                    <a:solidFill>
                      <a:srgbClr val="FFFFFF"/>
                    </a:solidFill>
                  </a:tcPr>
                </a:tc>
                <a:tc>
                  <a:txBody>
                    <a:bodyPr/>
                    <a:lstStyle/>
                    <a:p>
                      <a:r>
                        <a:rPr sz="1400" b="0">
                          <a:solidFill>
                            <a:srgbClr val="1E1E1E"/>
                          </a:solidFill>
                        </a:rPr>
                        <a:t>3</a:t>
                      </a:r>
                    </a:p>
                  </a:txBody>
                  <a:tcPr marL="91440" marR="91440" marT="27432" marB="27432" anchor="ctr">
                    <a:solidFill>
                      <a:srgbClr val="FFFFFF"/>
                    </a:solidFill>
                  </a:tcPr>
                </a:tc>
                <a:tc>
                  <a:txBody>
                    <a:bodyPr/>
                    <a:lstStyle/>
                    <a:p>
                      <a:r>
                        <a:rPr sz="1400" b="0">
                          <a:solidFill>
                            <a:srgbClr val="1E1E1E"/>
                          </a:solidFill>
                        </a:rPr>
                        <a:t>10</a:t>
                      </a:r>
                    </a:p>
                  </a:txBody>
                  <a:tcPr marL="91440" marR="91440" marT="27432" marB="27432" anchor="ctr">
                    <a:solidFill>
                      <a:srgbClr val="FFFFFF"/>
                    </a:solidFill>
                  </a:tcPr>
                </a:tc>
                <a:tc>
                  <a:txBody>
                    <a:bodyPr/>
                    <a:lstStyle/>
                    <a:p>
                      <a:r>
                        <a:rPr sz="1400" b="0">
                          <a:solidFill>
                            <a:srgbClr val="1E1E1E"/>
                          </a:solidFill>
                        </a:rPr>
                        <a:t>Sin fatiga sostenida</a:t>
                      </a:r>
                    </a:p>
                  </a:txBody>
                  <a:tcPr marL="91440" marR="91440" marT="27432" marB="27432" anchor="ctr">
                    <a:solidFill>
                      <a:srgbClr val="FFFFFF"/>
                    </a:solidFill>
                  </a:tcPr>
                </a:tc>
              </a:tr>
              <a:tr h="530352">
                <a:tc>
                  <a:txBody>
                    <a:bodyPr/>
                    <a:lstStyle/>
                    <a:p>
                      <a:r>
                        <a:rPr sz="1400" b="0">
                          <a:solidFill>
                            <a:srgbClr val="1E1E1E"/>
                          </a:solidFill>
                        </a:rPr>
                        <a:t>P1 · crol · móvil</a:t>
                      </a:r>
                    </a:p>
                  </a:txBody>
                  <a:tcPr marL="91440" marR="91440" marT="27432" marB="27432" anchor="ctr">
                    <a:solidFill>
                      <a:srgbClr val="EEEDED"/>
                    </a:solidFill>
                  </a:tcPr>
                </a:tc>
                <a:tc>
                  <a:txBody>
                    <a:bodyPr/>
                    <a:lstStyle/>
                    <a:p>
                      <a:r>
                        <a:rPr sz="1400" b="0">
                          <a:solidFill>
                            <a:srgbClr val="1E1E1E"/>
                          </a:solidFill>
                        </a:rPr>
                        <a:t>2</a:t>
                      </a:r>
                    </a:p>
                  </a:txBody>
                  <a:tcPr marL="91440" marR="91440" marT="27432" marB="27432" anchor="ctr">
                    <a:solidFill>
                      <a:srgbClr val="EEEDED"/>
                    </a:solidFill>
                  </a:tcPr>
                </a:tc>
                <a:tc>
                  <a:txBody>
                    <a:bodyPr/>
                    <a:lstStyle/>
                    <a:p>
                      <a:r>
                        <a:rPr sz="1400" b="0">
                          <a:solidFill>
                            <a:srgbClr val="1E1E1E"/>
                          </a:solidFill>
                        </a:rPr>
                        <a:t>7</a:t>
                      </a:r>
                    </a:p>
                  </a:txBody>
                  <a:tcPr marL="91440" marR="91440" marT="27432" marB="27432" anchor="ctr">
                    <a:solidFill>
                      <a:srgbClr val="EEEDED"/>
                    </a:solidFill>
                  </a:tcPr>
                </a:tc>
                <a:tc>
                  <a:txBody>
                    <a:bodyPr/>
                    <a:lstStyle/>
                    <a:p>
                      <a:r>
                        <a:rPr sz="1400" b="0">
                          <a:solidFill>
                            <a:srgbClr val="1E1E1E"/>
                          </a:solidFill>
                        </a:rPr>
                        <a:t>Insuficiente (&lt; 8 ciclos)</a:t>
                      </a:r>
                    </a:p>
                  </a:txBody>
                  <a:tcPr marL="91440" marR="91440" marT="27432" marB="27432" anchor="ctr">
                    <a:solidFill>
                      <a:srgbClr val="EEEDED"/>
                    </a:solidFill>
                  </a:tcPr>
                </a:tc>
              </a:tr>
              <a:tr h="530352">
                <a:tc>
                  <a:txBody>
                    <a:bodyPr/>
                    <a:lstStyle/>
                    <a:p>
                      <a:r>
                        <a:rPr sz="1400" b="0">
                          <a:solidFill>
                            <a:srgbClr val="1E1E1E"/>
                          </a:solidFill>
                        </a:rPr>
                        <a:t>P4 · braza · GoPro</a:t>
                      </a:r>
                    </a:p>
                  </a:txBody>
                  <a:tcPr marL="91440" marR="91440" marT="27432" marB="27432" anchor="ctr">
                    <a:solidFill>
                      <a:srgbClr val="FFFFFF"/>
                    </a:solidFill>
                  </a:tcPr>
                </a:tc>
                <a:tc>
                  <a:txBody>
                    <a:bodyPr/>
                    <a:lstStyle/>
                    <a:p>
                      <a:r>
                        <a:rPr sz="1400" b="0">
                          <a:solidFill>
                            <a:srgbClr val="1E1E1E"/>
                          </a:solidFill>
                        </a:rPr>
                        <a:t>2</a:t>
                      </a:r>
                    </a:p>
                  </a:txBody>
                  <a:tcPr marL="91440" marR="91440" marT="27432" marB="27432" anchor="ctr">
                    <a:solidFill>
                      <a:srgbClr val="FFFFFF"/>
                    </a:solidFill>
                  </a:tcPr>
                </a:tc>
                <a:tc>
                  <a:txBody>
                    <a:bodyPr/>
                    <a:lstStyle/>
                    <a:p>
                      <a:r>
                        <a:rPr sz="1400" b="0">
                          <a:solidFill>
                            <a:srgbClr val="1E1E1E"/>
                          </a:solidFill>
                        </a:rPr>
                        <a:t>27</a:t>
                      </a:r>
                    </a:p>
                  </a:txBody>
                  <a:tcPr marL="91440" marR="91440" marT="27432" marB="27432" anchor="ctr">
                    <a:solidFill>
                      <a:srgbClr val="FFFFFF"/>
                    </a:solidFill>
                  </a:tcPr>
                </a:tc>
                <a:tc>
                  <a:txBody>
                    <a:bodyPr/>
                    <a:lstStyle/>
                    <a:p>
                      <a:r>
                        <a:rPr sz="1400" b="0">
                          <a:solidFill>
                            <a:srgbClr val="1E1E1E"/>
                          </a:solidFill>
                        </a:rPr>
                        <a:t>Sin fatiga sostenida</a:t>
                      </a:r>
                    </a:p>
                  </a:txBody>
                  <a:tcPr marL="91440" marR="91440" marT="27432" marB="27432" anchor="ctr">
                    <a:solidFill>
                      <a:srgbClr val="FFFFFF"/>
                    </a:solidFill>
                  </a:tcPr>
                </a:tc>
              </a:tr>
              <a:tr h="530352">
                <a:tc>
                  <a:txBody>
                    <a:bodyPr/>
                    <a:lstStyle/>
                    <a:p>
                      <a:r>
                        <a:rPr sz="1400" b="0">
                          <a:solidFill>
                            <a:srgbClr val="1E1E1E"/>
                          </a:solidFill>
                        </a:rPr>
                        <a:t>P4 · braza · móvil</a:t>
                      </a:r>
                    </a:p>
                  </a:txBody>
                  <a:tcPr marL="91440" marR="91440" marT="27432" marB="27432" anchor="ctr">
                    <a:solidFill>
                      <a:srgbClr val="EEEDED"/>
                    </a:solidFill>
                  </a:tcPr>
                </a:tc>
                <a:tc>
                  <a:txBody>
                    <a:bodyPr/>
                    <a:lstStyle/>
                    <a:p>
                      <a:r>
                        <a:rPr sz="1400" b="0">
                          <a:solidFill>
                            <a:srgbClr val="1E1E1E"/>
                          </a:solidFill>
                        </a:rPr>
                        <a:t>2</a:t>
                      </a:r>
                    </a:p>
                  </a:txBody>
                  <a:tcPr marL="91440" marR="91440" marT="27432" marB="27432" anchor="ctr">
                    <a:solidFill>
                      <a:srgbClr val="EEEDED"/>
                    </a:solidFill>
                  </a:tcPr>
                </a:tc>
                <a:tc>
                  <a:txBody>
                    <a:bodyPr/>
                    <a:lstStyle/>
                    <a:p>
                      <a:r>
                        <a:rPr sz="1400" b="0">
                          <a:solidFill>
                            <a:srgbClr val="1E1E1E"/>
                          </a:solidFill>
                        </a:rPr>
                        <a:t>4</a:t>
                      </a:r>
                    </a:p>
                  </a:txBody>
                  <a:tcPr marL="91440" marR="91440" marT="27432" marB="27432" anchor="ctr">
                    <a:solidFill>
                      <a:srgbClr val="EEEDED"/>
                    </a:solidFill>
                  </a:tcPr>
                </a:tc>
                <a:tc>
                  <a:txBody>
                    <a:bodyPr/>
                    <a:lstStyle/>
                    <a:p>
                      <a:r>
                        <a:rPr sz="1400" b="0">
                          <a:solidFill>
                            <a:srgbClr val="1E1E1E"/>
                          </a:solidFill>
                        </a:rPr>
                        <a:t>Insuficiente (&lt; 8 ciclos)</a:t>
                      </a:r>
                    </a:p>
                  </a:txBody>
                  <a:tcPr marL="91440" marR="91440" marT="27432" marB="27432" anchor="ctr">
                    <a:solidFill>
                      <a:srgbClr val="EEEDED"/>
                    </a:solidFill>
                  </a:tcPr>
                </a:tc>
              </a:tr>
              <a:tr h="530352">
                <a:tc>
                  <a:txBody>
                    <a:bodyPr/>
                    <a:lstStyle/>
                    <a:p>
                      <a:r>
                        <a:rPr sz="1400" b="0">
                          <a:solidFill>
                            <a:srgbClr val="1E1E1E"/>
                          </a:solidFill>
                        </a:rPr>
                        <a:t>P3 · mariposa · GoPro</a:t>
                      </a:r>
                    </a:p>
                  </a:txBody>
                  <a:tcPr marL="91440" marR="91440" marT="27432" marB="27432" anchor="ctr">
                    <a:solidFill>
                      <a:srgbClr val="FFFFFF"/>
                    </a:solidFill>
                  </a:tcPr>
                </a:tc>
                <a:tc>
                  <a:txBody>
                    <a:bodyPr/>
                    <a:lstStyle/>
                    <a:p>
                      <a:r>
                        <a:rPr sz="1400" b="0">
                          <a:solidFill>
                            <a:srgbClr val="1E1E1E"/>
                          </a:solidFill>
                        </a:rPr>
                        <a:t>2</a:t>
                      </a:r>
                    </a:p>
                  </a:txBody>
                  <a:tcPr marL="91440" marR="91440" marT="27432" marB="27432" anchor="ctr">
                    <a:solidFill>
                      <a:srgbClr val="FFFFFF"/>
                    </a:solidFill>
                  </a:tcPr>
                </a:tc>
                <a:tc>
                  <a:txBody>
                    <a:bodyPr/>
                    <a:lstStyle/>
                    <a:p>
                      <a:r>
                        <a:rPr sz="1400" b="0">
                          <a:solidFill>
                            <a:srgbClr val="1E1E1E"/>
                          </a:solidFill>
                        </a:rPr>
                        <a:t>26</a:t>
                      </a:r>
                    </a:p>
                  </a:txBody>
                  <a:tcPr marL="91440" marR="91440" marT="27432" marB="27432" anchor="ctr">
                    <a:solidFill>
                      <a:srgbClr val="FFFFFF"/>
                    </a:solidFill>
                  </a:tcPr>
                </a:tc>
                <a:tc>
                  <a:txBody>
                    <a:bodyPr/>
                    <a:lstStyle/>
                    <a:p>
                      <a:r>
                        <a:rPr sz="1400" b="0">
                          <a:solidFill>
                            <a:srgbClr val="1E1E1E"/>
                          </a:solidFill>
                        </a:rPr>
                        <a:t>Sin fatiga sostenida</a:t>
                      </a:r>
                    </a:p>
                  </a:txBody>
                  <a:tcPr marL="91440" marR="91440" marT="27432" marB="27432"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ext cx="10789920" cy="0"/>
          </a:xfrm>
        </p:spPr>
        <p:txBody>
          <a:bodyPr/>
          <a:lstStyle/>
          <a:p>
            <a:r>
              <a:rPr sz="3200"/>
              <a:t>A3 · Caso sintético completo (Tabla 7)</a:t>
            </a:r>
          </a:p>
        </p:txBody>
      </p:sp>
      <p:sp>
        <p:nvSpPr>
          <p:cNvPr id="4" name="Text Placeholder 3"/>
          <p:cNvSpPr>
            <a:spLocks noGrp="1"/>
          </p:cNvSpPr>
          <p:nvPr>
            <p:ph type="body" idx="18" sz="quarter"/>
          </p:nvPr>
        </p:nvSpPr>
        <p:spPr>
          <a:xfrm>
            <a:ext cx="12344400" cy="0"/>
          </a:xfrm>
        </p:spPr>
        <p:txBody>
          <a:bodyPr/>
          <a:lstStyle/>
          <a:p>
            <a:r>
              <a:t>Secuencia de 120 s con fatiga programada entre t = 59 s y t = 81 s</a:t>
            </a:r>
          </a:p>
        </p:txBody>
      </p:sp>
      <p:graphicFrame>
        <p:nvGraphicFramePr>
          <p:cNvPr id="5" name="Table 4"/>
          <p:cNvGraphicFramePr>
            <a:graphicFrameLocks noGrp="1"/>
          </p:cNvGraphicFramePr>
          <p:nvPr/>
        </p:nvGraphicFramePr>
        <p:xfrm>
          <a:off x="905256" y="2834640"/>
          <a:ext cx="12801600" cy="3712464"/>
        </p:xfrm>
        <a:graphic>
          <a:graphicData uri="http://schemas.openxmlformats.org/drawingml/2006/table">
            <a:tbl>
              <a:tblPr firstRow="1" bandRow="1">
                <a:tableStyleId>{5C22544A-7EE6-4342-B048-85BDC9FD1C3A}</a:tableStyleId>
              </a:tblPr>
              <a:tblGrid>
                <a:gridCol w="4206240"/>
                <a:gridCol w="4297680"/>
                <a:gridCol w="4297680"/>
              </a:tblGrid>
              <a:tr h="530352">
                <a:tc>
                  <a:txBody>
                    <a:bodyPr/>
                    <a:lstStyle/>
                    <a:p>
                      <a:r>
                        <a:rPr sz="1300" b="1">
                          <a:solidFill>
                            <a:srgbClr val="FFFFFF"/>
                          </a:solidFill>
                        </a:rPr>
                        <a:t>Medida</a:t>
                      </a:r>
                    </a:p>
                  </a:txBody>
                  <a:tcPr marL="91440" marR="91440" marT="27432" marB="27432" anchor="ctr">
                    <a:solidFill>
                      <a:srgbClr val="FF3228"/>
                    </a:solidFill>
                  </a:tcPr>
                </a:tc>
                <a:tc>
                  <a:txBody>
                    <a:bodyPr/>
                    <a:lstStyle/>
                    <a:p>
                      <a:r>
                        <a:rPr sz="1300" b="1">
                          <a:solidFill>
                            <a:srgbClr val="FFFFFF"/>
                          </a:solidFill>
                        </a:rPr>
                        <a:t>Vista lateral</a:t>
                      </a:r>
                    </a:p>
                  </a:txBody>
                  <a:tcPr marL="91440" marR="91440" marT="27432" marB="27432" anchor="ctr">
                    <a:solidFill>
                      <a:srgbClr val="FF3228"/>
                    </a:solidFill>
                  </a:tcPr>
                </a:tc>
                <a:tc>
                  <a:txBody>
                    <a:bodyPr/>
                    <a:lstStyle/>
                    <a:p>
                      <a:r>
                        <a:rPr sz="1300" b="1">
                          <a:solidFill>
                            <a:srgbClr val="FFFFFF"/>
                          </a:solidFill>
                        </a:rPr>
                        <a:t>Vista frontal</a:t>
                      </a:r>
                    </a:p>
                  </a:txBody>
                  <a:tcPr marL="91440" marR="91440" marT="27432" marB="27432" anchor="ctr">
                    <a:solidFill>
                      <a:srgbClr val="FF3228"/>
                    </a:solidFill>
                  </a:tcPr>
                </a:tc>
              </a:tr>
              <a:tr h="530352">
                <a:tc>
                  <a:txBody>
                    <a:bodyPr/>
                    <a:lstStyle/>
                    <a:p>
                      <a:r>
                        <a:rPr sz="1300" b="0">
                          <a:solidFill>
                            <a:srgbClr val="1E1E1E"/>
                          </a:solidFill>
                        </a:rPr>
                        <a:t>Ciclos analizados</a:t>
                      </a:r>
                    </a:p>
                  </a:txBody>
                  <a:tcPr marL="91440" marR="91440" marT="27432" marB="27432" anchor="ctr">
                    <a:solidFill>
                      <a:srgbClr val="FFFFFF"/>
                    </a:solidFill>
                  </a:tcPr>
                </a:tc>
                <a:tc>
                  <a:txBody>
                    <a:bodyPr/>
                    <a:lstStyle/>
                    <a:p>
                      <a:r>
                        <a:rPr sz="1300" b="0">
                          <a:solidFill>
                            <a:srgbClr val="1E1E1E"/>
                          </a:solidFill>
                        </a:rPr>
                        <a:t>91</a:t>
                      </a:r>
                    </a:p>
                  </a:txBody>
                  <a:tcPr marL="91440" marR="91440" marT="27432" marB="27432" anchor="ctr">
                    <a:solidFill>
                      <a:srgbClr val="FFFFFF"/>
                    </a:solidFill>
                  </a:tcPr>
                </a:tc>
                <a:tc>
                  <a:txBody>
                    <a:bodyPr/>
                    <a:lstStyle/>
                    <a:p>
                      <a:r>
                        <a:rPr sz="1300" b="0">
                          <a:solidFill>
                            <a:srgbClr val="1E1E1E"/>
                          </a:solidFill>
                        </a:rPr>
                        <a:t>98</a:t>
                      </a:r>
                    </a:p>
                  </a:txBody>
                  <a:tcPr marL="91440" marR="91440" marT="27432" marB="27432" anchor="ctr">
                    <a:solidFill>
                      <a:srgbClr val="FFFFFF"/>
                    </a:solidFill>
                  </a:tcPr>
                </a:tc>
              </a:tr>
              <a:tr h="530352">
                <a:tc>
                  <a:txBody>
                    <a:bodyPr/>
                    <a:lstStyle/>
                    <a:p>
                      <a:r>
                        <a:rPr sz="1300" b="0">
                          <a:solidFill>
                            <a:srgbClr val="1E1E1E"/>
                          </a:solidFill>
                        </a:rPr>
                        <a:t>Error mediano de la frecuencia de ciclo</a:t>
                      </a:r>
                    </a:p>
                  </a:txBody>
                  <a:tcPr marL="91440" marR="91440" marT="27432" marB="27432" anchor="ctr">
                    <a:solidFill>
                      <a:srgbClr val="EEEDED"/>
                    </a:solidFill>
                  </a:tcPr>
                </a:tc>
                <a:tc>
                  <a:txBody>
                    <a:bodyPr/>
                    <a:lstStyle/>
                    <a:p>
                      <a:r>
                        <a:rPr sz="1300" b="0">
                          <a:solidFill>
                            <a:srgbClr val="1E1E1E"/>
                          </a:solidFill>
                        </a:rPr>
                        <a:t>4,7 %</a:t>
                      </a:r>
                    </a:p>
                  </a:txBody>
                  <a:tcPr marL="91440" marR="91440" marT="27432" marB="27432" anchor="ctr">
                    <a:solidFill>
                      <a:srgbClr val="EEEDED"/>
                    </a:solidFill>
                  </a:tcPr>
                </a:tc>
                <a:tc>
                  <a:txBody>
                    <a:bodyPr/>
                    <a:lstStyle/>
                    <a:p>
                      <a:r>
                        <a:rPr sz="1300" b="0">
                          <a:solidFill>
                            <a:srgbClr val="1E1E1E"/>
                          </a:solidFill>
                        </a:rPr>
                        <a:t>0,3 %</a:t>
                      </a:r>
                    </a:p>
                  </a:txBody>
                  <a:tcPr marL="91440" marR="91440" marT="27432" marB="27432" anchor="ctr">
                    <a:solidFill>
                      <a:srgbClr val="EEEDED"/>
                    </a:solidFill>
                  </a:tcPr>
                </a:tc>
              </a:tr>
              <a:tr h="530352">
                <a:tc>
                  <a:txBody>
                    <a:bodyPr/>
                    <a:lstStyle/>
                    <a:p>
                      <a:r>
                        <a:rPr sz="1300" b="0">
                          <a:solidFill>
                            <a:srgbClr val="1E1E1E"/>
                          </a:solidFill>
                        </a:rPr>
                        <a:t>Error mediano de la velocidad</a:t>
                      </a:r>
                    </a:p>
                  </a:txBody>
                  <a:tcPr marL="91440" marR="91440" marT="27432" marB="27432" anchor="ctr">
                    <a:solidFill>
                      <a:srgbClr val="FFFFFF"/>
                    </a:solidFill>
                  </a:tcPr>
                </a:tc>
                <a:tc>
                  <a:txBody>
                    <a:bodyPr/>
                    <a:lstStyle/>
                    <a:p>
                      <a:r>
                        <a:rPr sz="1300" b="0">
                          <a:solidFill>
                            <a:srgbClr val="1E1E1E"/>
                          </a:solidFill>
                        </a:rPr>
                        <a:t>1,3 %</a:t>
                      </a:r>
                    </a:p>
                  </a:txBody>
                  <a:tcPr marL="91440" marR="91440" marT="27432" marB="27432" anchor="ctr">
                    <a:solidFill>
                      <a:srgbClr val="FFFFFF"/>
                    </a:solidFill>
                  </a:tcPr>
                </a:tc>
                <a:tc>
                  <a:txBody>
                    <a:bodyPr/>
                    <a:lstStyle/>
                    <a:p>
                      <a:r>
                        <a:rPr sz="1300" b="0">
                          <a:solidFill>
                            <a:srgbClr val="1E1E1E"/>
                          </a:solidFill>
                        </a:rPr>
                        <a:t>No observable de frente</a:t>
                      </a:r>
                    </a:p>
                  </a:txBody>
                  <a:tcPr marL="91440" marR="91440" marT="27432" marB="27432" anchor="ctr">
                    <a:solidFill>
                      <a:srgbClr val="FFFFFF"/>
                    </a:solidFill>
                  </a:tcPr>
                </a:tc>
              </a:tr>
              <a:tr h="530352">
                <a:tc>
                  <a:txBody>
                    <a:bodyPr/>
                    <a:lstStyle/>
                    <a:p>
                      <a:r>
                        <a:rPr sz="1300" b="0">
                          <a:solidFill>
                            <a:srgbClr val="1E1E1E"/>
                          </a:solidFill>
                        </a:rPr>
                        <a:t>Error mediano de la distancia por ciclo</a:t>
                      </a:r>
                    </a:p>
                  </a:txBody>
                  <a:tcPr marL="91440" marR="91440" marT="27432" marB="27432" anchor="ctr">
                    <a:solidFill>
                      <a:srgbClr val="EEEDED"/>
                    </a:solidFill>
                  </a:tcPr>
                </a:tc>
                <a:tc>
                  <a:txBody>
                    <a:bodyPr/>
                    <a:lstStyle/>
                    <a:p>
                      <a:r>
                        <a:rPr sz="1300" b="0">
                          <a:solidFill>
                            <a:srgbClr val="1E1E1E"/>
                          </a:solidFill>
                        </a:rPr>
                        <a:t>4,3 %</a:t>
                      </a:r>
                    </a:p>
                  </a:txBody>
                  <a:tcPr marL="91440" marR="91440" marT="27432" marB="27432" anchor="ctr">
                    <a:solidFill>
                      <a:srgbClr val="EEEDED"/>
                    </a:solidFill>
                  </a:tcPr>
                </a:tc>
                <a:tc>
                  <a:txBody>
                    <a:bodyPr/>
                    <a:lstStyle/>
                    <a:p>
                      <a:r>
                        <a:rPr sz="1300" b="0">
                          <a:solidFill>
                            <a:srgbClr val="1E1E1E"/>
                          </a:solidFill>
                        </a:rPr>
                        <a:t>No observable de frente</a:t>
                      </a:r>
                    </a:p>
                  </a:txBody>
                  <a:tcPr marL="91440" marR="91440" marT="27432" marB="27432" anchor="ctr">
                    <a:solidFill>
                      <a:srgbClr val="EEEDED"/>
                    </a:solidFill>
                  </a:tcPr>
                </a:tc>
              </a:tr>
              <a:tr h="530352">
                <a:tc>
                  <a:txBody>
                    <a:bodyPr/>
                    <a:lstStyle/>
                    <a:p>
                      <a:r>
                        <a:rPr sz="1300" b="0">
                          <a:solidFill>
                            <a:srgbClr val="1E1E1E"/>
                          </a:solidFill>
                        </a:rPr>
                        <a:t>Inicio de la fatiga detectado</a:t>
                      </a:r>
                    </a:p>
                  </a:txBody>
                  <a:tcPr marL="91440" marR="91440" marT="27432" marB="27432" anchor="ctr">
                    <a:solidFill>
                      <a:srgbClr val="FFFFFF"/>
                    </a:solidFill>
                  </a:tcPr>
                </a:tc>
                <a:tc>
                  <a:txBody>
                    <a:bodyPr/>
                    <a:lstStyle/>
                    <a:p>
                      <a:r>
                        <a:rPr sz="1300" b="0">
                          <a:solidFill>
                            <a:srgbClr val="1E1E1E"/>
                          </a:solidFill>
                        </a:rPr>
                        <a:t>t = 57,3 s (ciclo 42)</a:t>
                      </a:r>
                    </a:p>
                  </a:txBody>
                  <a:tcPr marL="91440" marR="91440" marT="27432" marB="27432" anchor="ctr">
                    <a:solidFill>
                      <a:srgbClr val="FFFFFF"/>
                    </a:solidFill>
                  </a:tcPr>
                </a:tc>
                <a:tc>
                  <a:txBody>
                    <a:bodyPr/>
                    <a:lstStyle/>
                    <a:p>
                      <a:r>
                        <a:rPr sz="1300" b="0">
                          <a:solidFill>
                            <a:srgbClr val="1E1E1E"/>
                          </a:solidFill>
                        </a:rPr>
                        <a:t>t = 57,8 s (ciclo 45)</a:t>
                      </a:r>
                    </a:p>
                  </a:txBody>
                  <a:tcPr marL="91440" marR="91440" marT="27432" marB="27432" anchor="ctr">
                    <a:solidFill>
                      <a:srgbClr val="FFFFFF"/>
                    </a:solidFill>
                  </a:tcPr>
                </a:tc>
              </a:tr>
              <a:tr h="530352">
                <a:tc>
                  <a:txBody>
                    <a:bodyPr/>
                    <a:lstStyle/>
                    <a:p>
                      <a:r>
                        <a:rPr sz="1300" b="0">
                          <a:solidFill>
                            <a:srgbClr val="1E1E1E"/>
                          </a:solidFill>
                        </a:rPr>
                        <a:t>Variables con mayor atribución SHAP</a:t>
                      </a:r>
                    </a:p>
                  </a:txBody>
                  <a:tcPr marL="91440" marR="91440" marT="27432" marB="27432" anchor="ctr">
                    <a:solidFill>
                      <a:srgbClr val="EEEDED"/>
                    </a:solidFill>
                  </a:tcPr>
                </a:tc>
                <a:tc>
                  <a:txBody>
                    <a:bodyPr/>
                    <a:lstStyle/>
                    <a:p>
                      <a:r>
                        <a:rPr sz="1300" b="0">
                          <a:solidFill>
                            <a:srgbClr val="1E1E1E"/>
                          </a:solidFill>
                        </a:rPr>
                        <a:t>Apertura del hombro, asimetría de brazos, inclinación del tronco</a:t>
                      </a:r>
                    </a:p>
                  </a:txBody>
                  <a:tcPr marL="91440" marR="91440" marT="27432" marB="27432" anchor="ctr">
                    <a:solidFill>
                      <a:srgbClr val="EEEDED"/>
                    </a:solidFill>
                  </a:tcPr>
                </a:tc>
                <a:tc>
                  <a:txBody>
                    <a:bodyPr/>
                    <a:lstStyle/>
                    <a:p>
                      <a:r>
                        <a:rPr sz="1300" b="0">
                          <a:solidFill>
                            <a:srgbClr val="1E1E1E"/>
                          </a:solidFill>
                        </a:rPr>
                        <a:t>Frecuencia de ciclo, asimetría de brazos, alcance del brazo</a:t>
                      </a:r>
                    </a:p>
                  </a:txBody>
                  <a:tcPr marL="91440" marR="91440" marT="27432" marB="27432" anchor="ctr">
                    <a:solidFill>
                      <a:srgbClr val="EEEDED"/>
                    </a:solidFill>
                  </a:tcPr>
                </a:tc>
              </a:tr>
            </a:tbl>
          </a:graphicData>
        </a:graphic>
      </p:graphicFrame>
      <p:sp>
        <p:nvSpPr>
          <p:cNvPr id="6" name="TextBox 5"/>
          <p:cNvSpPr txBox="1"/>
          <p:nvPr/>
        </p:nvSpPr>
        <p:spPr>
          <a:xfrm>
            <a:off x="905256" y="6766560"/>
            <a:ext cx="12344400" cy="320040"/>
          </a:xfrm>
          <a:prstGeom prst="rect">
            <a:avLst/>
          </a:prstGeom>
          <a:noFill/>
        </p:spPr>
        <p:txBody>
          <a:bodyPr wrap="square" anchor="t" lIns="0" rIns="0" tIns="0" bIns="0">
            <a:spAutoFit/>
          </a:bodyPr>
          <a:lstStyle/>
          <a:p>
            <a:pPr algn="l">
              <a:spcAft>
                <a:spcPts val="600"/>
              </a:spcAft>
            </a:pPr>
            <a:r>
              <a:rPr sz="1100" b="0">
                <a:solidFill>
                  <a:srgbClr val="504B4B"/>
                </a:solidFill>
              </a:rPr>
              <a:t>Datos sintéticos. Fuente: memoria, Tabla 7.</a:t>
            </a:r>
          </a:p>
        </p:txBody>
      </p:sp>
    </p:spTree>
  </p:cSld>
  <p:clrMapOvr>
    <a:masterClrMapping/>
  </p:clrMapOvr>
</p:sld>
</file>

<file path=ppt/theme/theme1.xml><?xml version="1.0" encoding="utf-8"?>
<a:theme xmlns:a="http://schemas.openxmlformats.org/drawingml/2006/main" name="Tema de Office">
  <a:themeElements>
    <a:clrScheme name="UEM">
      <a:dk1>
        <a:srgbClr val="1E1E1E"/>
      </a:dk1>
      <a:lt1>
        <a:srgbClr val="FFFFFF"/>
      </a:lt1>
      <a:dk2>
        <a:srgbClr val="504B4B"/>
      </a:dk2>
      <a:lt2>
        <a:srgbClr val="D2D1D1"/>
      </a:lt2>
      <a:accent1>
        <a:srgbClr val="FF3228"/>
      </a:accent1>
      <a:accent2>
        <a:srgbClr val="2D41B4"/>
      </a:accent2>
      <a:accent3>
        <a:srgbClr val="23B4AA"/>
      </a:accent3>
      <a:accent4>
        <a:srgbClr val="FFAFAA"/>
      </a:accent4>
      <a:accent5>
        <a:srgbClr val="FF5A50"/>
      </a:accent5>
      <a:accent6>
        <a:srgbClr val="504B4B"/>
      </a:accent6>
      <a:hlink>
        <a:srgbClr val="FF3228"/>
      </a:hlink>
      <a:folHlink>
        <a:srgbClr val="FF5A50"/>
      </a:folHlink>
    </a:clrScheme>
    <a:fontScheme name="UEM">
      <a:majorFont>
        <a:latin typeface="Century Gothic"/>
        <a:ea typeface=""/>
        <a:cs typeface=""/>
      </a:majorFont>
      <a:minorFont>
        <a:latin typeface="Century Gothic"/>
        <a:ea typeface=""/>
        <a:cs typeface=""/>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EDEC3EEDB36734098E55D077E5C3584" ma:contentTypeVersion="10" ma:contentTypeDescription="Crear nuevo documento." ma:contentTypeScope="" ma:versionID="700d96ffd85efff1b4af5f024aa9d5d1">
  <xsd:schema xmlns:xsd="http://www.w3.org/2001/XMLSchema" xmlns:xs="http://www.w3.org/2001/XMLSchema" xmlns:p="http://schemas.microsoft.com/office/2006/metadata/properties" xmlns:ns2="0b4b1c4d-6bb0-4ef4-b5bc-519edc72ffe9" xmlns:ns3="c841b233-7233-448a-ba0a-1f28b3423e96" targetNamespace="http://schemas.microsoft.com/office/2006/metadata/properties" ma:root="true" ma:fieldsID="9a799093db3c68c21b3b0ed03e23df8a" ns2:_="" ns3:_="">
    <xsd:import namespace="0b4b1c4d-6bb0-4ef4-b5bc-519edc72ffe9"/>
    <xsd:import namespace="c841b233-7233-448a-ba0a-1f28b3423e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4b1c4d-6bb0-4ef4-b5bc-519edc72ff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841b233-7233-448a-ba0a-1f28b3423e96"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B891B3C-3D9C-41C4-BE08-6A5A2B7FF88B}"/>
</file>

<file path=customXml/itemProps2.xml><?xml version="1.0" encoding="utf-8"?>
<ds:datastoreItem xmlns:ds="http://schemas.openxmlformats.org/officeDocument/2006/customXml" ds:itemID="{44B4F3E1-F5B6-4E25-A7A1-EC58D87DE939}"/>
</file>

<file path=customXml/itemProps3.xml><?xml version="1.0" encoding="utf-8"?>
<ds:datastoreItem xmlns:ds="http://schemas.openxmlformats.org/officeDocument/2006/customXml" ds:itemID="{DA714949-6569-40D0-B2D1-9C8493BA6FB6}"/>
</file>

<file path=docProps/app.xml><?xml version="1.0" encoding="utf-8"?>
<Properties xmlns="http://schemas.openxmlformats.org/officeDocument/2006/extended-properties" xmlns:vt="http://schemas.openxmlformats.org/officeDocument/2006/docPropsVTypes">
  <Template>Office Theme</Template>
  <TotalTime>2399</TotalTime>
  <Words>1320</Words>
  <Application>Microsoft Office PowerPoint</Application>
  <PresentationFormat>Personalizado</PresentationFormat>
  <Paragraphs>511</Paragraphs>
  <Slides>66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66</vt:i4>
      </vt:variant>
    </vt:vector>
  </HeadingPairs>
  <TitlesOfParts>
    <vt:vector size="71" baseType="lpstr">
      <vt:lpstr>Arial</vt:lpstr>
      <vt:lpstr>Calibri</vt:lpstr>
      <vt:lpstr>Century Gothic</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Estilo de gráfico de barras II</vt:lpstr>
      <vt:lpstr>Estilo de gráfico de barras III</vt:lpstr>
      <vt:lpstr>Estilo de gráfico de barras IV</vt:lpstr>
      <vt:lpstr>Estilo de gráfico de barras V</vt:lpstr>
      <vt:lpstr>Estilo de gráfico de circular I</vt:lpstr>
      <vt:lpstr>Estilo de gráfico de área I</vt:lpstr>
      <vt:lpstr>Estilo de gráfico de área II</vt:lpstr>
      <vt:lpstr>Estilo de gráfico de área II</vt:lpstr>
      <vt:lpstr>Estilo de tabla I</vt:lpstr>
      <vt:lpstr>Estilo de tabla II</vt:lpstr>
      <vt:lpstr>Estilo de tabla III</vt:lpstr>
      <vt:lpstr>Estilo de tabla IV</vt:lpstr>
      <vt:lpstr>Estilo de tabla V</vt:lpstr>
      <vt:lpstr>Iconos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Teletrabajo</dc:creator>
  <cp:lastModifiedBy>LAURA GARCIA CUENCA</cp:lastModifiedBy>
  <cp:revision>147</cp:revision>
  <dcterms:created xsi:type="dcterms:W3CDTF">2021-02-03T10:15:32Z</dcterms:created>
  <dcterms:modified xsi:type="dcterms:W3CDTF">2025-02-10T13:43:00Z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0x0101009EDEC3EEDB36734098E55D077E5C3584</vt:lpwstr>
  </property>
</Properties>
</file>